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4"/>
  </p:notesMasterIdLst>
  <p:handoutMasterIdLst>
    <p:handoutMasterId r:id="rId85"/>
  </p:handoutMasterIdLst>
  <p:sldIdLst>
    <p:sldId id="306" r:id="rId2"/>
    <p:sldId id="307" r:id="rId3"/>
    <p:sldId id="332" r:id="rId4"/>
    <p:sldId id="312" r:id="rId5"/>
    <p:sldId id="311" r:id="rId6"/>
    <p:sldId id="313" r:id="rId7"/>
    <p:sldId id="314" r:id="rId8"/>
    <p:sldId id="330" r:id="rId9"/>
    <p:sldId id="315" r:id="rId10"/>
    <p:sldId id="331" r:id="rId11"/>
    <p:sldId id="340" r:id="rId12"/>
    <p:sldId id="341" r:id="rId13"/>
    <p:sldId id="318" r:id="rId14"/>
    <p:sldId id="319" r:id="rId15"/>
    <p:sldId id="333" r:id="rId16"/>
    <p:sldId id="334" r:id="rId17"/>
    <p:sldId id="335" r:id="rId18"/>
    <p:sldId id="336" r:id="rId19"/>
    <p:sldId id="320" r:id="rId20"/>
    <p:sldId id="321" r:id="rId21"/>
    <p:sldId id="339" r:id="rId22"/>
    <p:sldId id="327" r:id="rId23"/>
    <p:sldId id="323" r:id="rId24"/>
    <p:sldId id="328" r:id="rId25"/>
    <p:sldId id="322" r:id="rId26"/>
    <p:sldId id="256" r:id="rId27"/>
    <p:sldId id="337" r:id="rId28"/>
    <p:sldId id="338" r:id="rId29"/>
    <p:sldId id="329" r:id="rId30"/>
    <p:sldId id="324" r:id="rId31"/>
    <p:sldId id="325" r:id="rId32"/>
    <p:sldId id="326" r:id="rId33"/>
    <p:sldId id="308" r:id="rId34"/>
    <p:sldId id="316" r:id="rId35"/>
    <p:sldId id="317" r:id="rId36"/>
    <p:sldId id="257" r:id="rId37"/>
    <p:sldId id="295" r:id="rId38"/>
    <p:sldId id="296" r:id="rId39"/>
    <p:sldId id="299" r:id="rId40"/>
    <p:sldId id="301" r:id="rId41"/>
    <p:sldId id="302" r:id="rId42"/>
    <p:sldId id="297" r:id="rId43"/>
    <p:sldId id="266" r:id="rId44"/>
    <p:sldId id="267" r:id="rId45"/>
    <p:sldId id="268" r:id="rId46"/>
    <p:sldId id="298" r:id="rId47"/>
    <p:sldId id="269" r:id="rId48"/>
    <p:sldId id="270" r:id="rId49"/>
    <p:sldId id="271" r:id="rId50"/>
    <p:sldId id="273" r:id="rId51"/>
    <p:sldId id="272" r:id="rId52"/>
    <p:sldId id="274" r:id="rId53"/>
    <p:sldId id="275" r:id="rId54"/>
    <p:sldId id="276" r:id="rId55"/>
    <p:sldId id="277" r:id="rId56"/>
    <p:sldId id="278" r:id="rId57"/>
    <p:sldId id="279" r:id="rId58"/>
    <p:sldId id="283" r:id="rId59"/>
    <p:sldId id="280" r:id="rId60"/>
    <p:sldId id="281" r:id="rId61"/>
    <p:sldId id="282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292" r:id="rId71"/>
    <p:sldId id="293" r:id="rId72"/>
    <p:sldId id="294" r:id="rId73"/>
    <p:sldId id="259" r:id="rId74"/>
    <p:sldId id="264" r:id="rId75"/>
    <p:sldId id="263" r:id="rId76"/>
    <p:sldId id="260" r:id="rId77"/>
    <p:sldId id="261" r:id="rId78"/>
    <p:sldId id="262" r:id="rId79"/>
    <p:sldId id="265" r:id="rId80"/>
    <p:sldId id="303" r:id="rId81"/>
    <p:sldId id="304" r:id="rId82"/>
    <p:sldId id="305" r:id="rId8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110657B-FC3D-4DD0-815B-126E5FEAF716}">
          <p14:sldIdLst>
            <p14:sldId id="306"/>
            <p14:sldId id="307"/>
            <p14:sldId id="332"/>
            <p14:sldId id="312"/>
            <p14:sldId id="311"/>
            <p14:sldId id="313"/>
            <p14:sldId id="314"/>
          </p14:sldIdLst>
        </p14:section>
        <p14:section name="タイトルなしのセクション" id="{787464A3-C70B-40EC-942F-01861091F7CE}">
          <p14:sldIdLst>
            <p14:sldId id="330"/>
            <p14:sldId id="315"/>
            <p14:sldId id="331"/>
            <p14:sldId id="340"/>
            <p14:sldId id="341"/>
            <p14:sldId id="318"/>
            <p14:sldId id="319"/>
            <p14:sldId id="333"/>
            <p14:sldId id="334"/>
            <p14:sldId id="335"/>
            <p14:sldId id="336"/>
            <p14:sldId id="320"/>
            <p14:sldId id="321"/>
            <p14:sldId id="339"/>
            <p14:sldId id="327"/>
            <p14:sldId id="323"/>
            <p14:sldId id="328"/>
            <p14:sldId id="322"/>
            <p14:sldId id="256"/>
            <p14:sldId id="337"/>
            <p14:sldId id="338"/>
            <p14:sldId id="329"/>
            <p14:sldId id="324"/>
            <p14:sldId id="325"/>
            <p14:sldId id="326"/>
            <p14:sldId id="308"/>
            <p14:sldId id="316"/>
            <p14:sldId id="317"/>
            <p14:sldId id="257"/>
            <p14:sldId id="295"/>
            <p14:sldId id="296"/>
            <p14:sldId id="299"/>
            <p14:sldId id="301"/>
            <p14:sldId id="302"/>
            <p14:sldId id="297"/>
            <p14:sldId id="266"/>
            <p14:sldId id="267"/>
            <p14:sldId id="268"/>
            <p14:sldId id="298"/>
            <p14:sldId id="269"/>
            <p14:sldId id="270"/>
            <p14:sldId id="271"/>
            <p14:sldId id="273"/>
            <p14:sldId id="272"/>
            <p14:sldId id="274"/>
            <p14:sldId id="275"/>
            <p14:sldId id="276"/>
            <p14:sldId id="277"/>
            <p14:sldId id="278"/>
            <p14:sldId id="279"/>
            <p14:sldId id="283"/>
            <p14:sldId id="280"/>
            <p14:sldId id="281"/>
            <p14:sldId id="282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59"/>
            <p14:sldId id="264"/>
            <p14:sldId id="263"/>
            <p14:sldId id="260"/>
            <p14:sldId id="261"/>
            <p14:sldId id="262"/>
            <p14:sldId id="265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B8B8"/>
    <a:srgbClr val="E997D0"/>
    <a:srgbClr val="8C564B"/>
    <a:srgbClr val="9467BD"/>
    <a:srgbClr val="D62728"/>
    <a:srgbClr val="FF7F0E"/>
    <a:srgbClr val="1F77B4"/>
    <a:srgbClr val="FFEBE7"/>
    <a:srgbClr val="D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E0FAA-6B68-4BC7-A18A-75E7E377C150}" v="216" dt="2026-09-06T02:30:42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4" autoAdjust="0"/>
    <p:restoredTop sz="94660"/>
  </p:normalViewPr>
  <p:slideViewPr>
    <p:cSldViewPr>
      <p:cViewPr>
        <p:scale>
          <a:sx n="75" d="100"/>
          <a:sy n="75" d="100"/>
        </p:scale>
        <p:origin x="3236" y="16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和之 林出" userId="6e20580fea39221b" providerId="LiveId" clId="{DF60B98D-BEE5-40E1-A35B-258C1B02AB27}"/>
    <pc:docChg chg="undo redo custSel addSld delSld modSld sldOrd addSection modSection">
      <pc:chgData name="和之 林出" userId="6e20580fea39221b" providerId="LiveId" clId="{DF60B98D-BEE5-40E1-A35B-258C1B02AB27}" dt="2026-09-06T02:35:09.405" v="3801" actId="1076"/>
      <pc:docMkLst>
        <pc:docMk/>
      </pc:docMkLst>
      <pc:sldChg chg="addSp delSp modSp add mod">
        <pc:chgData name="和之 林出" userId="6e20580fea39221b" providerId="LiveId" clId="{DF60B98D-BEE5-40E1-A35B-258C1B02AB27}" dt="2026-09-06T02:35:09.405" v="3801" actId="1076"/>
        <pc:sldMkLst>
          <pc:docMk/>
          <pc:sldMk cId="2347392777" sldId="256"/>
        </pc:sldMkLst>
        <pc:spChg chg="add mod">
          <ac:chgData name="和之 林出" userId="6e20580fea39221b" providerId="LiveId" clId="{DF60B98D-BEE5-40E1-A35B-258C1B02AB27}" dt="2026-09-06T02:32:43.249" v="3781" actId="208"/>
          <ac:spMkLst>
            <pc:docMk/>
            <pc:sldMk cId="2347392777" sldId="256"/>
            <ac:spMk id="4" creationId="{78104537-8603-C510-0737-F3DF7397883A}"/>
          </ac:spMkLst>
        </pc:spChg>
        <pc:spChg chg="del">
          <ac:chgData name="和之 林出" userId="6e20580fea39221b" providerId="LiveId" clId="{DF60B98D-BEE5-40E1-A35B-258C1B02AB27}" dt="2026-09-06T02:31:21.788" v="3771" actId="478"/>
          <ac:spMkLst>
            <pc:docMk/>
            <pc:sldMk cId="2347392777" sldId="256"/>
            <ac:spMk id="5" creationId="{042EDB22-F703-2598-1988-E73DEDFA7A70}"/>
          </ac:spMkLst>
        </pc:spChg>
        <pc:spChg chg="add mod">
          <ac:chgData name="和之 林出" userId="6e20580fea39221b" providerId="LiveId" clId="{DF60B98D-BEE5-40E1-A35B-258C1B02AB27}" dt="2026-09-06T02:33:20.999" v="3785" actId="208"/>
          <ac:spMkLst>
            <pc:docMk/>
            <pc:sldMk cId="2347392777" sldId="256"/>
            <ac:spMk id="6" creationId="{A65C2AEC-3418-4EF3-5AF6-35389A52D268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7" creationId="{411ED3AA-6F68-AD04-F4AA-52EECA85F1B2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9" creationId="{F01968C5-987C-1B17-BC07-1CB2DDCFD1F5}"/>
          </ac:spMkLst>
        </pc:spChg>
        <pc:spChg chg="mod or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10" creationId="{3C4FD51D-F51B-A010-C491-CABD591CD966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11" creationId="{5CD79663-25D6-23D4-19B3-5F46AC4EDB81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12" creationId="{FBE1C5CB-DCF5-E910-E739-60FFCE71A7CF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13" creationId="{AB965269-A9F1-50C4-89AC-4A944F5ADAD1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14" creationId="{F3A880C0-D145-BAAC-3BD8-16820B9CA7E4}"/>
          </ac:spMkLst>
        </pc:spChg>
        <pc:spChg chg="mod">
          <ac:chgData name="和之 林出" userId="6e20580fea39221b" providerId="LiveId" clId="{DF60B98D-BEE5-40E1-A35B-258C1B02AB27}" dt="2026-09-06T02:34:42.104" v="3800" actId="403"/>
          <ac:spMkLst>
            <pc:docMk/>
            <pc:sldMk cId="2347392777" sldId="256"/>
            <ac:spMk id="15" creationId="{CF28F5B9-0C08-AEF7-53BF-00A2DE73E638}"/>
          </ac:spMkLst>
        </pc:spChg>
        <pc:spChg chg="add mod">
          <ac:chgData name="和之 林出" userId="6e20580fea39221b" providerId="LiveId" clId="{DF60B98D-BEE5-40E1-A35B-258C1B02AB27}" dt="2026-09-06T02:34:08.928" v="3790" actId="208"/>
          <ac:spMkLst>
            <pc:docMk/>
            <pc:sldMk cId="2347392777" sldId="256"/>
            <ac:spMk id="16" creationId="{69B38329-9047-BDE9-21FF-F3AD3F62E4AF}"/>
          </ac:spMkLst>
        </pc:spChg>
        <pc:spChg chg="add mod">
          <ac:chgData name="和之 林出" userId="6e20580fea39221b" providerId="LiveId" clId="{DF60B98D-BEE5-40E1-A35B-258C1B02AB27}" dt="2026-09-06T02:33:53.328" v="3788" actId="208"/>
          <ac:spMkLst>
            <pc:docMk/>
            <pc:sldMk cId="2347392777" sldId="256"/>
            <ac:spMk id="17" creationId="{738F11D7-6D32-2018-F4AD-BC7E7283DC99}"/>
          </ac:spMkLst>
        </pc:spChg>
        <pc:spChg chg="add mod">
          <ac:chgData name="和之 林出" userId="6e20580fea39221b" providerId="LiveId" clId="{DF60B98D-BEE5-40E1-A35B-258C1B02AB27}" dt="2026-09-06T02:33:01.065" v="3784" actId="208"/>
          <ac:spMkLst>
            <pc:docMk/>
            <pc:sldMk cId="2347392777" sldId="256"/>
            <ac:spMk id="18" creationId="{BC53C210-51FC-8A1B-89F4-D9E5463E41C6}"/>
          </ac:spMkLst>
        </pc:spChg>
        <pc:spChg chg="add mod">
          <ac:chgData name="和之 林出" userId="6e20580fea39221b" providerId="LiveId" clId="{DF60B98D-BEE5-40E1-A35B-258C1B02AB27}" dt="2026-09-06T02:32:12.208" v="3778" actId="208"/>
          <ac:spMkLst>
            <pc:docMk/>
            <pc:sldMk cId="2347392777" sldId="256"/>
            <ac:spMk id="19" creationId="{DCE0B9D2-57C2-6757-A591-539698145144}"/>
          </ac:spMkLst>
        </pc:spChg>
        <pc:spChg chg="add mod">
          <ac:chgData name="和之 林出" userId="6e20580fea39221b" providerId="LiveId" clId="{DF60B98D-BEE5-40E1-A35B-258C1B02AB27}" dt="2026-09-06T02:33:58.018" v="3789" actId="208"/>
          <ac:spMkLst>
            <pc:docMk/>
            <pc:sldMk cId="2347392777" sldId="256"/>
            <ac:spMk id="20" creationId="{39FEFBDB-F6E3-12A6-6B9F-9DDD02D2FD2B}"/>
          </ac:spMkLst>
        </pc:spChg>
        <pc:spChg chg="add mod">
          <ac:chgData name="和之 林出" userId="6e20580fea39221b" providerId="LiveId" clId="{DF60B98D-BEE5-40E1-A35B-258C1B02AB27}" dt="2026-09-06T02:32:25.735" v="3779" actId="208"/>
          <ac:spMkLst>
            <pc:docMk/>
            <pc:sldMk cId="2347392777" sldId="256"/>
            <ac:spMk id="21" creationId="{BC8AE096-AAEC-BF30-E263-528D14C36BA4}"/>
          </ac:spMkLst>
        </pc:spChg>
        <pc:picChg chg="add del mod modCrop">
          <ac:chgData name="和之 林出" userId="6e20580fea39221b" providerId="LiveId" clId="{DF60B98D-BEE5-40E1-A35B-258C1B02AB27}" dt="2026-09-06T02:31:07.211" v="3725" actId="478"/>
          <ac:picMkLst>
            <pc:docMk/>
            <pc:sldMk cId="2347392777" sldId="256"/>
            <ac:picMk id="3" creationId="{B058B6B5-87D8-1B54-930A-2622D164994C}"/>
          </ac:picMkLst>
        </pc:picChg>
        <pc:picChg chg="del">
          <ac:chgData name="和之 林出" userId="6e20580fea39221b" providerId="LiveId" clId="{DF60B98D-BEE5-40E1-A35B-258C1B02AB27}" dt="2026-09-06T02:31:04.149" v="3723" actId="478"/>
          <ac:picMkLst>
            <pc:docMk/>
            <pc:sldMk cId="2347392777" sldId="256"/>
            <ac:picMk id="8" creationId="{8B078012-2E00-ECBC-CC05-E31AACD94FEA}"/>
          </ac:picMkLst>
        </pc:picChg>
        <pc:picChg chg="add mod ord">
          <ac:chgData name="和之 林出" userId="6e20580fea39221b" providerId="LiveId" clId="{DF60B98D-BEE5-40E1-A35B-258C1B02AB27}" dt="2026-09-06T02:31:39.238" v="3775" actId="14100"/>
          <ac:picMkLst>
            <pc:docMk/>
            <pc:sldMk cId="2347392777" sldId="256"/>
            <ac:picMk id="23" creationId="{039BDDBD-8A4D-860F-88BF-6959C08CAD99}"/>
          </ac:picMkLst>
        </pc:picChg>
        <pc:picChg chg="add mod">
          <ac:chgData name="和之 林出" userId="6e20580fea39221b" providerId="LiveId" clId="{DF60B98D-BEE5-40E1-A35B-258C1B02AB27}" dt="2026-09-06T02:35:09.405" v="3801" actId="1076"/>
          <ac:picMkLst>
            <pc:docMk/>
            <pc:sldMk cId="2347392777" sldId="256"/>
            <ac:picMk id="25" creationId="{98A666C7-E976-1B72-329F-9BDAE562E235}"/>
          </ac:picMkLst>
        </pc:picChg>
      </pc:sldChg>
      <pc:sldChg chg="addSp delSp modSp add mod">
        <pc:chgData name="和之 林出" userId="6e20580fea39221b" providerId="LiveId" clId="{DF60B98D-BEE5-40E1-A35B-258C1B02AB27}" dt="2026-08-25T12:20:46.937" v="2997"/>
        <pc:sldMkLst>
          <pc:docMk/>
          <pc:sldMk cId="2723163575" sldId="307"/>
        </pc:sldMkLst>
        <pc:spChg chg="add mod">
          <ac:chgData name="和之 林出" userId="6e20580fea39221b" providerId="LiveId" clId="{DF60B98D-BEE5-40E1-A35B-258C1B02AB27}" dt="2026-08-07T02:00:46.623" v="1120" actId="1076"/>
          <ac:spMkLst>
            <pc:docMk/>
            <pc:sldMk cId="2723163575" sldId="307"/>
            <ac:spMk id="8" creationId="{1FDA9B41-9BB6-BFA4-F51D-DBA43E771305}"/>
          </ac:spMkLst>
        </pc:spChg>
        <pc:spChg chg="add mod ord">
          <ac:chgData name="和之 林出" userId="6e20580fea39221b" providerId="LiveId" clId="{DF60B98D-BEE5-40E1-A35B-258C1B02AB27}" dt="2026-08-07T02:00:43.019" v="1119" actId="170"/>
          <ac:spMkLst>
            <pc:docMk/>
            <pc:sldMk cId="2723163575" sldId="307"/>
            <ac:spMk id="39" creationId="{0D9DCE2F-8117-4056-3F3B-F5816E5D6859}"/>
          </ac:spMkLst>
        </pc:spChg>
        <pc:spChg chg="mod">
          <ac:chgData name="和之 林出" userId="6e20580fea39221b" providerId="LiveId" clId="{DF60B98D-BEE5-40E1-A35B-258C1B02AB27}" dt="2026-08-25T12:20:46.937" v="2997"/>
          <ac:spMkLst>
            <pc:docMk/>
            <pc:sldMk cId="2723163575" sldId="307"/>
            <ac:spMk id="41" creationId="{0E4013AF-B421-EC5A-E321-370AEE37AF03}"/>
          </ac:spMkLst>
        </pc:spChg>
        <pc:spChg chg="add mod">
          <ac:chgData name="和之 林出" userId="6e20580fea39221b" providerId="LiveId" clId="{DF60B98D-BEE5-40E1-A35B-258C1B02AB27}" dt="2026-08-08T05:15:49.701" v="1516" actId="1076"/>
          <ac:spMkLst>
            <pc:docMk/>
            <pc:sldMk cId="2723163575" sldId="307"/>
            <ac:spMk id="43" creationId="{97C845F5-F69B-39B3-88C2-CFD401CF57F0}"/>
          </ac:spMkLst>
        </pc:spChg>
        <pc:spChg chg="mod">
          <ac:chgData name="和之 林出" userId="6e20580fea39221b" providerId="LiveId" clId="{DF60B98D-BEE5-40E1-A35B-258C1B02AB27}" dt="2026-08-25T12:20:43.599" v="2996" actId="20577"/>
          <ac:spMkLst>
            <pc:docMk/>
            <pc:sldMk cId="2723163575" sldId="307"/>
            <ac:spMk id="46" creationId="{BFC5F26C-C087-74AD-495F-CD50FB480CCC}"/>
          </ac:spMkLst>
        </pc:spChg>
        <pc:spChg chg="add mod">
          <ac:chgData name="和之 林出" userId="6e20580fea39221b" providerId="LiveId" clId="{DF60B98D-BEE5-40E1-A35B-258C1B02AB27}" dt="2026-08-08T05:15:55.943" v="1517" actId="1076"/>
          <ac:spMkLst>
            <pc:docMk/>
            <pc:sldMk cId="2723163575" sldId="307"/>
            <ac:spMk id="47" creationId="{5F8FCF09-2472-FA73-7D53-3A819F224EFB}"/>
          </ac:spMkLst>
        </pc:spChg>
        <pc:picChg chg="add mod modCrop">
          <ac:chgData name="和之 林出" userId="6e20580fea39221b" providerId="LiveId" clId="{DF60B98D-BEE5-40E1-A35B-258C1B02AB27}" dt="2026-08-08T05:15:44.542" v="1515" actId="1076"/>
          <ac:picMkLst>
            <pc:docMk/>
            <pc:sldMk cId="2723163575" sldId="307"/>
            <ac:picMk id="9" creationId="{4E93B041-F573-AED7-2D53-57F3506CA781}"/>
          </ac:picMkLst>
        </pc:picChg>
      </pc:sldChg>
      <pc:sldChg chg="addSp modSp new mod ord">
        <pc:chgData name="和之 林出" userId="6e20580fea39221b" providerId="LiveId" clId="{DF60B98D-BEE5-40E1-A35B-258C1B02AB27}" dt="2026-08-07T02:01:06.692" v="1122"/>
        <pc:sldMkLst>
          <pc:docMk/>
          <pc:sldMk cId="2021126992" sldId="308"/>
        </pc:sldMkLst>
      </pc:sldChg>
      <pc:sldChg chg="addSp delSp modSp add mod">
        <pc:chgData name="和之 林出" userId="6e20580fea39221b" providerId="LiveId" clId="{DF60B98D-BEE5-40E1-A35B-258C1B02AB27}" dt="2026-08-08T07:17:43.251" v="1725" actId="20577"/>
        <pc:sldMkLst>
          <pc:docMk/>
          <pc:sldMk cId="1854628492" sldId="311"/>
        </pc:sldMkLst>
        <pc:spChg chg="mod">
          <ac:chgData name="和之 林出" userId="6e20580fea39221b" providerId="LiveId" clId="{DF60B98D-BEE5-40E1-A35B-258C1B02AB27}" dt="2026-08-08T07:17:43.251" v="1725" actId="20577"/>
          <ac:spMkLst>
            <pc:docMk/>
            <pc:sldMk cId="1854628492" sldId="311"/>
            <ac:spMk id="2" creationId="{C41B0BE6-D513-BA34-4484-C1E37976619B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02" creationId="{2AA7D3D1-D660-C399-B564-FA6BB0ECB680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03" creationId="{0670125B-0719-B777-9D65-C086798AEE67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04" creationId="{BD778F92-B0E9-68B0-164E-87AC22C663C8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05" creationId="{9CB66673-25A6-B441-7F26-8FD78E31CAA7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06" creationId="{26D3E198-BA79-B6FF-D5F3-35718DACC363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30" creationId="{53FD6FDB-E6FC-46B0-858C-FE720CB84FCF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32" creationId="{807C0250-FE30-B583-5510-25EF46CE0C84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37" creationId="{850FBB84-3169-E35D-3752-D72421B79DDF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44" creationId="{B6CF2866-854B-ACDB-3844-186728E07D68}"/>
          </ac:spMkLst>
        </pc:spChg>
        <pc:spChg chg="mod">
          <ac:chgData name="和之 林出" userId="6e20580fea39221b" providerId="LiveId" clId="{DF60B98D-BEE5-40E1-A35B-258C1B02AB27}" dt="2026-08-07T02:02:03.836" v="1123" actId="1076"/>
          <ac:spMkLst>
            <pc:docMk/>
            <pc:sldMk cId="1854628492" sldId="311"/>
            <ac:spMk id="156" creationId="{D4F93115-B1DB-CA22-51C4-07DD2A8771EB}"/>
          </ac:spMkLst>
        </pc:spChg>
      </pc:sldChg>
      <pc:sldChg chg="delSp modSp add mod ord">
        <pc:chgData name="和之 林出" userId="6e20580fea39221b" providerId="LiveId" clId="{DF60B98D-BEE5-40E1-A35B-258C1B02AB27}" dt="2026-08-08T07:17:30.294" v="1711" actId="404"/>
        <pc:sldMkLst>
          <pc:docMk/>
          <pc:sldMk cId="4038630546" sldId="312"/>
        </pc:sldMkLst>
        <pc:spChg chg="mod">
          <ac:chgData name="和之 林出" userId="6e20580fea39221b" providerId="LiveId" clId="{DF60B98D-BEE5-40E1-A35B-258C1B02AB27}" dt="2026-08-08T07:17:30.294" v="1711" actId="404"/>
          <ac:spMkLst>
            <pc:docMk/>
            <pc:sldMk cId="4038630546" sldId="312"/>
            <ac:spMk id="2" creationId="{0CB84346-5760-E3E1-CE7A-4AE8A3D0B8A0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02" creationId="{860C1BAF-2D87-A834-AB84-D1B6F421E67E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03" creationId="{94E40A3C-DE1F-2213-39E2-3B0397BE41D2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04" creationId="{A418DE66-7443-E4F7-27D9-DA85A839CEA8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05" creationId="{D8C316A7-FF6B-3E82-9785-090A5C1EE699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06" creationId="{E12F6A84-AB91-482D-3004-EB19AF71C069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30" creationId="{B7E6DD04-2281-7119-707C-E6050FE3166E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32" creationId="{60C0B918-B727-33D4-A7AE-123011D2710F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37" creationId="{46287D5B-B5C7-BD73-6672-6C1755630A7B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44" creationId="{8A498370-91BD-E11B-785A-B63DBB22EEAB}"/>
          </ac:spMkLst>
        </pc:spChg>
        <pc:spChg chg="mod">
          <ac:chgData name="和之 林出" userId="6e20580fea39221b" providerId="LiveId" clId="{DF60B98D-BEE5-40E1-A35B-258C1B02AB27}" dt="2026-08-08T07:11:48.125" v="1518" actId="1076"/>
          <ac:spMkLst>
            <pc:docMk/>
            <pc:sldMk cId="4038630546" sldId="312"/>
            <ac:spMk id="156" creationId="{F373D4BC-2FFF-47B2-EAE1-FEE2CABD4B07}"/>
          </ac:spMkLst>
        </pc:spChg>
      </pc:sldChg>
      <pc:sldChg chg="addSp delSp modSp add mod">
        <pc:chgData name="和之 林出" userId="6e20580fea39221b" providerId="LiveId" clId="{DF60B98D-BEE5-40E1-A35B-258C1B02AB27}" dt="2026-08-08T07:18:05.547" v="1751" actId="20577"/>
        <pc:sldMkLst>
          <pc:docMk/>
          <pc:sldMk cId="1601144861" sldId="313"/>
        </pc:sldMkLst>
        <pc:spChg chg="mod">
          <ac:chgData name="和之 林出" userId="6e20580fea39221b" providerId="LiveId" clId="{DF60B98D-BEE5-40E1-A35B-258C1B02AB27}" dt="2026-08-08T07:18:05.547" v="1751" actId="20577"/>
          <ac:spMkLst>
            <pc:docMk/>
            <pc:sldMk cId="1601144861" sldId="313"/>
            <ac:spMk id="2" creationId="{30449294-567E-2FE4-2452-FDC8D58900FA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7" creationId="{B08D72FE-32B3-B249-BFCF-4B5404775A3F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32" creationId="{30C082D5-33F2-E34D-CDC1-5B8E5826CC46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34" creationId="{7A4C56F9-744C-3B65-57ED-B4951965A925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53" creationId="{CC8BE345-DDD7-48D5-76A8-7898324C3A47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56" creationId="{EFADB416-7739-17BC-95DD-66C06973A498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58" creationId="{06495CD6-AE1C-99C2-6F6D-6404D1147320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60" creationId="{278B9FD3-78E6-FE4A-ACAC-8746087F64F5}"/>
          </ac:spMkLst>
        </pc:spChg>
        <pc:spChg chg="add 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62" creationId="{01A8FB80-E9E7-9C0E-7EDC-3CDBD890BCE2}"/>
          </ac:spMkLst>
        </pc:spChg>
        <pc:spChg chg="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144" creationId="{143DF8DB-9543-ED43-7B3E-A188F0C2C09D}"/>
          </ac:spMkLst>
        </pc:spChg>
        <pc:spChg chg="mod">
          <ac:chgData name="和之 林出" userId="6e20580fea39221b" providerId="LiveId" clId="{DF60B98D-BEE5-40E1-A35B-258C1B02AB27}" dt="2026-08-07T02:02:11.757" v="1124" actId="1076"/>
          <ac:spMkLst>
            <pc:docMk/>
            <pc:sldMk cId="1601144861" sldId="313"/>
            <ac:spMk id="156" creationId="{6D4768EF-D22B-3144-150B-DC3017DEAFEB}"/>
          </ac:spMkLst>
        </pc:spChg>
      </pc:sldChg>
      <pc:sldChg chg="delSp modSp add mod">
        <pc:chgData name="和之 林出" userId="6e20580fea39221b" providerId="LiveId" clId="{DF60B98D-BEE5-40E1-A35B-258C1B02AB27}" dt="2026-08-08T07:18:39.957" v="1768" actId="20577"/>
        <pc:sldMkLst>
          <pc:docMk/>
          <pc:sldMk cId="4054880939" sldId="314"/>
        </pc:sldMkLst>
        <pc:spChg chg="mod">
          <ac:chgData name="和之 林出" userId="6e20580fea39221b" providerId="LiveId" clId="{DF60B98D-BEE5-40E1-A35B-258C1B02AB27}" dt="2026-08-08T07:18:39.957" v="1768" actId="20577"/>
          <ac:spMkLst>
            <pc:docMk/>
            <pc:sldMk cId="4054880939" sldId="314"/>
            <ac:spMk id="2" creationId="{2F81E319-284D-E2F8-3333-AB7B7FC0EDAE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7" creationId="{1B1A125D-1854-1561-215F-E3A7A16BEEE1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32" creationId="{6E54A810-1F2D-A3B6-FAA8-80CAA85B9638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34" creationId="{B434C1CD-644E-BA3C-3252-1D8F597267B2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53" creationId="{5B41604D-69CB-3332-91FE-AFF93C8BE3F4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56" creationId="{335FE5F2-67E9-42E6-DDDB-44E2FE27881D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58" creationId="{A14C4233-8E88-72B5-A003-5CEBF8121B79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60" creationId="{44F1C116-BD46-E04A-5506-4A739817D8D8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62" creationId="{22A872FD-635B-6AE8-CF59-92A6D7463BB3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144" creationId="{FC04B023-270E-7D04-35D0-751735C44ED8}"/>
          </ac:spMkLst>
        </pc:spChg>
        <pc:spChg chg="mod">
          <ac:chgData name="和之 林出" userId="6e20580fea39221b" providerId="LiveId" clId="{DF60B98D-BEE5-40E1-A35B-258C1B02AB27}" dt="2026-08-07T02:02:18.851" v="1125" actId="1076"/>
          <ac:spMkLst>
            <pc:docMk/>
            <pc:sldMk cId="4054880939" sldId="314"/>
            <ac:spMk id="156" creationId="{A27FE179-8F91-5F75-542C-475BFE843DF6}"/>
          </ac:spMkLst>
        </pc:spChg>
      </pc:sldChg>
      <pc:sldChg chg="addSp delSp modSp new mod">
        <pc:chgData name="和之 林出" userId="6e20580fea39221b" providerId="LiveId" clId="{DF60B98D-BEE5-40E1-A35B-258C1B02AB27}" dt="2026-08-17T13:33:47.924" v="2981" actId="1076"/>
        <pc:sldMkLst>
          <pc:docMk/>
          <pc:sldMk cId="3842720785" sldId="315"/>
        </pc:sldMkLst>
        <pc:spChg chg="mod">
          <ac:chgData name="和之 林出" userId="6e20580fea39221b" providerId="LiveId" clId="{DF60B98D-BEE5-40E1-A35B-258C1B02AB27}" dt="2026-08-07T02:02:56.504" v="1179" actId="20577"/>
          <ac:spMkLst>
            <pc:docMk/>
            <pc:sldMk cId="3842720785" sldId="315"/>
            <ac:spMk id="2" creationId="{2F1109C3-0B17-CFE8-FD41-1EA1FC33A454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7" creationId="{3B36FB18-D2A6-B45D-AC33-7E238DE5C8CC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22" creationId="{08A31E99-2D68-EB3D-75F1-B25C7B2FF6E2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23" creationId="{AC2D9F50-48F3-A3B8-8B1B-1D740E9CE88B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28" creationId="{018E0416-4F71-66DE-7E49-309840262134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34" creationId="{26F06554-531B-8DE7-E3A0-AFE406AB2EF5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84" creationId="{50BE1BF6-97E0-C8A8-CE30-036EB6C5B03B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94" creationId="{51DEC4B3-B9D8-1583-EE32-44C37F9FA97E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95" creationId="{DFEDD54C-E183-961C-36D5-C5685D4141AB}"/>
          </ac:spMkLst>
        </pc:spChg>
        <pc:spChg chg="mod">
          <ac:chgData name="和之 林出" userId="6e20580fea39221b" providerId="LiveId" clId="{DF60B98D-BEE5-40E1-A35B-258C1B02AB27}" dt="2026-08-17T13:33:40.941" v="2980" actId="14100"/>
          <ac:spMkLst>
            <pc:docMk/>
            <pc:sldMk cId="3842720785" sldId="315"/>
            <ac:spMk id="101" creationId="{AE06596A-C6F8-165F-5A71-4063590879FD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107" creationId="{F0F3A323-F277-0D4C-FAA8-2884858EBC80}"/>
          </ac:spMkLst>
        </pc:spChg>
        <pc:spChg chg="mod">
          <ac:chgData name="和之 林出" userId="6e20580fea39221b" providerId="LiveId" clId="{DF60B98D-BEE5-40E1-A35B-258C1B02AB27}" dt="2026-08-17T13:33:47.924" v="2981" actId="1076"/>
          <ac:spMkLst>
            <pc:docMk/>
            <pc:sldMk cId="3842720785" sldId="315"/>
            <ac:spMk id="109" creationId="{0AD4CADE-E8AE-0965-114B-286F6E2D1910}"/>
          </ac:spMkLst>
        </pc:spChg>
      </pc:sldChg>
      <pc:sldChg chg="addSp modSp new mod">
        <pc:chgData name="和之 林出" userId="6e20580fea39221b" providerId="LiveId" clId="{DF60B98D-BEE5-40E1-A35B-258C1B02AB27}" dt="2026-08-08T08:28:41.251" v="2658" actId="20577"/>
        <pc:sldMkLst>
          <pc:docMk/>
          <pc:sldMk cId="1148253978" sldId="316"/>
        </pc:sldMkLst>
        <pc:spChg chg="mod">
          <ac:chgData name="和之 林出" userId="6e20580fea39221b" providerId="LiveId" clId="{DF60B98D-BEE5-40E1-A35B-258C1B02AB27}" dt="2026-08-08T08:28:41.251" v="2658" actId="20577"/>
          <ac:spMkLst>
            <pc:docMk/>
            <pc:sldMk cId="1148253978" sldId="316"/>
            <ac:spMk id="2" creationId="{63C49D71-3623-5A47-B91F-C00A652A4423}"/>
          </ac:spMkLst>
        </pc:spChg>
      </pc:sldChg>
      <pc:sldChg chg="modSp new mod">
        <pc:chgData name="和之 林出" userId="6e20580fea39221b" providerId="LiveId" clId="{DF60B98D-BEE5-40E1-A35B-258C1B02AB27}" dt="2026-08-08T08:28:36.130" v="2648" actId="20577"/>
        <pc:sldMkLst>
          <pc:docMk/>
          <pc:sldMk cId="2615219392" sldId="317"/>
        </pc:sldMkLst>
        <pc:spChg chg="mod">
          <ac:chgData name="和之 林出" userId="6e20580fea39221b" providerId="LiveId" clId="{DF60B98D-BEE5-40E1-A35B-258C1B02AB27}" dt="2026-08-08T08:28:36.130" v="2648" actId="20577"/>
          <ac:spMkLst>
            <pc:docMk/>
            <pc:sldMk cId="2615219392" sldId="317"/>
            <ac:spMk id="2" creationId="{CB0857BB-9D9D-7366-8A88-11E6717CDF39}"/>
          </ac:spMkLst>
        </pc:spChg>
      </pc:sldChg>
      <pc:sldChg chg="addSp delSp modSp new mod">
        <pc:chgData name="和之 林出" userId="6e20580fea39221b" providerId="LiveId" clId="{DF60B98D-BEE5-40E1-A35B-258C1B02AB27}" dt="2026-09-05T13:45:41.635" v="3661" actId="18131"/>
        <pc:sldMkLst>
          <pc:docMk/>
          <pc:sldMk cId="508525529" sldId="318"/>
        </pc:sldMkLst>
        <pc:spChg chg="mod">
          <ac:chgData name="和之 林出" userId="6e20580fea39221b" providerId="LiveId" clId="{DF60B98D-BEE5-40E1-A35B-258C1B02AB27}" dt="2026-08-08T07:20:17.192" v="1900" actId="403"/>
          <ac:spMkLst>
            <pc:docMk/>
            <pc:sldMk cId="508525529" sldId="318"/>
            <ac:spMk id="2" creationId="{C0270741-FE1E-FA2B-E72D-CCBC4AA7981D}"/>
          </ac:spMkLst>
        </pc:spChg>
        <pc:picChg chg="add mod modCrop">
          <ac:chgData name="和之 林出" userId="6e20580fea39221b" providerId="LiveId" clId="{DF60B98D-BEE5-40E1-A35B-258C1B02AB27}" dt="2026-09-05T13:44:49.845" v="3650" actId="732"/>
          <ac:picMkLst>
            <pc:docMk/>
            <pc:sldMk cId="508525529" sldId="318"/>
            <ac:picMk id="4" creationId="{F7AF833C-113B-5EDF-7C87-82581E930ACC}"/>
          </ac:picMkLst>
        </pc:picChg>
        <pc:picChg chg="add mod modCrop">
          <ac:chgData name="和之 林出" userId="6e20580fea39221b" providerId="LiveId" clId="{DF60B98D-BEE5-40E1-A35B-258C1B02AB27}" dt="2026-09-05T13:45:11.874" v="3655" actId="18131"/>
          <ac:picMkLst>
            <pc:docMk/>
            <pc:sldMk cId="508525529" sldId="318"/>
            <ac:picMk id="5" creationId="{AE2D219E-0DCA-77E8-1C71-8F68EEAF9423}"/>
          </ac:picMkLst>
        </pc:picChg>
        <pc:picChg chg="add mod modCrop">
          <ac:chgData name="和之 林出" userId="6e20580fea39221b" providerId="LiveId" clId="{DF60B98D-BEE5-40E1-A35B-258C1B02AB27}" dt="2026-09-05T13:45:26.326" v="3660" actId="18131"/>
          <ac:picMkLst>
            <pc:docMk/>
            <pc:sldMk cId="508525529" sldId="318"/>
            <ac:picMk id="6" creationId="{A4CA9368-1F07-A42A-5C83-25BDB903A47B}"/>
          </ac:picMkLst>
        </pc:picChg>
        <pc:picChg chg="add mod modCrop">
          <ac:chgData name="和之 林出" userId="6e20580fea39221b" providerId="LiveId" clId="{DF60B98D-BEE5-40E1-A35B-258C1B02AB27}" dt="2026-09-05T13:45:41.635" v="3661" actId="18131"/>
          <ac:picMkLst>
            <pc:docMk/>
            <pc:sldMk cId="508525529" sldId="318"/>
            <ac:picMk id="7" creationId="{F65F75F1-6255-0BC7-5E05-42F1EE6D6918}"/>
          </ac:picMkLst>
        </pc:picChg>
        <pc:picChg chg="add mod">
          <ac:chgData name="和之 林出" userId="6e20580fea39221b" providerId="LiveId" clId="{DF60B98D-BEE5-40E1-A35B-258C1B02AB27}" dt="2026-08-07T02:51:36.091" v="1197" actId="1076"/>
          <ac:picMkLst>
            <pc:docMk/>
            <pc:sldMk cId="508525529" sldId="318"/>
            <ac:picMk id="13" creationId="{C4BDAB3C-83F7-AD70-E3F7-AFC02D480180}"/>
          </ac:picMkLst>
        </pc:picChg>
      </pc:sldChg>
      <pc:sldChg chg="addSp delSp modSp new mod">
        <pc:chgData name="和之 林出" userId="6e20580fea39221b" providerId="LiveId" clId="{DF60B98D-BEE5-40E1-A35B-258C1B02AB27}" dt="2026-09-06T01:23:52.636" v="3677" actId="12788"/>
        <pc:sldMkLst>
          <pc:docMk/>
          <pc:sldMk cId="2193659398" sldId="319"/>
        </pc:sldMkLst>
        <pc:spChg chg="mod">
          <ac:chgData name="和之 林出" userId="6e20580fea39221b" providerId="LiveId" clId="{DF60B98D-BEE5-40E1-A35B-258C1B02AB27}" dt="2026-08-08T07:22:10.853" v="1935" actId="20577"/>
          <ac:spMkLst>
            <pc:docMk/>
            <pc:sldMk cId="2193659398" sldId="319"/>
            <ac:spMk id="2" creationId="{9B71FA88-7444-A93C-48D4-059C87788543}"/>
          </ac:spMkLst>
        </pc:spChg>
        <pc:spChg chg="add mod">
          <ac:chgData name="和之 林出" userId="6e20580fea39221b" providerId="LiveId" clId="{DF60B98D-BEE5-40E1-A35B-258C1B02AB27}" dt="2026-08-08T07:22:26.708" v="1968" actId="1076"/>
          <ac:spMkLst>
            <pc:docMk/>
            <pc:sldMk cId="2193659398" sldId="319"/>
            <ac:spMk id="4" creationId="{01CE97CD-4F32-9321-60C4-9ADEFFF2716C}"/>
          </ac:spMkLst>
        </pc:spChg>
        <pc:spChg chg="add mod">
          <ac:chgData name="和之 林出" userId="6e20580fea39221b" providerId="LiveId" clId="{DF60B98D-BEE5-40E1-A35B-258C1B02AB27}" dt="2026-08-08T07:31:48.052" v="2226" actId="20577"/>
          <ac:spMkLst>
            <pc:docMk/>
            <pc:sldMk cId="2193659398" sldId="319"/>
            <ac:spMk id="5" creationId="{A76F34E5-BEB2-EFAD-1D87-12186C6B1CC7}"/>
          </ac:spMkLst>
        </pc:spChg>
        <pc:spChg chg="add mod">
          <ac:chgData name="和之 林出" userId="6e20580fea39221b" providerId="LiveId" clId="{DF60B98D-BEE5-40E1-A35B-258C1B02AB27}" dt="2026-08-07T02:52:47.122" v="1206"/>
          <ac:spMkLst>
            <pc:docMk/>
            <pc:sldMk cId="2193659398" sldId="319"/>
            <ac:spMk id="7" creationId="{FD065839-B128-6F8C-1EA3-01360483415C}"/>
          </ac:spMkLst>
        </pc:spChg>
        <pc:spChg chg="add mod">
          <ac:chgData name="和之 林出" userId="6e20580fea39221b" providerId="LiveId" clId="{DF60B98D-BEE5-40E1-A35B-258C1B02AB27}" dt="2026-08-07T03:09:58.237" v="1228"/>
          <ac:spMkLst>
            <pc:docMk/>
            <pc:sldMk cId="2193659398" sldId="319"/>
            <ac:spMk id="15" creationId="{7E78D120-E97A-B5F3-E3C6-EA850F7667C4}"/>
          </ac:spMkLst>
        </pc:spChg>
        <pc:spChg chg="add mod">
          <ac:chgData name="和之 林出" userId="6e20580fea39221b" providerId="LiveId" clId="{DF60B98D-BEE5-40E1-A35B-258C1B02AB27}" dt="2026-08-08T07:24:58.918" v="2071" actId="1038"/>
          <ac:spMkLst>
            <pc:docMk/>
            <pc:sldMk cId="2193659398" sldId="319"/>
            <ac:spMk id="16" creationId="{82CA0674-2C33-5BBD-3BBF-2681A0F7EB6E}"/>
          </ac:spMkLst>
        </pc:spChg>
        <pc:spChg chg="add mod">
          <ac:chgData name="和之 林出" userId="6e20580fea39221b" providerId="LiveId" clId="{DF60B98D-BEE5-40E1-A35B-258C1B02AB27}" dt="2026-08-08T07:24:58.918" v="2071" actId="1038"/>
          <ac:spMkLst>
            <pc:docMk/>
            <pc:sldMk cId="2193659398" sldId="319"/>
            <ac:spMk id="18" creationId="{25D738AA-ABAA-9666-5538-B7DF175B2581}"/>
          </ac:spMkLst>
        </pc:spChg>
        <pc:spChg chg="add mod">
          <ac:chgData name="和之 林出" userId="6e20580fea39221b" providerId="LiveId" clId="{DF60B98D-BEE5-40E1-A35B-258C1B02AB27}" dt="2026-08-08T07:25:48.966" v="2121" actId="20577"/>
          <ac:spMkLst>
            <pc:docMk/>
            <pc:sldMk cId="2193659398" sldId="319"/>
            <ac:spMk id="24" creationId="{EE5BF44E-0773-D833-C601-1BA6428F0E58}"/>
          </ac:spMkLst>
        </pc:spChg>
        <pc:spChg chg="add mod">
          <ac:chgData name="和之 林出" userId="6e20580fea39221b" providerId="LiveId" clId="{DF60B98D-BEE5-40E1-A35B-258C1B02AB27}" dt="2026-08-08T07:26:10.117" v="2169" actId="20577"/>
          <ac:spMkLst>
            <pc:docMk/>
            <pc:sldMk cId="2193659398" sldId="319"/>
            <ac:spMk id="26" creationId="{3FB1E607-7916-EC39-CDEE-3FC498947EED}"/>
          </ac:spMkLst>
        </pc:spChg>
        <pc:spChg chg="add mod">
          <ac:chgData name="和之 林出" userId="6e20580fea39221b" providerId="LiveId" clId="{DF60B98D-BEE5-40E1-A35B-258C1B02AB27}" dt="2026-08-08T07:26:25.953" v="2170" actId="571"/>
          <ac:spMkLst>
            <pc:docMk/>
            <pc:sldMk cId="2193659398" sldId="319"/>
            <ac:spMk id="29" creationId="{440A3C80-B76E-7C73-7126-D7374A121DC4}"/>
          </ac:spMkLst>
        </pc:spChg>
        <pc:spChg chg="add mod">
          <ac:chgData name="和之 林出" userId="6e20580fea39221b" providerId="LiveId" clId="{DF60B98D-BEE5-40E1-A35B-258C1B02AB27}" dt="2026-08-08T07:26:25.953" v="2170" actId="571"/>
          <ac:spMkLst>
            <pc:docMk/>
            <pc:sldMk cId="2193659398" sldId="319"/>
            <ac:spMk id="30" creationId="{BAFF03BC-97A4-4107-DDA0-CD15D8FD5159}"/>
          </ac:spMkLst>
        </pc:spChg>
        <pc:spChg chg="add mod">
          <ac:chgData name="和之 林出" userId="6e20580fea39221b" providerId="LiveId" clId="{DF60B98D-BEE5-40E1-A35B-258C1B02AB27}" dt="2026-08-08T07:26:25.953" v="2170" actId="571"/>
          <ac:spMkLst>
            <pc:docMk/>
            <pc:sldMk cId="2193659398" sldId="319"/>
            <ac:spMk id="31" creationId="{30F25DB4-134F-F059-9534-83226C6FA884}"/>
          </ac:spMkLst>
        </pc:spChg>
        <pc:spChg chg="add mod">
          <ac:chgData name="和之 林出" userId="6e20580fea39221b" providerId="LiveId" clId="{DF60B98D-BEE5-40E1-A35B-258C1B02AB27}" dt="2026-08-08T07:26:25.953" v="2170" actId="571"/>
          <ac:spMkLst>
            <pc:docMk/>
            <pc:sldMk cId="2193659398" sldId="319"/>
            <ac:spMk id="32" creationId="{6AE56499-BE7B-7887-0D99-6F181E04E70E}"/>
          </ac:spMkLst>
        </pc:spChg>
        <pc:picChg chg="add mod modCrop">
          <ac:chgData name="和之 林出" userId="6e20580fea39221b" providerId="LiveId" clId="{DF60B98D-BEE5-40E1-A35B-258C1B02AB27}" dt="2026-09-06T01:23:43.526" v="3674" actId="12788"/>
          <ac:picMkLst>
            <pc:docMk/>
            <pc:sldMk cId="2193659398" sldId="319"/>
            <ac:picMk id="6" creationId="{1087A9F5-F46D-81B3-6063-1DC125DF2D9B}"/>
          </ac:picMkLst>
        </pc:picChg>
        <pc:picChg chg="add mod modCrop">
          <ac:chgData name="和之 林出" userId="6e20580fea39221b" providerId="LiveId" clId="{DF60B98D-BEE5-40E1-A35B-258C1B02AB27}" dt="2026-09-06T01:23:52.636" v="3677" actId="12788"/>
          <ac:picMkLst>
            <pc:docMk/>
            <pc:sldMk cId="2193659398" sldId="319"/>
            <ac:picMk id="9" creationId="{9A17FB8E-029A-7F3E-5808-D97A767BDC9C}"/>
          </ac:picMkLst>
        </pc:picChg>
        <pc:picChg chg="add mod modCrop">
          <ac:chgData name="和之 林出" userId="6e20580fea39221b" providerId="LiveId" clId="{DF60B98D-BEE5-40E1-A35B-258C1B02AB27}" dt="2026-09-06T01:23:52.636" v="3677" actId="12788"/>
          <ac:picMkLst>
            <pc:docMk/>
            <pc:sldMk cId="2193659398" sldId="319"/>
            <ac:picMk id="10" creationId="{2676B4BF-F363-FDBE-4995-9AFD4C5A08D6}"/>
          </ac:picMkLst>
        </pc:picChg>
        <pc:picChg chg="add mod">
          <ac:chgData name="和之 林出" userId="6e20580fea39221b" providerId="LiveId" clId="{DF60B98D-BEE5-40E1-A35B-258C1B02AB27}" dt="2026-09-06T01:23:43.526" v="3674" actId="12788"/>
          <ac:picMkLst>
            <pc:docMk/>
            <pc:sldMk cId="2193659398" sldId="319"/>
            <ac:picMk id="12" creationId="{D96E19AA-A761-384D-8122-4DE4B39DF96C}"/>
          </ac:picMkLst>
        </pc:picChg>
        <pc:picChg chg="add mod">
          <ac:chgData name="和之 林出" userId="6e20580fea39221b" providerId="LiveId" clId="{DF60B98D-BEE5-40E1-A35B-258C1B02AB27}" dt="2026-08-08T07:22:51.705" v="1985" actId="1076"/>
          <ac:picMkLst>
            <pc:docMk/>
            <pc:sldMk cId="2193659398" sldId="319"/>
            <ac:picMk id="13" creationId="{4C2FEDAD-CD6A-8576-2A05-EC7C1888DD04}"/>
          </ac:picMkLst>
        </pc:picChg>
        <pc:picChg chg="add mod">
          <ac:chgData name="和之 林出" userId="6e20580fea39221b" providerId="LiveId" clId="{DF60B98D-BEE5-40E1-A35B-258C1B02AB27}" dt="2026-08-08T07:22:51.705" v="1985" actId="1076"/>
          <ac:picMkLst>
            <pc:docMk/>
            <pc:sldMk cId="2193659398" sldId="319"/>
            <ac:picMk id="17" creationId="{42F12D7F-E9A8-211F-407D-0EC94DDCDD52}"/>
          </ac:picMkLst>
        </pc:picChg>
        <pc:cxnChg chg="add mod">
          <ac:chgData name="和之 林出" userId="6e20580fea39221b" providerId="LiveId" clId="{DF60B98D-BEE5-40E1-A35B-258C1B02AB27}" dt="2026-08-08T07:23:04.442" v="1988" actId="14100"/>
          <ac:cxnSpMkLst>
            <pc:docMk/>
            <pc:sldMk cId="2193659398" sldId="319"/>
            <ac:cxnSpMk id="8" creationId="{4EA32796-6376-9690-80B3-69B96F090F6C}"/>
          </ac:cxnSpMkLst>
        </pc:cxnChg>
        <pc:cxnChg chg="add mod">
          <ac:chgData name="和之 林出" userId="6e20580fea39221b" providerId="LiveId" clId="{DF60B98D-BEE5-40E1-A35B-258C1B02AB27}" dt="2026-08-08T07:23:21.810" v="1992" actId="14100"/>
          <ac:cxnSpMkLst>
            <pc:docMk/>
            <pc:sldMk cId="2193659398" sldId="319"/>
            <ac:cxnSpMk id="11" creationId="{60DF79AD-BCA9-927B-5706-02CD65DF03B6}"/>
          </ac:cxnSpMkLst>
        </pc:cxnChg>
        <pc:cxnChg chg="add mod">
          <ac:chgData name="和之 林出" userId="6e20580fea39221b" providerId="LiveId" clId="{DF60B98D-BEE5-40E1-A35B-258C1B02AB27}" dt="2026-08-08T07:26:25.953" v="2170" actId="571"/>
          <ac:cxnSpMkLst>
            <pc:docMk/>
            <pc:sldMk cId="2193659398" sldId="319"/>
            <ac:cxnSpMk id="27" creationId="{5274C9F2-881A-5606-B042-0CDFC45EEAE2}"/>
          </ac:cxnSpMkLst>
        </pc:cxnChg>
        <pc:cxnChg chg="add mod">
          <ac:chgData name="和之 林出" userId="6e20580fea39221b" providerId="LiveId" clId="{DF60B98D-BEE5-40E1-A35B-258C1B02AB27}" dt="2026-08-08T07:26:25.953" v="2170" actId="571"/>
          <ac:cxnSpMkLst>
            <pc:docMk/>
            <pc:sldMk cId="2193659398" sldId="319"/>
            <ac:cxnSpMk id="28" creationId="{D4DFFC68-C8CC-983D-118E-74E022B63591}"/>
          </ac:cxnSpMkLst>
        </pc:cxnChg>
      </pc:sldChg>
      <pc:sldChg chg="addSp modSp new mod">
        <pc:chgData name="和之 林出" userId="6e20580fea39221b" providerId="LiveId" clId="{DF60B98D-BEE5-40E1-A35B-258C1B02AB27}" dt="2026-08-08T07:20:29.086" v="1921" actId="20577"/>
        <pc:sldMkLst>
          <pc:docMk/>
          <pc:sldMk cId="414485811" sldId="320"/>
        </pc:sldMkLst>
        <pc:spChg chg="mod">
          <ac:chgData name="和之 林出" userId="6e20580fea39221b" providerId="LiveId" clId="{DF60B98D-BEE5-40E1-A35B-258C1B02AB27}" dt="2026-08-08T07:20:29.086" v="1921" actId="20577"/>
          <ac:spMkLst>
            <pc:docMk/>
            <pc:sldMk cId="414485811" sldId="320"/>
            <ac:spMk id="2" creationId="{326A7C56-F6F1-8C49-F47D-95D7B50BE924}"/>
          </ac:spMkLst>
        </pc:spChg>
        <pc:picChg chg="add mod">
          <ac:chgData name="和之 林出" userId="6e20580fea39221b" providerId="LiveId" clId="{DF60B98D-BEE5-40E1-A35B-258C1B02AB27}" dt="2026-08-07T02:55:16.293" v="1221" actId="1076"/>
          <ac:picMkLst>
            <pc:docMk/>
            <pc:sldMk cId="414485811" sldId="320"/>
            <ac:picMk id="5" creationId="{035E8FBA-294A-9DC2-05B2-F1AAD7BAE266}"/>
          </ac:picMkLst>
        </pc:picChg>
      </pc:sldChg>
      <pc:sldChg chg="addSp modSp new mod">
        <pc:chgData name="和之 林出" userId="6e20580fea39221b" providerId="LiveId" clId="{DF60B98D-BEE5-40E1-A35B-258C1B02AB27}" dt="2026-08-08T07:31:55.010" v="2227" actId="22"/>
        <pc:sldMkLst>
          <pc:docMk/>
          <pc:sldMk cId="17862669" sldId="321"/>
        </pc:sldMkLst>
        <pc:spChg chg="mod">
          <ac:chgData name="和之 林出" userId="6e20580fea39221b" providerId="LiveId" clId="{DF60B98D-BEE5-40E1-A35B-258C1B02AB27}" dt="2026-08-08T07:31:34.057" v="2203" actId="20577"/>
          <ac:spMkLst>
            <pc:docMk/>
            <pc:sldMk cId="17862669" sldId="321"/>
            <ac:spMk id="2" creationId="{2FD92B84-0AEC-D4D3-C52F-EC824825A5A8}"/>
          </ac:spMkLst>
        </pc:spChg>
        <pc:spChg chg="add mod">
          <ac:chgData name="和之 林出" userId="6e20580fea39221b" providerId="LiveId" clId="{DF60B98D-BEE5-40E1-A35B-258C1B02AB27}" dt="2026-08-07T03:10:27.814" v="1235" actId="1076"/>
          <ac:spMkLst>
            <pc:docMk/>
            <pc:sldMk cId="17862669" sldId="321"/>
            <ac:spMk id="5" creationId="{19C3FF0D-B4A1-7F3B-04EA-390F4CF5FE3B}"/>
          </ac:spMkLst>
        </pc:spChg>
        <pc:spChg chg="add mod">
          <ac:chgData name="和之 林出" userId="6e20580fea39221b" providerId="LiveId" clId="{DF60B98D-BEE5-40E1-A35B-258C1B02AB27}" dt="2026-08-08T07:27:06.754" v="2182" actId="1037"/>
          <ac:spMkLst>
            <pc:docMk/>
            <pc:sldMk cId="17862669" sldId="321"/>
            <ac:spMk id="8" creationId="{1D1E3ECA-0807-3401-3679-7321B0171871}"/>
          </ac:spMkLst>
        </pc:spChg>
        <pc:spChg chg="add mod">
          <ac:chgData name="和之 林出" userId="6e20580fea39221b" providerId="LiveId" clId="{DF60B98D-BEE5-40E1-A35B-258C1B02AB27}" dt="2026-08-08T07:27:06.754" v="2182" actId="1037"/>
          <ac:spMkLst>
            <pc:docMk/>
            <pc:sldMk cId="17862669" sldId="321"/>
            <ac:spMk id="10" creationId="{9D575E9F-AE57-A19C-20AC-BBDC25F06A7E}"/>
          </ac:spMkLst>
        </pc:spChg>
        <pc:spChg chg="add mod">
          <ac:chgData name="和之 林出" userId="6e20580fea39221b" providerId="LiveId" clId="{DF60B98D-BEE5-40E1-A35B-258C1B02AB27}" dt="2026-08-07T03:11:21.786" v="1248" actId="1076"/>
          <ac:spMkLst>
            <pc:docMk/>
            <pc:sldMk cId="17862669" sldId="321"/>
            <ac:spMk id="11" creationId="{699698F7-599A-9B6C-68EC-34D7A2E56F45}"/>
          </ac:spMkLst>
        </pc:spChg>
        <pc:spChg chg="add mod">
          <ac:chgData name="和之 林出" userId="6e20580fea39221b" providerId="LiveId" clId="{DF60B98D-BEE5-40E1-A35B-258C1B02AB27}" dt="2026-08-08T07:26:42.260" v="2171"/>
          <ac:spMkLst>
            <pc:docMk/>
            <pc:sldMk cId="17862669" sldId="321"/>
            <ac:spMk id="12" creationId="{3C4AB876-196C-495E-E55C-E0714FE39004}"/>
          </ac:spMkLst>
        </pc:spChg>
        <pc:spChg chg="add mod">
          <ac:chgData name="和之 林出" userId="6e20580fea39221b" providerId="LiveId" clId="{DF60B98D-BEE5-40E1-A35B-258C1B02AB27}" dt="2026-08-08T07:26:42.260" v="2171"/>
          <ac:spMkLst>
            <pc:docMk/>
            <pc:sldMk cId="17862669" sldId="321"/>
            <ac:spMk id="13" creationId="{66808FE8-8724-5A16-B44F-65465354BB6C}"/>
          </ac:spMkLst>
        </pc:spChg>
        <pc:spChg chg="add mod">
          <ac:chgData name="和之 林出" userId="6e20580fea39221b" providerId="LiveId" clId="{DF60B98D-BEE5-40E1-A35B-258C1B02AB27}" dt="2026-08-08T07:27:42.183" v="2188" actId="1037"/>
          <ac:spMkLst>
            <pc:docMk/>
            <pc:sldMk cId="17862669" sldId="321"/>
            <ac:spMk id="16" creationId="{7EA4DB4A-A151-A89E-7675-5F2E14371407}"/>
          </ac:spMkLst>
        </pc:spChg>
        <pc:spChg chg="add mod">
          <ac:chgData name="和之 林出" userId="6e20580fea39221b" providerId="LiveId" clId="{DF60B98D-BEE5-40E1-A35B-258C1B02AB27}" dt="2026-08-08T07:27:42.183" v="2188" actId="1037"/>
          <ac:spMkLst>
            <pc:docMk/>
            <pc:sldMk cId="17862669" sldId="321"/>
            <ac:spMk id="17" creationId="{C6EDCD3D-A23D-2C8D-7143-5C46BBBD059E}"/>
          </ac:spMkLst>
        </pc:spChg>
        <pc:spChg chg="add mod">
          <ac:chgData name="和之 林出" userId="6e20580fea39221b" providerId="LiveId" clId="{DF60B98D-BEE5-40E1-A35B-258C1B02AB27}" dt="2026-08-08T07:26:42.260" v="2171"/>
          <ac:spMkLst>
            <pc:docMk/>
            <pc:sldMk cId="17862669" sldId="321"/>
            <ac:spMk id="18" creationId="{74ED87E7-CA35-E168-465F-70313B629CDD}"/>
          </ac:spMkLst>
        </pc:spChg>
        <pc:spChg chg="add mod">
          <ac:chgData name="和之 林出" userId="6e20580fea39221b" providerId="LiveId" clId="{DF60B98D-BEE5-40E1-A35B-258C1B02AB27}" dt="2026-08-08T07:26:42.260" v="2171"/>
          <ac:spMkLst>
            <pc:docMk/>
            <pc:sldMk cId="17862669" sldId="321"/>
            <ac:spMk id="19" creationId="{7CBDE4E5-5B0E-10D7-5024-D210B0C7894D}"/>
          </ac:spMkLst>
        </pc:spChg>
        <pc:spChg chg="add">
          <ac:chgData name="和之 林出" userId="6e20580fea39221b" providerId="LiveId" clId="{DF60B98D-BEE5-40E1-A35B-258C1B02AB27}" dt="2026-08-08T07:31:55.010" v="2227" actId="22"/>
          <ac:spMkLst>
            <pc:docMk/>
            <pc:sldMk cId="17862669" sldId="321"/>
            <ac:spMk id="21" creationId="{75643673-29D9-1E54-4EEE-BB9DC2FBA257}"/>
          </ac:spMkLst>
        </pc:spChg>
        <pc:spChg chg="add">
          <ac:chgData name="和之 林出" userId="6e20580fea39221b" providerId="LiveId" clId="{DF60B98D-BEE5-40E1-A35B-258C1B02AB27}" dt="2026-08-08T07:31:55.010" v="2227" actId="22"/>
          <ac:spMkLst>
            <pc:docMk/>
            <pc:sldMk cId="17862669" sldId="321"/>
            <ac:spMk id="23" creationId="{55E64D9E-CBC2-09E2-0F86-95853A79155B}"/>
          </ac:spMkLst>
        </pc:spChg>
        <pc:picChg chg="add mod">
          <ac:chgData name="和之 林出" userId="6e20580fea39221b" providerId="LiveId" clId="{DF60B98D-BEE5-40E1-A35B-258C1B02AB27}" dt="2026-08-08T07:27:11.207" v="2185" actId="1037"/>
          <ac:picMkLst>
            <pc:docMk/>
            <pc:sldMk cId="17862669" sldId="321"/>
            <ac:picMk id="7" creationId="{E6F5BCDB-95E2-5FE7-9583-33B141D41E91}"/>
          </ac:picMkLst>
        </pc:picChg>
        <pc:picChg chg="add mod">
          <ac:chgData name="和之 林出" userId="6e20580fea39221b" providerId="LiveId" clId="{DF60B98D-BEE5-40E1-A35B-258C1B02AB27}" dt="2026-08-08T07:27:11.207" v="2185" actId="1037"/>
          <ac:picMkLst>
            <pc:docMk/>
            <pc:sldMk cId="17862669" sldId="321"/>
            <ac:picMk id="9" creationId="{96472527-1820-0FB5-2D5E-63168141A04B}"/>
          </ac:picMkLst>
        </pc:picChg>
        <pc:cxnChg chg="add mod">
          <ac:chgData name="和之 林出" userId="6e20580fea39221b" providerId="LiveId" clId="{DF60B98D-BEE5-40E1-A35B-258C1B02AB27}" dt="2026-08-08T07:26:42.260" v="2171"/>
          <ac:cxnSpMkLst>
            <pc:docMk/>
            <pc:sldMk cId="17862669" sldId="321"/>
            <ac:cxnSpMk id="6" creationId="{95A1E5C8-B341-6A8A-BED8-EC2BA050501B}"/>
          </ac:cxnSpMkLst>
        </pc:cxnChg>
        <pc:cxnChg chg="add mod">
          <ac:chgData name="和之 林出" userId="6e20580fea39221b" providerId="LiveId" clId="{DF60B98D-BEE5-40E1-A35B-258C1B02AB27}" dt="2026-08-08T07:26:42.260" v="2171"/>
          <ac:cxnSpMkLst>
            <pc:docMk/>
            <pc:sldMk cId="17862669" sldId="321"/>
            <ac:cxnSpMk id="14" creationId="{80BC33F7-B5D8-01EE-EA46-427BE0008420}"/>
          </ac:cxnSpMkLst>
        </pc:cxnChg>
      </pc:sldChg>
      <pc:sldChg chg="addSp delSp modSp new mod">
        <pc:chgData name="和之 林出" userId="6e20580fea39221b" providerId="LiveId" clId="{DF60B98D-BEE5-40E1-A35B-258C1B02AB27}" dt="2026-09-06T02:28:11.034" v="3685" actId="22"/>
        <pc:sldMkLst>
          <pc:docMk/>
          <pc:sldMk cId="114937804" sldId="322"/>
        </pc:sldMkLst>
        <pc:spChg chg="mod">
          <ac:chgData name="和之 林出" userId="6e20580fea39221b" providerId="LiveId" clId="{DF60B98D-BEE5-40E1-A35B-258C1B02AB27}" dt="2026-08-08T02:30:10.891" v="1416" actId="20577"/>
          <ac:spMkLst>
            <pc:docMk/>
            <pc:sldMk cId="114937804" sldId="322"/>
            <ac:spMk id="2" creationId="{C8F83B5F-B3B6-BAF1-75BC-0B7723E2B919}"/>
          </ac:spMkLst>
        </pc:spChg>
        <pc:spChg chg="add mod">
          <ac:chgData name="和之 林出" userId="6e20580fea39221b" providerId="LiveId" clId="{DF60B98D-BEE5-40E1-A35B-258C1B02AB27}" dt="2026-08-08T02:24:38.651" v="1277" actId="1076"/>
          <ac:spMkLst>
            <pc:docMk/>
            <pc:sldMk cId="114937804" sldId="322"/>
            <ac:spMk id="7" creationId="{B4D7157D-86BB-15AE-D77E-81850310265E}"/>
          </ac:spMkLst>
        </pc:spChg>
        <pc:spChg chg="add mod">
          <ac:chgData name="和之 林出" userId="6e20580fea39221b" providerId="LiveId" clId="{DF60B98D-BEE5-40E1-A35B-258C1B02AB27}" dt="2026-08-08T07:47:22.521" v="2426" actId="1038"/>
          <ac:spMkLst>
            <pc:docMk/>
            <pc:sldMk cId="114937804" sldId="322"/>
            <ac:spMk id="9" creationId="{2D377C8E-4FEB-CA42-33FE-E683D18A649D}"/>
          </ac:spMkLst>
        </pc:spChg>
        <pc:spChg chg="add mod">
          <ac:chgData name="和之 林出" userId="6e20580fea39221b" providerId="LiveId" clId="{DF60B98D-BEE5-40E1-A35B-258C1B02AB27}" dt="2026-08-08T07:47:22.521" v="2426" actId="1038"/>
          <ac:spMkLst>
            <pc:docMk/>
            <pc:sldMk cId="114937804" sldId="322"/>
            <ac:spMk id="11" creationId="{D4FA4E86-2A05-A3AC-0BDE-2019F5F73B34}"/>
          </ac:spMkLst>
        </pc:spChg>
        <pc:spChg chg="add mod">
          <ac:chgData name="和之 林出" userId="6e20580fea39221b" providerId="LiveId" clId="{DF60B98D-BEE5-40E1-A35B-258C1B02AB27}" dt="2026-08-08T07:47:22.521" v="2426" actId="1038"/>
          <ac:spMkLst>
            <pc:docMk/>
            <pc:sldMk cId="114937804" sldId="322"/>
            <ac:spMk id="13" creationId="{B62342AC-6231-E56C-AC3D-51A162D35422}"/>
          </ac:spMkLst>
        </pc:spChg>
        <pc:spChg chg="add mod">
          <ac:chgData name="和之 林出" userId="6e20580fea39221b" providerId="LiveId" clId="{DF60B98D-BEE5-40E1-A35B-258C1B02AB27}" dt="2026-08-08T07:47:22.521" v="2426" actId="1038"/>
          <ac:spMkLst>
            <pc:docMk/>
            <pc:sldMk cId="114937804" sldId="322"/>
            <ac:spMk id="15" creationId="{A9283AA8-59D7-D297-4252-50F4D621D749}"/>
          </ac:spMkLst>
        </pc:spChg>
        <pc:spChg chg="add mod">
          <ac:chgData name="和之 林出" userId="6e20580fea39221b" providerId="LiveId" clId="{DF60B98D-BEE5-40E1-A35B-258C1B02AB27}" dt="2026-08-08T07:47:22.521" v="2426" actId="1038"/>
          <ac:spMkLst>
            <pc:docMk/>
            <pc:sldMk cId="114937804" sldId="322"/>
            <ac:spMk id="17" creationId="{BBFC135F-BD4D-73DF-257D-4155153E37E5}"/>
          </ac:spMkLst>
        </pc:spChg>
        <pc:spChg chg="add mod">
          <ac:chgData name="和之 林出" userId="6e20580fea39221b" providerId="LiveId" clId="{DF60B98D-BEE5-40E1-A35B-258C1B02AB27}" dt="2026-08-08T07:47:22.521" v="2426" actId="1038"/>
          <ac:spMkLst>
            <pc:docMk/>
            <pc:sldMk cId="114937804" sldId="322"/>
            <ac:spMk id="19" creationId="{BEC21964-6058-13B1-9B13-57D24EFE8CC2}"/>
          </ac:spMkLst>
        </pc:spChg>
        <pc:picChg chg="add mod">
          <ac:chgData name="和之 林出" userId="6e20580fea39221b" providerId="LiveId" clId="{DF60B98D-BEE5-40E1-A35B-258C1B02AB27}" dt="2026-08-08T02:24:28.955" v="1275" actId="14100"/>
          <ac:picMkLst>
            <pc:docMk/>
            <pc:sldMk cId="114937804" sldId="322"/>
            <ac:picMk id="5" creationId="{339C18BB-1EC2-AE5E-2A80-D35FEC6A1F65}"/>
          </ac:picMkLst>
        </pc:picChg>
        <pc:picChg chg="add del">
          <ac:chgData name="和之 林出" userId="6e20580fea39221b" providerId="LiveId" clId="{DF60B98D-BEE5-40E1-A35B-258C1B02AB27}" dt="2026-09-06T02:28:11.034" v="3685" actId="22"/>
          <ac:picMkLst>
            <pc:docMk/>
            <pc:sldMk cId="114937804" sldId="322"/>
            <ac:picMk id="6" creationId="{137A0425-1A02-325A-2A95-C3F6A29B3ACD}"/>
          </ac:picMkLst>
        </pc:picChg>
      </pc:sldChg>
      <pc:sldChg chg="addSp delSp modSp new mod ord">
        <pc:chgData name="和之 林出" userId="6e20580fea39221b" providerId="LiveId" clId="{DF60B98D-BEE5-40E1-A35B-258C1B02AB27}" dt="2026-08-08T07:42:10.234" v="2415" actId="478"/>
        <pc:sldMkLst>
          <pc:docMk/>
          <pc:sldMk cId="2497754412" sldId="323"/>
        </pc:sldMkLst>
        <pc:spChg chg="mod">
          <ac:chgData name="和之 林出" userId="6e20580fea39221b" providerId="LiveId" clId="{DF60B98D-BEE5-40E1-A35B-258C1B02AB27}" dt="2026-08-08T02:30:21.531" v="1440" actId="20577"/>
          <ac:spMkLst>
            <pc:docMk/>
            <pc:sldMk cId="2497754412" sldId="323"/>
            <ac:spMk id="2" creationId="{DDAB2905-4B36-5B29-A6AC-2A9CC94C6F7F}"/>
          </ac:spMkLst>
        </pc:spChg>
        <pc:spChg chg="add mod">
          <ac:chgData name="和之 林出" userId="6e20580fea39221b" providerId="LiveId" clId="{DF60B98D-BEE5-40E1-A35B-258C1B02AB27}" dt="2026-08-08T02:26:58.409" v="1283" actId="1076"/>
          <ac:spMkLst>
            <pc:docMk/>
            <pc:sldMk cId="2497754412" sldId="323"/>
            <ac:spMk id="7" creationId="{DD98E4E9-C521-3B96-5819-43818AD27A9F}"/>
          </ac:spMkLst>
        </pc:spChg>
        <pc:spChg chg="add mod">
          <ac:chgData name="和之 林出" userId="6e20580fea39221b" providerId="LiveId" clId="{DF60B98D-BEE5-40E1-A35B-258C1B02AB27}" dt="2026-08-08T07:37:56.331" v="2299" actId="688"/>
          <ac:spMkLst>
            <pc:docMk/>
            <pc:sldMk cId="2497754412" sldId="323"/>
            <ac:spMk id="8" creationId="{2FC2055B-B357-580C-75B0-A848DB1AAA3F}"/>
          </ac:spMkLst>
        </pc:spChg>
        <pc:spChg chg="add mod">
          <ac:chgData name="和之 林出" userId="6e20580fea39221b" providerId="LiveId" clId="{DF60B98D-BEE5-40E1-A35B-258C1B02AB27}" dt="2026-08-08T07:39:52.693" v="2316" actId="20577"/>
          <ac:spMkLst>
            <pc:docMk/>
            <pc:sldMk cId="2497754412" sldId="323"/>
            <ac:spMk id="9" creationId="{C3FDEC9C-B72C-C819-8CAC-90BE4E81A695}"/>
          </ac:spMkLst>
        </pc:spChg>
        <pc:spChg chg="add mod">
          <ac:chgData name="和之 林出" userId="6e20580fea39221b" providerId="LiveId" clId="{DF60B98D-BEE5-40E1-A35B-258C1B02AB27}" dt="2026-08-08T07:40:01.377" v="2326" actId="20577"/>
          <ac:spMkLst>
            <pc:docMk/>
            <pc:sldMk cId="2497754412" sldId="323"/>
            <ac:spMk id="10" creationId="{4F05D9F1-3727-2172-32A9-7269E8801BD8}"/>
          </ac:spMkLst>
        </pc:spChg>
        <pc:spChg chg="add mod">
          <ac:chgData name="和之 林出" userId="6e20580fea39221b" providerId="LiveId" clId="{DF60B98D-BEE5-40E1-A35B-258C1B02AB27}" dt="2026-08-08T07:40:46.841" v="2369" actId="20577"/>
          <ac:spMkLst>
            <pc:docMk/>
            <pc:sldMk cId="2497754412" sldId="323"/>
            <ac:spMk id="11" creationId="{7BECC197-F258-B6F4-3505-00CE9489BDAB}"/>
          </ac:spMkLst>
        </pc:spChg>
        <pc:spChg chg="add mod">
          <ac:chgData name="和之 林出" userId="6e20580fea39221b" providerId="LiveId" clId="{DF60B98D-BEE5-40E1-A35B-258C1B02AB27}" dt="2026-08-08T07:41:09.054" v="2399" actId="20577"/>
          <ac:spMkLst>
            <pc:docMk/>
            <pc:sldMk cId="2497754412" sldId="323"/>
            <ac:spMk id="14" creationId="{6A5637FD-BFA4-E7B6-ABBB-2DCDD8872424}"/>
          </ac:spMkLst>
        </pc:spChg>
        <pc:spChg chg="add mod">
          <ac:chgData name="和之 林出" userId="6e20580fea39221b" providerId="LiveId" clId="{DF60B98D-BEE5-40E1-A35B-258C1B02AB27}" dt="2026-08-08T07:42:00.029" v="2414" actId="20577"/>
          <ac:spMkLst>
            <pc:docMk/>
            <pc:sldMk cId="2497754412" sldId="323"/>
            <ac:spMk id="15" creationId="{3AD4F5CB-5B9F-62F5-8FB2-9CE008873F69}"/>
          </ac:spMkLst>
        </pc:spChg>
        <pc:picChg chg="add mod">
          <ac:chgData name="和之 林出" userId="6e20580fea39221b" providerId="LiveId" clId="{DF60B98D-BEE5-40E1-A35B-258C1B02AB27}" dt="2026-08-08T07:39:10.324" v="2303" actId="1076"/>
          <ac:picMkLst>
            <pc:docMk/>
            <pc:sldMk cId="2497754412" sldId="323"/>
            <ac:picMk id="5" creationId="{A6E934CD-1D24-9B20-41A2-AE99941415D8}"/>
          </ac:picMkLst>
        </pc:picChg>
      </pc:sldChg>
      <pc:sldChg chg="addSp modSp new mod">
        <pc:chgData name="和之 林出" userId="6e20580fea39221b" providerId="LiveId" clId="{DF60B98D-BEE5-40E1-A35B-258C1B02AB27}" dt="2026-08-08T08:21:19.335" v="2489" actId="20577"/>
        <pc:sldMkLst>
          <pc:docMk/>
          <pc:sldMk cId="1651197679" sldId="324"/>
        </pc:sldMkLst>
        <pc:spChg chg="mod">
          <ac:chgData name="和之 林出" userId="6e20580fea39221b" providerId="LiveId" clId="{DF60B98D-BEE5-40E1-A35B-258C1B02AB27}" dt="2026-08-08T08:21:19.335" v="2489" actId="20577"/>
          <ac:spMkLst>
            <pc:docMk/>
            <pc:sldMk cId="1651197679" sldId="324"/>
            <ac:spMk id="2" creationId="{CCA682AE-9DF5-12A7-48F5-ABFF7552611B}"/>
          </ac:spMkLst>
        </pc:spChg>
        <pc:spChg chg="add mod">
          <ac:chgData name="和之 林出" userId="6e20580fea39221b" providerId="LiveId" clId="{DF60B98D-BEE5-40E1-A35B-258C1B02AB27}" dt="2026-08-08T02:13:42.248" v="1267" actId="1076"/>
          <ac:spMkLst>
            <pc:docMk/>
            <pc:sldMk cId="1651197679" sldId="324"/>
            <ac:spMk id="7" creationId="{4B1D35B3-1CE9-2B09-FF7E-885EACFF72B9}"/>
          </ac:spMkLst>
        </pc:spChg>
        <pc:picChg chg="add">
          <ac:chgData name="和之 林出" userId="6e20580fea39221b" providerId="LiveId" clId="{DF60B98D-BEE5-40E1-A35B-258C1B02AB27}" dt="2026-08-08T02:13:18.839" v="1265" actId="22"/>
          <ac:picMkLst>
            <pc:docMk/>
            <pc:sldMk cId="1651197679" sldId="324"/>
            <ac:picMk id="5" creationId="{BFBA3D9C-E57B-5C13-4C85-C9CCF1946169}"/>
          </ac:picMkLst>
        </pc:picChg>
      </pc:sldChg>
      <pc:sldChg chg="addSp modSp new mod">
        <pc:chgData name="和之 林出" userId="6e20580fea39221b" providerId="LiveId" clId="{DF60B98D-BEE5-40E1-A35B-258C1B02AB27}" dt="2026-08-08T08:27:28.309" v="2582" actId="404"/>
        <pc:sldMkLst>
          <pc:docMk/>
          <pc:sldMk cId="3518231906" sldId="325"/>
        </pc:sldMkLst>
        <pc:spChg chg="mod">
          <ac:chgData name="和之 林出" userId="6e20580fea39221b" providerId="LiveId" clId="{DF60B98D-BEE5-40E1-A35B-258C1B02AB27}" dt="2026-08-08T08:27:28.309" v="2582" actId="404"/>
          <ac:spMkLst>
            <pc:docMk/>
            <pc:sldMk cId="3518231906" sldId="325"/>
            <ac:spMk id="2" creationId="{832F8EA0-8976-9846-3E88-88F7C4A4C2EB}"/>
          </ac:spMkLst>
        </pc:spChg>
        <pc:spChg chg="add mod">
          <ac:chgData name="和之 林出" userId="6e20580fea39221b" providerId="LiveId" clId="{DF60B98D-BEE5-40E1-A35B-258C1B02AB27}" dt="2026-08-08T04:58:35.399" v="1513" actId="14100"/>
          <ac:spMkLst>
            <pc:docMk/>
            <pc:sldMk cId="3518231906" sldId="325"/>
            <ac:spMk id="7" creationId="{340E509F-EE72-0F2E-7068-1D8012033404}"/>
          </ac:spMkLst>
        </pc:spChg>
        <pc:picChg chg="add">
          <ac:chgData name="和之 林出" userId="6e20580fea39221b" providerId="LiveId" clId="{DF60B98D-BEE5-40E1-A35B-258C1B02AB27}" dt="2026-08-08T02:14:22.790" v="1271" actId="22"/>
          <ac:picMkLst>
            <pc:docMk/>
            <pc:sldMk cId="3518231906" sldId="325"/>
            <ac:picMk id="5" creationId="{10EBE5F4-BB8A-CF2A-3FE3-B670C6F2DB90}"/>
          </ac:picMkLst>
        </pc:picChg>
      </pc:sldChg>
      <pc:sldChg chg="new">
        <pc:chgData name="和之 林出" userId="6e20580fea39221b" providerId="LiveId" clId="{DF60B98D-BEE5-40E1-A35B-258C1B02AB27}" dt="2026-08-08T02:33:53.064" v="1512" actId="680"/>
        <pc:sldMkLst>
          <pc:docMk/>
          <pc:sldMk cId="1517924858" sldId="326"/>
        </pc:sldMkLst>
      </pc:sldChg>
      <pc:sldChg chg="addSp modSp new mod">
        <pc:chgData name="和之 林出" userId="6e20580fea39221b" providerId="LiveId" clId="{DF60B98D-BEE5-40E1-A35B-258C1B02AB27}" dt="2026-08-08T07:44:59.824" v="2420"/>
        <pc:sldMkLst>
          <pc:docMk/>
          <pc:sldMk cId="3575512509" sldId="327"/>
        </pc:sldMkLst>
        <pc:spChg chg="mod">
          <ac:chgData name="和之 林出" userId="6e20580fea39221b" providerId="LiveId" clId="{DF60B98D-BEE5-40E1-A35B-258C1B02AB27}" dt="2026-08-08T07:44:59.824" v="2420"/>
          <ac:spMkLst>
            <pc:docMk/>
            <pc:sldMk cId="3575512509" sldId="327"/>
            <ac:spMk id="2" creationId="{CF844163-FC9C-5760-671D-61D0DD7A7E3A}"/>
          </ac:spMkLst>
        </pc:spChg>
        <pc:picChg chg="add">
          <ac:chgData name="和之 林出" userId="6e20580fea39221b" providerId="LiveId" clId="{DF60B98D-BEE5-40E1-A35B-258C1B02AB27}" dt="2026-08-08T07:43:55.052" v="2418" actId="22"/>
          <ac:picMkLst>
            <pc:docMk/>
            <pc:sldMk cId="3575512509" sldId="327"/>
            <ac:picMk id="5" creationId="{AC1EF6ED-EB6D-9321-62BA-0A3FFC63937C}"/>
          </ac:picMkLst>
        </pc:picChg>
      </pc:sldChg>
      <pc:sldChg chg="addSp delSp modSp new mod">
        <pc:chgData name="和之 林出" userId="6e20580fea39221b" providerId="LiveId" clId="{DF60B98D-BEE5-40E1-A35B-258C1B02AB27}" dt="2026-08-08T07:45:05.263" v="2421"/>
        <pc:sldMkLst>
          <pc:docMk/>
          <pc:sldMk cId="455068935" sldId="328"/>
        </pc:sldMkLst>
        <pc:spChg chg="mod">
          <ac:chgData name="和之 林出" userId="6e20580fea39221b" providerId="LiveId" clId="{DF60B98D-BEE5-40E1-A35B-258C1B02AB27}" dt="2026-08-08T07:45:05.263" v="2421"/>
          <ac:spMkLst>
            <pc:docMk/>
            <pc:sldMk cId="455068935" sldId="328"/>
            <ac:spMk id="2" creationId="{FC409248-BD05-8D82-503A-30DB9B766B5D}"/>
          </ac:spMkLst>
        </pc:spChg>
        <pc:picChg chg="add">
          <ac:chgData name="和之 林出" userId="6e20580fea39221b" providerId="LiveId" clId="{DF60B98D-BEE5-40E1-A35B-258C1B02AB27}" dt="2026-08-08T07:44:36.272" v="2419" actId="22"/>
          <ac:picMkLst>
            <pc:docMk/>
            <pc:sldMk cId="455068935" sldId="328"/>
            <ac:picMk id="7" creationId="{64259538-33A4-5897-31BE-C56BAD3C9760}"/>
          </ac:picMkLst>
        </pc:picChg>
      </pc:sldChg>
      <pc:sldChg chg="addSp delSp modSp new mod">
        <pc:chgData name="和之 林出" userId="6e20580fea39221b" providerId="LiveId" clId="{DF60B98D-BEE5-40E1-A35B-258C1B02AB27}" dt="2026-08-08T08:16:31.080" v="2485" actId="1076"/>
        <pc:sldMkLst>
          <pc:docMk/>
          <pc:sldMk cId="445106543" sldId="329"/>
        </pc:sldMkLst>
        <pc:spChg chg="mod">
          <ac:chgData name="和之 林出" userId="6e20580fea39221b" providerId="LiveId" clId="{DF60B98D-BEE5-40E1-A35B-258C1B02AB27}" dt="2026-08-08T07:57:44.658" v="2464" actId="20577"/>
          <ac:spMkLst>
            <pc:docMk/>
            <pc:sldMk cId="445106543" sldId="329"/>
            <ac:spMk id="2" creationId="{31639D84-0F03-10E6-62C3-BE7761696E22}"/>
          </ac:spMkLst>
        </pc:spChg>
        <pc:picChg chg="add mod">
          <ac:chgData name="和之 林出" userId="6e20580fea39221b" providerId="LiveId" clId="{DF60B98D-BEE5-40E1-A35B-258C1B02AB27}" dt="2026-08-08T08:15:07.916" v="2478" actId="1036"/>
          <ac:picMkLst>
            <pc:docMk/>
            <pc:sldMk cId="445106543" sldId="329"/>
            <ac:picMk id="7" creationId="{3E200119-7497-201F-1F1F-B1B24D870283}"/>
          </ac:picMkLst>
        </pc:picChg>
        <pc:picChg chg="add mod">
          <ac:chgData name="和之 林出" userId="6e20580fea39221b" providerId="LiveId" clId="{DF60B98D-BEE5-40E1-A35B-258C1B02AB27}" dt="2026-08-08T08:16:31.080" v="2485" actId="1076"/>
          <ac:picMkLst>
            <pc:docMk/>
            <pc:sldMk cId="445106543" sldId="329"/>
            <ac:picMk id="10" creationId="{80891670-4A5B-6DE0-1F30-FC58AB128D9B}"/>
          </ac:picMkLst>
        </pc:picChg>
      </pc:sldChg>
      <pc:sldChg chg="addSp modSp new mod">
        <pc:chgData name="和之 林出" userId="6e20580fea39221b" providerId="LiveId" clId="{DF60B98D-BEE5-40E1-A35B-258C1B02AB27}" dt="2026-08-17T13:31:05.256" v="2905" actId="5736"/>
        <pc:sldMkLst>
          <pc:docMk/>
          <pc:sldMk cId="1178100975" sldId="330"/>
        </pc:sldMkLst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73" creationId="{407BC244-092F-48FE-5604-F582B2FCA29B}"/>
          </ac:spMkLst>
        </pc:spChg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80" creationId="{897769CD-27AC-EB35-E59C-9B40DE351094}"/>
          </ac:spMkLst>
        </pc:spChg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84" creationId="{A62B5A39-4F6E-9E65-8A90-D44951E20B10}"/>
          </ac:spMkLst>
        </pc:spChg>
        <pc:spChg chg="mod">
          <ac:chgData name="和之 林出" userId="6e20580fea39221b" providerId="LiveId" clId="{DF60B98D-BEE5-40E1-A35B-258C1B02AB27}" dt="2026-08-17T13:26:16.225" v="2843" actId="164"/>
          <ac:spMkLst>
            <pc:docMk/>
            <pc:sldMk cId="1178100975" sldId="330"/>
            <ac:spMk id="86" creationId="{A63F220E-41E0-05FA-FEAB-36C90654B727}"/>
          </ac:spMkLst>
        </pc:spChg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87" creationId="{FD2D4A3B-9C5B-1B87-6477-2548137A5CAB}"/>
          </ac:spMkLst>
        </pc:spChg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88" creationId="{8BEEFA90-475B-B42F-F50B-71CC20663755}"/>
          </ac:spMkLst>
        </pc:spChg>
        <pc:spChg chg="mod">
          <ac:chgData name="和之 林出" userId="6e20580fea39221b" providerId="LiveId" clId="{DF60B98D-BEE5-40E1-A35B-258C1B02AB27}" dt="2026-08-17T13:26:16.225" v="2843" actId="164"/>
          <ac:spMkLst>
            <pc:docMk/>
            <pc:sldMk cId="1178100975" sldId="330"/>
            <ac:spMk id="90" creationId="{6E6D35C0-9350-A94F-8D0C-4756158F18F4}"/>
          </ac:spMkLst>
        </pc:spChg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91" creationId="{DC129518-05EC-85F8-282E-9D5D09C1C8C8}"/>
          </ac:spMkLst>
        </pc:spChg>
        <pc:spChg chg="mod">
          <ac:chgData name="和之 林出" userId="6e20580fea39221b" providerId="LiveId" clId="{DF60B98D-BEE5-40E1-A35B-258C1B02AB27}" dt="2026-08-17T13:26:16.225" v="2843" actId="164"/>
          <ac:spMkLst>
            <pc:docMk/>
            <pc:sldMk cId="1178100975" sldId="330"/>
            <ac:spMk id="92" creationId="{FF30DEDA-883C-74CB-4C38-93FC352BAD61}"/>
          </ac:spMkLst>
        </pc:spChg>
        <pc:spChg chg="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123" creationId="{249CAF9B-4B4E-0BD0-D29B-6F642112206B}"/>
          </ac:spMkLst>
        </pc:spChg>
        <pc:spChg chg="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128" creationId="{4DE37490-AB45-F1FD-3246-56770C930B7F}"/>
          </ac:spMkLst>
        </pc:spChg>
        <pc:spChg chg="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130" creationId="{ED22F279-698F-EC32-5B08-91E27E8F725F}"/>
          </ac:spMkLst>
        </pc:spChg>
        <pc:spChg chg="add mod">
          <ac:chgData name="和之 林出" userId="6e20580fea39221b" providerId="LiveId" clId="{DF60B98D-BEE5-40E1-A35B-258C1B02AB27}" dt="2026-08-17T13:26:51.169" v="2855" actId="14100"/>
          <ac:spMkLst>
            <pc:docMk/>
            <pc:sldMk cId="1178100975" sldId="330"/>
            <ac:spMk id="132" creationId="{269B76E0-C807-193D-8EDB-E92F9A8E49AC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43" creationId="{3BA12ECD-A69F-5601-59A2-0824B4619589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45" creationId="{B1D4FD5D-E06C-82B6-7F64-155F615FC89C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49" creationId="{C80EF2FA-20A5-CDBD-4C1D-10B963B8D19C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52" creationId="{499C0FE8-19E1-66A5-AC09-CB6B5EB8A68C}"/>
          </ac:spMkLst>
        </pc:spChg>
        <pc:spChg chg="mod">
          <ac:chgData name="和之 林出" userId="6e20580fea39221b" providerId="LiveId" clId="{DF60B98D-BEE5-40E1-A35B-258C1B02AB27}" dt="2026-08-17T13:27:12.276" v="2857" actId="164"/>
          <ac:spMkLst>
            <pc:docMk/>
            <pc:sldMk cId="1178100975" sldId="330"/>
            <ac:spMk id="154" creationId="{772195E9-C959-945D-619F-9B951DEA7FD5}"/>
          </ac:spMkLst>
        </pc:spChg>
        <pc:spChg chg="mod">
          <ac:chgData name="和之 林出" userId="6e20580fea39221b" providerId="LiveId" clId="{DF60B98D-BEE5-40E1-A35B-258C1B02AB27}" dt="2026-08-17T13:27:12.276" v="2857" actId="164"/>
          <ac:spMkLst>
            <pc:docMk/>
            <pc:sldMk cId="1178100975" sldId="330"/>
            <ac:spMk id="156" creationId="{F7B4AE91-8237-A113-99D1-31EE03274466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57" creationId="{C41788BF-EADE-CF55-50EF-0363AAEB38CD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70" creationId="{44D24E80-23B2-A56D-4DBE-A0E340695D8F}"/>
          </ac:spMkLst>
        </pc:spChg>
        <pc:spChg chg="mod">
          <ac:chgData name="和之 林出" userId="6e20580fea39221b" providerId="LiveId" clId="{DF60B98D-BEE5-40E1-A35B-258C1B02AB27}" dt="2026-08-17T13:27:12.276" v="2857" actId="164"/>
          <ac:spMkLst>
            <pc:docMk/>
            <pc:sldMk cId="1178100975" sldId="330"/>
            <ac:spMk id="176" creationId="{C618AE2F-C17A-16F1-E08E-C2A5A94387EB}"/>
          </ac:spMkLst>
        </pc:spChg>
        <pc:spChg chg="add 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82" creationId="{76BF1C91-28EE-75E4-BACB-CBDDE1B38FF7}"/>
          </ac:spMkLst>
        </pc:spChg>
        <pc:spChg chg="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92" creationId="{7595FE97-F810-A119-31BA-C5A28B712747}"/>
          </ac:spMkLst>
        </pc:spChg>
        <pc:spChg chg="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94" creationId="{D7EECFDA-A76C-4C1B-9161-18CE94631941}"/>
          </ac:spMkLst>
        </pc:spChg>
        <pc:spChg chg="mod">
          <ac:chgData name="和之 林出" userId="6e20580fea39221b" providerId="LiveId" clId="{DF60B98D-BEE5-40E1-A35B-258C1B02AB27}" dt="2026-08-17T13:27:30.631" v="2870" actId="1076"/>
          <ac:spMkLst>
            <pc:docMk/>
            <pc:sldMk cId="1178100975" sldId="330"/>
            <ac:spMk id="196" creationId="{741F2D04-0E30-EA07-AB6E-5CA4FD79ECF0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05" creationId="{BD10D219-AC48-CCB0-A1AA-5736511098D8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07" creationId="{B65172B5-7CB4-3010-FEFC-FCE7E2EF3EFB}"/>
          </ac:spMkLst>
        </pc:spChg>
        <pc:spChg chg="mod">
          <ac:chgData name="和之 林出" userId="6e20580fea39221b" providerId="LiveId" clId="{DF60B98D-BEE5-40E1-A35B-258C1B02AB27}" dt="2026-08-17T13:27:46.809" v="2872" actId="164"/>
          <ac:spMkLst>
            <pc:docMk/>
            <pc:sldMk cId="1178100975" sldId="330"/>
            <ac:spMk id="209" creationId="{91951E18-9374-4B7A-45B3-B08344207BED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10" creationId="{54634DFE-8AE7-DD6B-49D8-8CB546B24EB5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12" creationId="{59BAC53A-8F77-F062-07A4-5A33E209873C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16" creationId="{141F7D5B-6103-8537-77B7-7E99C5D522DD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19" creationId="{C2ABA82E-917F-BF4F-8BEC-7FD968320258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26" creationId="{48DDFA40-B945-E7EC-D5CC-EB07BE36DA56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37" creationId="{2F7BD449-29BF-25A7-EB89-2605666D4B01}"/>
          </ac:spMkLst>
        </pc:spChg>
        <pc:spChg chg="add 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49" creationId="{6BA9B222-211C-78EF-A59E-DED8348791CE}"/>
          </ac:spMkLst>
        </pc:spChg>
        <pc:spChg chg="mod">
          <ac:chgData name="和之 林出" userId="6e20580fea39221b" providerId="LiveId" clId="{DF60B98D-BEE5-40E1-A35B-258C1B02AB27}" dt="2026-08-17T13:28:47.695" v="2888" actId="1076"/>
          <ac:spMkLst>
            <pc:docMk/>
            <pc:sldMk cId="1178100975" sldId="330"/>
            <ac:spMk id="269" creationId="{273C8827-B3BF-159D-5B75-5970474ED1F2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279" creationId="{C8D4BC5F-4783-A459-461E-C9F3B37E97D5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280" creationId="{C8828D75-8714-D568-C5CC-9652736AB1E7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284" creationId="{236DA649-2E35-FED0-F687-6AC353B43E93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286" creationId="{93C39A50-1D42-3F23-1D32-EB0CFC6C1515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287" creationId="{1DC7827D-A905-34C9-9E0C-8B969CD2E704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292" creationId="{94ACC28A-E088-C38A-AD38-11181D59B836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308" creationId="{C78AEFB6-9456-82E3-B4EE-915B4EA3CA55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310" creationId="{71BB66F3-D655-7139-4059-4F28B2E10685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321" creationId="{BE4EE5D2-1F47-78CC-2EAA-FFDACF07EC73}"/>
          </ac:spMkLst>
        </pc:spChg>
        <pc:spChg chg="add mod">
          <ac:chgData name="和之 林出" userId="6e20580fea39221b" providerId="LiveId" clId="{DF60B98D-BEE5-40E1-A35B-258C1B02AB27}" dt="2026-08-17T13:29:49.986" v="2904" actId="1076"/>
          <ac:spMkLst>
            <pc:docMk/>
            <pc:sldMk cId="1178100975" sldId="330"/>
            <ac:spMk id="325" creationId="{C2ADBDCE-BFD8-271A-32B9-323954B8E470}"/>
          </ac:spMkLst>
        </pc:spChg>
        <pc:grpChg chg="mod">
          <ac:chgData name="和之 林出" userId="6e20580fea39221b" providerId="LiveId" clId="{DF60B98D-BEE5-40E1-A35B-258C1B02AB27}" dt="2026-08-17T13:31:05.256" v="2905" actId="5736"/>
          <ac:grpSpMkLst>
            <pc:docMk/>
            <pc:sldMk cId="1178100975" sldId="330"/>
            <ac:grpSpMk id="137" creationId="{94A1974A-9E09-C4BF-99FA-60E4780BEC57}"/>
          </ac:grpSpMkLst>
        </pc:grpChg>
        <pc:grpChg chg="mod">
          <ac:chgData name="和之 林出" userId="6e20580fea39221b" providerId="LiveId" clId="{DF60B98D-BEE5-40E1-A35B-258C1B02AB27}" dt="2026-08-17T13:31:05.256" v="2905" actId="5736"/>
          <ac:grpSpMkLst>
            <pc:docMk/>
            <pc:sldMk cId="1178100975" sldId="330"/>
            <ac:grpSpMk id="204" creationId="{ED93BF85-A89C-FD41-2F09-88FE61BBBC5C}"/>
          </ac:grpSpMkLst>
        </pc:grpChg>
        <pc:grpChg chg="mod">
          <ac:chgData name="和之 林出" userId="6e20580fea39221b" providerId="LiveId" clId="{DF60B98D-BEE5-40E1-A35B-258C1B02AB27}" dt="2026-08-17T13:31:05.256" v="2905" actId="5736"/>
          <ac:grpSpMkLst>
            <pc:docMk/>
            <pc:sldMk cId="1178100975" sldId="330"/>
            <ac:grpSpMk id="270" creationId="{47E86B76-1698-3B37-0493-468F3D6D5300}"/>
          </ac:grpSpMkLst>
        </pc:grpChg>
        <pc:grpChg chg="mod">
          <ac:chgData name="和之 林出" userId="6e20580fea39221b" providerId="LiveId" clId="{DF60B98D-BEE5-40E1-A35B-258C1B02AB27}" dt="2026-08-17T13:31:05.256" v="2905" actId="5736"/>
          <ac:grpSpMkLst>
            <pc:docMk/>
            <pc:sldMk cId="1178100975" sldId="330"/>
            <ac:grpSpMk id="336" creationId="{25F3C98B-6288-98CF-53F8-3948FD5BEA0F}"/>
          </ac:grpSpMkLst>
        </pc:grpChg>
        <pc:graphicFrameChg chg="add mod modGraphic">
          <ac:chgData name="和之 林出" userId="6e20580fea39221b" providerId="LiveId" clId="{DF60B98D-BEE5-40E1-A35B-258C1B02AB27}" dt="2026-08-17T13:31:05.256" v="2905" actId="5736"/>
          <ac:graphicFrameMkLst>
            <pc:docMk/>
            <pc:sldMk cId="1178100975" sldId="330"/>
            <ac:graphicFrameMk id="4" creationId="{0D740726-1E01-80CD-E699-ABEEED36AD6D}"/>
          </ac:graphicFrameMkLst>
        </pc:graphicFrameChg>
      </pc:sldChg>
      <pc:sldChg chg="addSp new mod">
        <pc:chgData name="和之 林出" userId="6e20580fea39221b" providerId="LiveId" clId="{DF60B98D-BEE5-40E1-A35B-258C1B02AB27}" dt="2026-08-17T13:45:53.751" v="2983" actId="22"/>
        <pc:sldMkLst>
          <pc:docMk/>
          <pc:sldMk cId="1319002426" sldId="331"/>
        </pc:sldMkLst>
        <pc:picChg chg="add">
          <ac:chgData name="和之 林出" userId="6e20580fea39221b" providerId="LiveId" clId="{DF60B98D-BEE5-40E1-A35B-258C1B02AB27}" dt="2026-08-17T13:45:53.751" v="2983" actId="22"/>
          <ac:picMkLst>
            <pc:docMk/>
            <pc:sldMk cId="1319002426" sldId="331"/>
            <ac:picMk id="5" creationId="{2B3EE63C-3DA7-43F1-54CD-82CF646F274F}"/>
          </ac:picMkLst>
        </pc:picChg>
      </pc:sldChg>
      <pc:sldChg chg="addSp delSp modSp add mod">
        <pc:chgData name="和之 林出" userId="6e20580fea39221b" providerId="LiveId" clId="{DF60B98D-BEE5-40E1-A35B-258C1B02AB27}" dt="2026-08-25T12:27:15.892" v="3427" actId="5736"/>
        <pc:sldMkLst>
          <pc:docMk/>
          <pc:sldMk cId="1968219569" sldId="332"/>
        </pc:sldMkLst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8" creationId="{19D621DA-6B5A-FC1C-7C06-CF4A752D248E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10" creationId="{7C62DB18-2E85-13A4-6DFF-7C328CEBA26F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13" creationId="{2A79D3D8-EDCF-0718-B51E-FB24B5966D60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14" creationId="{F1B97A45-4E9A-E09C-A3CD-2459DF376561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25" creationId="{85D387B1-33C0-BFE6-4BD5-207AFEDF24AE}"/>
          </ac:spMkLst>
        </pc:spChg>
        <pc:spChg chg="mod">
          <ac:chgData name="和之 林出" userId="6e20580fea39221b" providerId="LiveId" clId="{DF60B98D-BEE5-40E1-A35B-258C1B02AB27}" dt="2026-08-25T12:24:40.959" v="3294" actId="404"/>
          <ac:spMkLst>
            <pc:docMk/>
            <pc:sldMk cId="1968219569" sldId="332"/>
            <ac:spMk id="32" creationId="{88CB1871-A9FC-B608-9732-07CB35CAB521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34" creationId="{572DB770-8A05-87FA-EEF7-F4E25C8CDDFA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36" creationId="{7920C3EA-6E92-C42D-12F2-E21E631A3A6B}"/>
          </ac:spMkLst>
        </pc:spChg>
        <pc:spChg chg="mod">
          <ac:chgData name="和之 林出" userId="6e20580fea39221b" providerId="LiveId" clId="{DF60B98D-BEE5-40E1-A35B-258C1B02AB27}" dt="2026-08-25T12:24:40.959" v="3294" actId="404"/>
          <ac:spMkLst>
            <pc:docMk/>
            <pc:sldMk cId="1968219569" sldId="332"/>
            <ac:spMk id="38" creationId="{E2CC3E5B-6154-5BBA-8DAA-A02875A167FF}"/>
          </ac:spMkLst>
        </pc:spChg>
        <pc:spChg chg="mod">
          <ac:chgData name="和之 林出" userId="6e20580fea39221b" providerId="LiveId" clId="{DF60B98D-BEE5-40E1-A35B-258C1B02AB27}" dt="2026-08-25T12:21:55.615" v="3064" actId="164"/>
          <ac:spMkLst>
            <pc:docMk/>
            <pc:sldMk cId="1968219569" sldId="332"/>
            <ac:spMk id="39" creationId="{C9EE08B0-6C5A-FA56-5E67-745F3994C440}"/>
          </ac:spMkLst>
        </pc:spChg>
        <pc:spChg chg="mod">
          <ac:chgData name="和之 林出" userId="6e20580fea39221b" providerId="LiveId" clId="{DF60B98D-BEE5-40E1-A35B-258C1B02AB27}" dt="2026-08-25T12:22:09.906" v="3067" actId="164"/>
          <ac:spMkLst>
            <pc:docMk/>
            <pc:sldMk cId="1968219569" sldId="332"/>
            <ac:spMk id="41" creationId="{181F3C3E-8002-7F8E-6E06-4F9E780CD26F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42" creationId="{BD5CBD46-31F1-558F-70DB-E82F484A55B4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43" creationId="{D65C5419-5B1A-E704-696F-2D99CD981A69}"/>
          </ac:spMkLst>
        </pc:spChg>
        <pc:spChg chg="mod">
          <ac:chgData name="和之 林出" userId="6e20580fea39221b" providerId="LiveId" clId="{DF60B98D-BEE5-40E1-A35B-258C1B02AB27}" dt="2026-08-25T12:22:29.734" v="3070" actId="1076"/>
          <ac:spMkLst>
            <pc:docMk/>
            <pc:sldMk cId="1968219569" sldId="332"/>
            <ac:spMk id="46" creationId="{A6B33BD6-2539-6449-5A2E-6E7793D3AD5E}"/>
          </ac:spMkLst>
        </pc:spChg>
        <pc:spChg chg="mod">
          <ac:chgData name="和之 林出" userId="6e20580fea39221b" providerId="LiveId" clId="{DF60B98D-BEE5-40E1-A35B-258C1B02AB27}" dt="2026-08-25T12:25:37.062" v="3426" actId="404"/>
          <ac:spMkLst>
            <pc:docMk/>
            <pc:sldMk cId="1968219569" sldId="332"/>
            <ac:spMk id="47" creationId="{3D0AFADE-5120-231D-AF1F-A5037BF8C738}"/>
          </ac:spMkLst>
        </pc:spChg>
        <pc:spChg chg="mod">
          <ac:chgData name="和之 林出" userId="6e20580fea39221b" providerId="LiveId" clId="{DF60B98D-BEE5-40E1-A35B-258C1B02AB27}" dt="2026-08-25T12:21:55.615" v="3064" actId="164"/>
          <ac:spMkLst>
            <pc:docMk/>
            <pc:sldMk cId="1968219569" sldId="332"/>
            <ac:spMk id="48" creationId="{61D26463-6813-0C28-32DD-B89C909762DC}"/>
          </ac:spMkLst>
        </pc:spChg>
        <pc:grpChg chg="mod">
          <ac:chgData name="和之 林出" userId="6e20580fea39221b" providerId="LiveId" clId="{DF60B98D-BEE5-40E1-A35B-258C1B02AB27}" dt="2026-08-25T12:22:09.906" v="3067" actId="164"/>
          <ac:grpSpMkLst>
            <pc:docMk/>
            <pc:sldMk cId="1968219569" sldId="332"/>
            <ac:grpSpMk id="15" creationId="{2BD6F122-4896-E4A2-8550-342A94F5C513}"/>
          </ac:grpSpMkLst>
        </pc:grpChg>
        <pc:grpChg chg="mod">
          <ac:chgData name="和之 林出" userId="6e20580fea39221b" providerId="LiveId" clId="{DF60B98D-BEE5-40E1-A35B-258C1B02AB27}" dt="2026-08-25T12:27:15.892" v="3427" actId="5736"/>
          <ac:grpSpMkLst>
            <pc:docMk/>
            <pc:sldMk cId="1968219569" sldId="332"/>
            <ac:grpSpMk id="23" creationId="{D5E88D41-8070-84EE-B152-7AD09EB4726B}"/>
          </ac:grpSpMkLst>
        </pc:grpChg>
        <pc:grpChg chg="add mod">
          <ac:chgData name="和之 林出" userId="6e20580fea39221b" providerId="LiveId" clId="{DF60B98D-BEE5-40E1-A35B-258C1B02AB27}" dt="2026-08-25T12:27:15.892" v="3427" actId="5736"/>
          <ac:grpSpMkLst>
            <pc:docMk/>
            <pc:sldMk cId="1968219569" sldId="332"/>
            <ac:grpSpMk id="24" creationId="{1ADDA933-6E25-9EA9-3939-384B8C893335}"/>
          </ac:grpSpMkLst>
        </pc:grpChg>
        <pc:graphicFrameChg chg="add mod ord modGraphic">
          <ac:chgData name="和之 林出" userId="6e20580fea39221b" providerId="LiveId" clId="{DF60B98D-BEE5-40E1-A35B-258C1B02AB27}" dt="2026-08-25T12:27:15.892" v="3427" actId="5736"/>
          <ac:graphicFrameMkLst>
            <pc:docMk/>
            <pc:sldMk cId="1968219569" sldId="332"/>
            <ac:graphicFrameMk id="22" creationId="{C866B998-D125-326A-7460-0CE4F1AF5DE5}"/>
          </ac:graphicFrameMkLst>
        </pc:graphicFrameChg>
      </pc:sldChg>
      <pc:sldChg chg="addSp modSp new mod">
        <pc:chgData name="和之 林出" userId="6e20580fea39221b" providerId="LiveId" clId="{DF60B98D-BEE5-40E1-A35B-258C1B02AB27}" dt="2026-08-29T04:54:36.794" v="3433" actId="571"/>
        <pc:sldMkLst>
          <pc:docMk/>
          <pc:sldMk cId="3886834429" sldId="333"/>
        </pc:sldMkLst>
        <pc:spChg chg="add mod">
          <ac:chgData name="和之 林出" userId="6e20580fea39221b" providerId="LiveId" clId="{DF60B98D-BEE5-40E1-A35B-258C1B02AB27}" dt="2026-08-29T04:54:27.518" v="3431" actId="1076"/>
          <ac:spMkLst>
            <pc:docMk/>
            <pc:sldMk cId="3886834429" sldId="333"/>
            <ac:spMk id="7" creationId="{19CCF8F1-E927-97D3-D8F5-FB268A87A8D0}"/>
          </ac:spMkLst>
        </pc:spChg>
        <pc:picChg chg="add">
          <ac:chgData name="和之 林出" userId="6e20580fea39221b" providerId="LiveId" clId="{DF60B98D-BEE5-40E1-A35B-258C1B02AB27}" dt="2026-08-29T04:54:15.516" v="3429" actId="22"/>
          <ac:picMkLst>
            <pc:docMk/>
            <pc:sldMk cId="3886834429" sldId="333"/>
            <ac:picMk id="5" creationId="{806E93E1-45EA-0420-CBC4-F5A9CB42C91C}"/>
          </ac:picMkLst>
        </pc:picChg>
      </pc:sldChg>
      <pc:sldChg chg="addSp modSp add mod">
        <pc:chgData name="和之 林出" userId="6e20580fea39221b" providerId="LiveId" clId="{DF60B98D-BEE5-40E1-A35B-258C1B02AB27}" dt="2026-08-29T04:56:25.315" v="3455" actId="18131"/>
        <pc:sldMkLst>
          <pc:docMk/>
          <pc:sldMk cId="3940986808" sldId="334"/>
        </pc:sldMkLst>
        <pc:picChg chg="add mod modCrop">
          <ac:chgData name="和之 林出" userId="6e20580fea39221b" providerId="LiveId" clId="{DF60B98D-BEE5-40E1-A35B-258C1B02AB27}" dt="2026-08-29T04:55:52.982" v="3452" actId="18131"/>
          <ac:picMkLst>
            <pc:docMk/>
            <pc:sldMk cId="3940986808" sldId="334"/>
            <ac:picMk id="4" creationId="{034A84CD-5E03-DAE7-D461-191F1327AAA8}"/>
          </ac:picMkLst>
        </pc:picChg>
        <pc:picChg chg="mod modCrop">
          <ac:chgData name="和之 林出" userId="6e20580fea39221b" providerId="LiveId" clId="{DF60B98D-BEE5-40E1-A35B-258C1B02AB27}" dt="2026-08-29T04:55:35.881" v="3437" actId="1076"/>
          <ac:picMkLst>
            <pc:docMk/>
            <pc:sldMk cId="3940986808" sldId="334"/>
            <ac:picMk id="5" creationId="{0DB5E91C-ABDB-B397-56B4-592F33EFAFCD}"/>
          </ac:picMkLst>
        </pc:picChg>
        <pc:picChg chg="add mod modCrop">
          <ac:chgData name="和之 林出" userId="6e20580fea39221b" providerId="LiveId" clId="{DF60B98D-BEE5-40E1-A35B-258C1B02AB27}" dt="2026-08-29T04:56:01.180" v="3453" actId="18131"/>
          <ac:picMkLst>
            <pc:docMk/>
            <pc:sldMk cId="3940986808" sldId="334"/>
            <ac:picMk id="6" creationId="{4BA73981-0A90-3D5C-7A2A-7D5445820347}"/>
          </ac:picMkLst>
        </pc:picChg>
        <pc:picChg chg="add mod modCrop">
          <ac:chgData name="和之 林出" userId="6e20580fea39221b" providerId="LiveId" clId="{DF60B98D-BEE5-40E1-A35B-258C1B02AB27}" dt="2026-08-29T04:56:09.821" v="3454" actId="18131"/>
          <ac:picMkLst>
            <pc:docMk/>
            <pc:sldMk cId="3940986808" sldId="334"/>
            <ac:picMk id="8" creationId="{601AD674-B7DD-5F43-50FC-3921C411F6D0}"/>
          </ac:picMkLst>
        </pc:picChg>
        <pc:picChg chg="add mod modCrop">
          <ac:chgData name="和之 林出" userId="6e20580fea39221b" providerId="LiveId" clId="{DF60B98D-BEE5-40E1-A35B-258C1B02AB27}" dt="2026-08-29T04:56:25.315" v="3455" actId="18131"/>
          <ac:picMkLst>
            <pc:docMk/>
            <pc:sldMk cId="3940986808" sldId="334"/>
            <ac:picMk id="9" creationId="{042713D3-CCF5-222C-0DF2-BF61DC6EC9C5}"/>
          </ac:picMkLst>
        </pc:picChg>
      </pc:sldChg>
      <pc:sldChg chg="addSp delSp modSp new mod">
        <pc:chgData name="和之 林出" userId="6e20580fea39221b" providerId="LiveId" clId="{DF60B98D-BEE5-40E1-A35B-258C1B02AB27}" dt="2026-08-29T05:12:44.656" v="3511" actId="1076"/>
        <pc:sldMkLst>
          <pc:docMk/>
          <pc:sldMk cId="1756330362" sldId="335"/>
        </pc:sldMkLst>
        <pc:spChg chg="add mod">
          <ac:chgData name="和之 林出" userId="6e20580fea39221b" providerId="LiveId" clId="{DF60B98D-BEE5-40E1-A35B-258C1B02AB27}" dt="2026-08-29T05:04:01.773" v="3463" actId="1076"/>
          <ac:spMkLst>
            <pc:docMk/>
            <pc:sldMk cId="1756330362" sldId="335"/>
            <ac:spMk id="9" creationId="{9DB818AE-E168-110D-5091-2951FE66E2EC}"/>
          </ac:spMkLst>
        </pc:spChg>
        <pc:spChg chg="add mod">
          <ac:chgData name="和之 林出" userId="6e20580fea39221b" providerId="LiveId" clId="{DF60B98D-BEE5-40E1-A35B-258C1B02AB27}" dt="2026-08-29T05:10:35.459" v="3495" actId="1076"/>
          <ac:spMkLst>
            <pc:docMk/>
            <pc:sldMk cId="1756330362" sldId="335"/>
            <ac:spMk id="15" creationId="{4EA1D1E1-917A-166E-881D-C6EC6AD92D93}"/>
          </ac:spMkLst>
        </pc:spChg>
        <pc:picChg chg="add mod modCrop">
          <ac:chgData name="和之 林出" userId="6e20580fea39221b" providerId="LiveId" clId="{DF60B98D-BEE5-40E1-A35B-258C1B02AB27}" dt="2026-08-29T05:12:44.656" v="3511" actId="1076"/>
          <ac:picMkLst>
            <pc:docMk/>
            <pc:sldMk cId="1756330362" sldId="335"/>
            <ac:picMk id="7" creationId="{BF6737A4-5A51-DEBE-87C7-873376E8FCC2}"/>
          </ac:picMkLst>
        </pc:picChg>
        <pc:picChg chg="add del mod ord modCrop">
          <ac:chgData name="和之 林出" userId="6e20580fea39221b" providerId="LiveId" clId="{DF60B98D-BEE5-40E1-A35B-258C1B02AB27}" dt="2026-08-29T05:11:27.051" v="3505" actId="1076"/>
          <ac:picMkLst>
            <pc:docMk/>
            <pc:sldMk cId="1756330362" sldId="335"/>
            <ac:picMk id="13" creationId="{BE6FB40F-FFD8-EF46-44D3-D2F7D81BA685}"/>
          </ac:picMkLst>
        </pc:picChg>
        <pc:picChg chg="add mod modCrop">
          <ac:chgData name="和之 林出" userId="6e20580fea39221b" providerId="LiveId" clId="{DF60B98D-BEE5-40E1-A35B-258C1B02AB27}" dt="2026-08-29T05:11:30.050" v="3506" actId="1076"/>
          <ac:picMkLst>
            <pc:docMk/>
            <pc:sldMk cId="1756330362" sldId="335"/>
            <ac:picMk id="17" creationId="{BBA2B15A-1C8F-12FF-A1C9-65ADCDC2BF48}"/>
          </ac:picMkLst>
        </pc:picChg>
        <pc:picChg chg="add mod">
          <ac:chgData name="和之 林出" userId="6e20580fea39221b" providerId="LiveId" clId="{DF60B98D-BEE5-40E1-A35B-258C1B02AB27}" dt="2026-08-29T05:11:53.283" v="3510" actId="571"/>
          <ac:picMkLst>
            <pc:docMk/>
            <pc:sldMk cId="1756330362" sldId="335"/>
            <ac:picMk id="18" creationId="{5507B7B3-92C6-02CF-6936-CB78F1211681}"/>
          </ac:picMkLst>
        </pc:picChg>
      </pc:sldChg>
      <pc:sldChg chg="addSp modSp new mod">
        <pc:chgData name="和之 林出" userId="6e20580fea39221b" providerId="LiveId" clId="{DF60B98D-BEE5-40E1-A35B-258C1B02AB27}" dt="2026-08-29T05:31:53.429" v="3523" actId="1076"/>
        <pc:sldMkLst>
          <pc:docMk/>
          <pc:sldMk cId="93639445" sldId="336"/>
        </pc:sldMkLst>
        <pc:spChg chg="add mod">
          <ac:chgData name="和之 林出" userId="6e20580fea39221b" providerId="LiveId" clId="{DF60B98D-BEE5-40E1-A35B-258C1B02AB27}" dt="2026-08-29T05:30:28.262" v="3518" actId="1076"/>
          <ac:spMkLst>
            <pc:docMk/>
            <pc:sldMk cId="93639445" sldId="336"/>
            <ac:spMk id="7" creationId="{F3E8C0CD-7E6A-1CCA-88F3-732E4E085FC8}"/>
          </ac:spMkLst>
        </pc:spChg>
        <pc:spChg chg="add mod">
          <ac:chgData name="和之 林出" userId="6e20580fea39221b" providerId="LiveId" clId="{DF60B98D-BEE5-40E1-A35B-258C1B02AB27}" dt="2026-08-29T05:31:53.429" v="3523" actId="1076"/>
          <ac:spMkLst>
            <pc:docMk/>
            <pc:sldMk cId="93639445" sldId="336"/>
            <ac:spMk id="11" creationId="{F85B2CB6-98F9-0D52-8083-8147D9DEF76C}"/>
          </ac:spMkLst>
        </pc:spChg>
        <pc:picChg chg="add mod">
          <ac:chgData name="和之 林出" userId="6e20580fea39221b" providerId="LiveId" clId="{DF60B98D-BEE5-40E1-A35B-258C1B02AB27}" dt="2026-08-29T05:30:28.262" v="3518" actId="1076"/>
          <ac:picMkLst>
            <pc:docMk/>
            <pc:sldMk cId="93639445" sldId="336"/>
            <ac:picMk id="5" creationId="{3288D052-F852-8A34-F963-D68B36F84059}"/>
          </ac:picMkLst>
        </pc:picChg>
        <pc:picChg chg="add mod">
          <ac:chgData name="和之 林出" userId="6e20580fea39221b" providerId="LiveId" clId="{DF60B98D-BEE5-40E1-A35B-258C1B02AB27}" dt="2026-08-29T05:31:25.191" v="3521" actId="14100"/>
          <ac:picMkLst>
            <pc:docMk/>
            <pc:sldMk cId="93639445" sldId="336"/>
            <ac:picMk id="9" creationId="{CFFF14BD-C467-F2D3-5770-F9382F93291D}"/>
          </ac:picMkLst>
        </pc:picChg>
      </pc:sldChg>
      <pc:sldChg chg="addSp delSp modSp new mod">
        <pc:chgData name="和之 林出" userId="6e20580fea39221b" providerId="LiveId" clId="{DF60B98D-BEE5-40E1-A35B-258C1B02AB27}" dt="2026-08-29T05:50:19.716" v="3600" actId="14100"/>
        <pc:sldMkLst>
          <pc:docMk/>
          <pc:sldMk cId="348546418" sldId="337"/>
        </pc:sldMkLst>
        <pc:spChg chg="add mod">
          <ac:chgData name="和之 林出" userId="6e20580fea39221b" providerId="LiveId" clId="{DF60B98D-BEE5-40E1-A35B-258C1B02AB27}" dt="2026-08-29T05:47:36.787" v="3574" actId="1076"/>
          <ac:spMkLst>
            <pc:docMk/>
            <pc:sldMk cId="348546418" sldId="337"/>
            <ac:spMk id="26" creationId="{D6D13DE5-8493-7D5E-943F-A47C7766E2DC}"/>
          </ac:spMkLst>
        </pc:spChg>
        <pc:spChg chg="add mod">
          <ac:chgData name="和之 林出" userId="6e20580fea39221b" providerId="LiveId" clId="{DF60B98D-BEE5-40E1-A35B-258C1B02AB27}" dt="2026-08-29T05:47:47.078" v="3579" actId="20577"/>
          <ac:spMkLst>
            <pc:docMk/>
            <pc:sldMk cId="348546418" sldId="337"/>
            <ac:spMk id="27" creationId="{EA8A3A0F-FBF1-03AA-6691-D1D82583CA3F}"/>
          </ac:spMkLst>
        </pc:spChg>
        <pc:spChg chg="add mod">
          <ac:chgData name="和之 林出" userId="6e20580fea39221b" providerId="LiveId" clId="{DF60B98D-BEE5-40E1-A35B-258C1B02AB27}" dt="2026-08-29T05:47:53.471" v="3586" actId="20577"/>
          <ac:spMkLst>
            <pc:docMk/>
            <pc:sldMk cId="348546418" sldId="337"/>
            <ac:spMk id="28" creationId="{0FCA6FD4-C205-FF4D-A0FE-97E1D6395552}"/>
          </ac:spMkLst>
        </pc:spChg>
        <pc:spChg chg="add mod">
          <ac:chgData name="和之 林出" userId="6e20580fea39221b" providerId="LiveId" clId="{DF60B98D-BEE5-40E1-A35B-258C1B02AB27}" dt="2026-08-29T05:48:02.695" v="3589" actId="20577"/>
          <ac:spMkLst>
            <pc:docMk/>
            <pc:sldMk cId="348546418" sldId="337"/>
            <ac:spMk id="29" creationId="{53E5B664-9A5E-70AF-20D3-AA265B5116AD}"/>
          </ac:spMkLst>
        </pc:spChg>
        <pc:spChg chg="add mod">
          <ac:chgData name="和之 林出" userId="6e20580fea39221b" providerId="LiveId" clId="{DF60B98D-BEE5-40E1-A35B-258C1B02AB27}" dt="2026-08-29T05:48:05.098" v="3591" actId="20577"/>
          <ac:spMkLst>
            <pc:docMk/>
            <pc:sldMk cId="348546418" sldId="337"/>
            <ac:spMk id="30" creationId="{CCE6C448-3C05-D532-6E95-B84A39BB64AD}"/>
          </ac:spMkLst>
        </pc:spChg>
        <pc:spChg chg="add mod">
          <ac:chgData name="和之 林出" userId="6e20580fea39221b" providerId="LiveId" clId="{DF60B98D-BEE5-40E1-A35B-258C1B02AB27}" dt="2026-08-29T05:49:44.465" v="3599" actId="20577"/>
          <ac:spMkLst>
            <pc:docMk/>
            <pc:sldMk cId="348546418" sldId="337"/>
            <ac:spMk id="33" creationId="{1EAFE57E-D401-6E40-63C8-FCF9021F12F7}"/>
          </ac:spMkLst>
        </pc:sp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7" creationId="{CA13AC3D-1855-40F5-E38D-E4CFEFC09261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9" creationId="{EBC2BC55-B431-AB26-DBBE-43E50F69FF0F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11" creationId="{C8C9FEE3-3498-7730-DEB2-EE6A43A5EC3E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13" creationId="{A6F801AA-A8D2-F43D-CA3C-B10E7D5CE03A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15" creationId="{3A377C75-DFB7-238A-F10D-803A2EC9521E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17" creationId="{DCF431D2-95A2-6B61-980E-5ED2ECACF577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19" creationId="{18BDE340-CC9C-6A53-B8A3-1C567AF6DC63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21" creationId="{50B87734-3D61-8CEF-6999-F464F4B7D161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23" creationId="{675D01A3-47BF-762A-03D5-D121A808D475}"/>
          </ac:picMkLst>
        </pc:picChg>
        <pc:picChg chg="add mod">
          <ac:chgData name="和之 林出" userId="6e20580fea39221b" providerId="LiveId" clId="{DF60B98D-BEE5-40E1-A35B-258C1B02AB27}" dt="2026-08-29T05:47:16.889" v="3570" actId="1076"/>
          <ac:picMkLst>
            <pc:docMk/>
            <pc:sldMk cId="348546418" sldId="337"/>
            <ac:picMk id="25" creationId="{2CE5F412-2D4B-1CC7-C51A-76469D5440BA}"/>
          </ac:picMkLst>
        </pc:picChg>
        <pc:picChg chg="add mod">
          <ac:chgData name="和之 林出" userId="6e20580fea39221b" providerId="LiveId" clId="{DF60B98D-BEE5-40E1-A35B-258C1B02AB27}" dt="2026-08-29T05:50:19.716" v="3600" actId="14100"/>
          <ac:picMkLst>
            <pc:docMk/>
            <pc:sldMk cId="348546418" sldId="337"/>
            <ac:picMk id="32" creationId="{A7A3C6CD-8791-D33C-6176-3DC69E65E9BE}"/>
          </ac:picMkLst>
        </pc:picChg>
      </pc:sldChg>
      <pc:sldChg chg="addSp modSp new mod">
        <pc:chgData name="和之 林出" userId="6e20580fea39221b" providerId="LiveId" clId="{DF60B98D-BEE5-40E1-A35B-258C1B02AB27}" dt="2026-08-29T06:11:26.935" v="3613" actId="1076"/>
        <pc:sldMkLst>
          <pc:docMk/>
          <pc:sldMk cId="758839192" sldId="338"/>
        </pc:sldMkLst>
        <pc:spChg chg="add mod">
          <ac:chgData name="和之 林出" userId="6e20580fea39221b" providerId="LiveId" clId="{DF60B98D-BEE5-40E1-A35B-258C1B02AB27}" dt="2026-08-29T06:11:09.472" v="3611" actId="1076"/>
          <ac:spMkLst>
            <pc:docMk/>
            <pc:sldMk cId="758839192" sldId="338"/>
            <ac:spMk id="9" creationId="{4858A45E-F9C7-6F46-CC0B-3401A1043EED}"/>
          </ac:spMkLst>
        </pc:spChg>
        <pc:spChg chg="add mod">
          <ac:chgData name="和之 林出" userId="6e20580fea39221b" providerId="LiveId" clId="{DF60B98D-BEE5-40E1-A35B-258C1B02AB27}" dt="2026-08-29T06:11:26.935" v="3613" actId="1076"/>
          <ac:spMkLst>
            <pc:docMk/>
            <pc:sldMk cId="758839192" sldId="338"/>
            <ac:spMk id="11" creationId="{2A658D58-4680-F945-0586-43977CCAE648}"/>
          </ac:spMkLst>
        </pc:spChg>
        <pc:picChg chg="add mod">
          <ac:chgData name="和之 林出" userId="6e20580fea39221b" providerId="LiveId" clId="{DF60B98D-BEE5-40E1-A35B-258C1B02AB27}" dt="2026-08-29T06:10:04.397" v="3605" actId="1076"/>
          <ac:picMkLst>
            <pc:docMk/>
            <pc:sldMk cId="758839192" sldId="338"/>
            <ac:picMk id="5" creationId="{F4AFBE06-726C-6582-0EA0-D28F8830F5A9}"/>
          </ac:picMkLst>
        </pc:picChg>
        <pc:picChg chg="add mod">
          <ac:chgData name="和之 林出" userId="6e20580fea39221b" providerId="LiveId" clId="{DF60B98D-BEE5-40E1-A35B-258C1B02AB27}" dt="2026-08-29T06:10:49.873" v="3609" actId="14100"/>
          <ac:picMkLst>
            <pc:docMk/>
            <pc:sldMk cId="758839192" sldId="338"/>
            <ac:picMk id="7" creationId="{175F02F4-07FE-4162-0136-070D1EB098D1}"/>
          </ac:picMkLst>
        </pc:picChg>
      </pc:sldChg>
      <pc:sldChg chg="addSp delSp modSp add mod">
        <pc:chgData name="和之 林出" userId="6e20580fea39221b" providerId="LiveId" clId="{DF60B98D-BEE5-40E1-A35B-258C1B02AB27}" dt="2026-08-29T06:46:08.219" v="3623" actId="1076"/>
        <pc:sldMkLst>
          <pc:docMk/>
          <pc:sldMk cId="507451553" sldId="339"/>
        </pc:sldMkLst>
        <pc:picChg chg="mod modCrop">
          <ac:chgData name="和之 林出" userId="6e20580fea39221b" providerId="LiveId" clId="{DF60B98D-BEE5-40E1-A35B-258C1B02AB27}" dt="2026-08-29T06:45:28.634" v="3616" actId="732"/>
          <ac:picMkLst>
            <pc:docMk/>
            <pc:sldMk cId="507451553" sldId="339"/>
            <ac:picMk id="7" creationId="{D18A83D7-803A-A7C5-49F6-61B7152A3356}"/>
          </ac:picMkLst>
        </pc:picChg>
        <pc:picChg chg="mod modCrop">
          <ac:chgData name="和之 林出" userId="6e20580fea39221b" providerId="LiveId" clId="{DF60B98D-BEE5-40E1-A35B-258C1B02AB27}" dt="2026-08-29T06:46:08.219" v="3623" actId="1076"/>
          <ac:picMkLst>
            <pc:docMk/>
            <pc:sldMk cId="507451553" sldId="339"/>
            <ac:picMk id="9" creationId="{3693B68D-317B-02E5-54AD-948069A3B431}"/>
          </ac:picMkLst>
        </pc:picChg>
        <pc:picChg chg="add mod modCrop">
          <ac:chgData name="和之 林出" userId="6e20580fea39221b" providerId="LiveId" clId="{DF60B98D-BEE5-40E1-A35B-258C1B02AB27}" dt="2026-08-29T06:45:53.517" v="3620" actId="1076"/>
          <ac:picMkLst>
            <pc:docMk/>
            <pc:sldMk cId="507451553" sldId="339"/>
            <ac:picMk id="20" creationId="{1D0ED713-72B0-B5FE-DF5A-59B260BC3BA5}"/>
          </ac:picMkLst>
        </pc:picChg>
        <pc:picChg chg="add mod">
          <ac:chgData name="和之 林出" userId="6e20580fea39221b" providerId="LiveId" clId="{DF60B98D-BEE5-40E1-A35B-258C1B02AB27}" dt="2026-08-29T06:46:08.219" v="3623" actId="1076"/>
          <ac:picMkLst>
            <pc:docMk/>
            <pc:sldMk cId="507451553" sldId="339"/>
            <ac:picMk id="22" creationId="{CE102AAD-C6E2-8162-A5A2-2AF8AD7860D5}"/>
          </ac:picMkLst>
        </pc:picChg>
      </pc:sldChg>
      <pc:sldChg chg="new">
        <pc:chgData name="和之 林出" userId="6e20580fea39221b" providerId="LiveId" clId="{DF60B98D-BEE5-40E1-A35B-258C1B02AB27}" dt="2026-09-05T08:20:54.076" v="3624" actId="680"/>
        <pc:sldMkLst>
          <pc:docMk/>
          <pc:sldMk cId="112049488" sldId="340"/>
        </pc:sldMkLst>
      </pc:sldChg>
      <pc:sldChg chg="addSp delSp modSp add del mod ord">
        <pc:chgData name="和之 林出" userId="6e20580fea39221b" providerId="LiveId" clId="{DF60B98D-BEE5-40E1-A35B-258C1B02AB27}" dt="2026-09-05T08:23:43.538" v="3647"/>
        <pc:sldMkLst>
          <pc:docMk/>
          <pc:sldMk cId="2880005398" sldId="341"/>
        </pc:sldMkLst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9" creationId="{16C1E73E-761D-981C-3BAB-C3E8DF990285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10" creationId="{C455AC4E-C8B3-D8FD-CA80-1A5EE4491E5B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14" creationId="{4C932600-8E6E-8F20-71C6-D1C5F76158ED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16" creationId="{099FA8CF-45F6-E6BF-9C47-74456507E84F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29" creationId="{FEF24BFA-F2E2-DCD3-9404-75864BDDFD20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53" creationId="{1E8E0475-EFC2-FF9C-8FA9-8D25C11B7B69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59" creationId="{112C4BD1-8A1C-28E5-505F-5A97FC371FF3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67" creationId="{AD257E05-D2C1-8893-7CF8-84184A99AC5B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69" creationId="{C3FDDDD3-052A-4F32-25C7-A3DB54D5B751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78" creationId="{2113C884-EBD7-F0B3-4C7A-C6D44AB273A6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82" creationId="{FE7D4B49-B85D-C6C7-C375-7E8D40B1634B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93" creationId="{CEEAF609-7D06-4C7E-5F43-99C77B1945AC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94" creationId="{3AEA6BC3-8556-587D-2FDE-E4A0ABB070E8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98" creationId="{FDCB25B8-8034-C24A-CBBB-98870776C36D}"/>
          </ac:spMkLst>
        </pc:spChg>
        <pc:spChg chg="mod">
          <ac:chgData name="和之 林出" userId="6e20580fea39221b" providerId="LiveId" clId="{DF60B98D-BEE5-40E1-A35B-258C1B02AB27}" dt="2026-09-05T08:23:39.216" v="3644" actId="1076"/>
          <ac:spMkLst>
            <pc:docMk/>
            <pc:sldMk cId="2880005398" sldId="341"/>
            <ac:spMk id="99" creationId="{5D04A624-E3A7-8ECD-2DE4-4BAB8F275F87}"/>
          </ac:spMkLst>
        </pc:spChg>
        <pc:spChg chg="add del mod">
          <ac:chgData name="和之 林出" userId="6e20580fea39221b" providerId="LiveId" clId="{DF60B98D-BEE5-40E1-A35B-258C1B02AB27}" dt="2026-09-05T08:22:42.456" v="3637" actId="20577"/>
          <ac:spMkLst>
            <pc:docMk/>
            <pc:sldMk cId="2880005398" sldId="341"/>
            <ac:spMk id="168" creationId="{83B59CCE-3ACF-41D3-D037-03440616C591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178" creationId="{D2160160-1229-3BB5-3669-1F73118DD5EB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179" creationId="{B4900D2E-F781-343E-CA3B-6BA62E5D448E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180" creationId="{C5F482E2-B1DB-1EEB-2CCC-1C583AAB346E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188" creationId="{6BDDCED0-E54A-F904-B7AC-B53C315EA1D3}"/>
          </ac:spMkLst>
        </pc:spChg>
        <pc:spChg chg="add mod">
          <ac:chgData name="和之 林出" userId="6e20580fea39221b" providerId="LiveId" clId="{DF60B98D-BEE5-40E1-A35B-258C1B02AB27}" dt="2026-09-05T08:23:39.030" v="3643" actId="571"/>
          <ac:spMkLst>
            <pc:docMk/>
            <pc:sldMk cId="2880005398" sldId="341"/>
            <ac:spMk id="203" creationId="{54DA3E24-2C5F-577C-FE06-58D2A17C177C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07" creationId="{C8B4E989-6076-C9B6-4302-F9EF2E758F89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09" creationId="{4C8F8D7C-5F08-82CB-0858-DF60600870CF}"/>
          </ac:spMkLst>
        </pc:spChg>
        <pc:spChg chg="mod">
          <ac:chgData name="和之 林出" userId="6e20580fea39221b" providerId="LiveId" clId="{DF60B98D-BEE5-40E1-A35B-258C1B02AB27}" dt="2026-09-05T08:22:43.320" v="3639" actId="1076"/>
          <ac:spMkLst>
            <pc:docMk/>
            <pc:sldMk cId="2880005398" sldId="341"/>
            <ac:spMk id="212" creationId="{E7354972-9BAD-9D7E-18F7-CA86FBFAEC6C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15" creationId="{83E97003-48A5-F20C-7BA0-B32F0D5B09E8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25" creationId="{32328E92-E6FA-D11B-D9C7-6F6AD719230C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26" creationId="{AD14D29C-D985-36C2-F248-D45782D240D3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39" creationId="{8C559709-9B1C-B917-72BE-0AEC707D0094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40" creationId="{88F9AC91-0380-6742-131F-15609153ACD8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41" creationId="{B18C42B4-387D-2FB2-9BBF-8EAD296DF495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46" creationId="{B2DB756F-1C1B-0710-0F5B-8132D154C607}"/>
          </ac:spMkLst>
        </pc:spChg>
        <pc:spChg chg="add mod">
          <ac:chgData name="和之 林出" userId="6e20580fea39221b" providerId="LiveId" clId="{DF60B98D-BEE5-40E1-A35B-258C1B02AB27}" dt="2026-09-05T08:23:38.817" v="3642" actId="571"/>
          <ac:spMkLst>
            <pc:docMk/>
            <pc:sldMk cId="2880005398" sldId="341"/>
            <ac:spMk id="250" creationId="{6DB16F9A-CEFE-A346-61EA-B23FB038AF72}"/>
          </ac:spMkLst>
        </pc:spChg>
        <pc:cxnChg chg="mod">
          <ac:chgData name="和之 林出" userId="6e20580fea39221b" providerId="LiveId" clId="{DF60B98D-BEE5-40E1-A35B-258C1B02AB27}" dt="2026-09-05T08:22:43.320" v="3639" actId="1076"/>
          <ac:cxnSpMkLst>
            <pc:docMk/>
            <pc:sldMk cId="2880005398" sldId="341"/>
            <ac:cxnSpMk id="171" creationId="{4123E8FF-3F03-95EE-6D65-B726D0106830}"/>
          </ac:cxnSpMkLst>
        </pc:cxnChg>
        <pc:cxnChg chg="mod">
          <ac:chgData name="和之 林出" userId="6e20580fea39221b" providerId="LiveId" clId="{DF60B98D-BEE5-40E1-A35B-258C1B02AB27}" dt="2026-09-05T08:22:43.320" v="3639" actId="1076"/>
          <ac:cxnSpMkLst>
            <pc:docMk/>
            <pc:sldMk cId="2880005398" sldId="341"/>
            <ac:cxnSpMk id="173" creationId="{3206B295-699B-AD70-F3B9-51DFA0027E3A}"/>
          </ac:cxnSpMkLst>
        </pc:cxnChg>
        <pc:cxnChg chg="mod">
          <ac:chgData name="和之 林出" userId="6e20580fea39221b" providerId="LiveId" clId="{DF60B98D-BEE5-40E1-A35B-258C1B02AB27}" dt="2026-09-05T08:22:43.320" v="3639" actId="1076"/>
          <ac:cxnSpMkLst>
            <pc:docMk/>
            <pc:sldMk cId="2880005398" sldId="341"/>
            <ac:cxnSpMk id="176" creationId="{F89857A0-7254-6DC1-617B-10A5BDCD63B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4F4F286-0393-A79F-B1AC-314572D889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9E001E-0D7A-137F-BA20-3F0879FEC5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EDD8E-B3ED-452E-BE50-EFDF6A89B504}" type="datetimeFigureOut">
              <a:rPr kumimoji="1" lang="ja-JP" altLang="en-US" smtClean="0"/>
              <a:t>2026/9/6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8900094-470F-AA36-0217-D55D11A50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176369-9C03-E97D-E1CD-CBEE37BF4E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1CD44-A427-4DC4-881F-52F002C96B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32062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9634B-993B-4E0D-942D-146AE32B04C9}" type="datetimeFigureOut">
              <a:rPr kumimoji="1" lang="ja-JP" altLang="en-US" smtClean="0"/>
              <a:t>2026/9/6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B5F84-AE87-453A-A11A-BAE23BC0B4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631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5F84-AE87-453A-A11A-BAE23BC0B4F3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789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5F84-AE87-453A-A11A-BAE23BC0B4F3}" type="slidenum">
              <a:rPr kumimoji="1" lang="ja-JP" altLang="en-US" smtClean="0"/>
              <a:t>49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230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1886972"/>
            <a:ext cx="10363200" cy="14700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lang="ja-JP" altLang="en-US" dirty="0"/>
            </a:lvl1pPr>
          </a:lstStyle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911424" y="4149080"/>
            <a:ext cx="10369152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336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9336" y="83806"/>
            <a:ext cx="11521280" cy="641716"/>
          </a:xfrm>
        </p:spPr>
        <p:txBody>
          <a:bodyPr>
            <a:noAutofit/>
          </a:bodyPr>
          <a:lstStyle>
            <a:lvl1pPr algn="just">
              <a:defRPr sz="3200">
                <a:latin typeface="+mj-lt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6" name="タイトル 1"/>
          <p:cNvSpPr txBox="1">
            <a:spLocks/>
          </p:cNvSpPr>
          <p:nvPr userDrawn="1"/>
        </p:nvSpPr>
        <p:spPr>
          <a:xfrm>
            <a:off x="0" y="646982"/>
            <a:ext cx="12192000" cy="45719"/>
          </a:xfrm>
          <a:prstGeom prst="rect">
            <a:avLst/>
          </a:prstGeom>
          <a:gradFill rotWithShape="1">
            <a:gsLst>
              <a:gs pos="0">
                <a:srgbClr val="00008F">
                  <a:shade val="51000"/>
                  <a:satMod val="130000"/>
                </a:srgbClr>
              </a:gs>
              <a:gs pos="80000">
                <a:srgbClr val="00008F">
                  <a:shade val="93000"/>
                  <a:satMod val="130000"/>
                </a:srgbClr>
              </a:gs>
              <a:gs pos="100000">
                <a:srgbClr val="00008F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  <p:grpSp>
        <p:nvGrpSpPr>
          <p:cNvPr id="17" name="グループ化 16"/>
          <p:cNvGrpSpPr/>
          <p:nvPr userDrawn="1"/>
        </p:nvGrpSpPr>
        <p:grpSpPr>
          <a:xfrm>
            <a:off x="9481643" y="567736"/>
            <a:ext cx="2710357" cy="45719"/>
            <a:chOff x="6588224" y="6618195"/>
            <a:chExt cx="2555776" cy="99392"/>
          </a:xfrm>
          <a:gradFill>
            <a:gsLst>
              <a:gs pos="0">
                <a:srgbClr val="A20000"/>
              </a:gs>
              <a:gs pos="80000">
                <a:srgbClr val="FF0000"/>
              </a:gs>
              <a:gs pos="100000">
                <a:srgbClr val="FF0000"/>
              </a:gs>
            </a:gsLst>
            <a:lin ang="16200000" scaled="0"/>
          </a:gradFill>
          <a:effectLst>
            <a:outerShdw blurRad="40005" dist="22860" dir="5400000" algn="ctr" rotWithShape="0">
              <a:schemeClr val="tx1">
                <a:alpha val="35000"/>
              </a:schemeClr>
            </a:outerShdw>
          </a:effectLst>
        </p:grpSpPr>
        <p:sp>
          <p:nvSpPr>
            <p:cNvPr id="18" name="平行四辺形 17"/>
            <p:cNvSpPr/>
            <p:nvPr userDrawn="1"/>
          </p:nvSpPr>
          <p:spPr>
            <a:xfrm>
              <a:off x="6588224" y="6618195"/>
              <a:ext cx="683776" cy="99392"/>
            </a:xfrm>
            <a:prstGeom prst="parallelogram">
              <a:avLst>
                <a:gd name="adj" fmla="val 11871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/>
            </a:p>
          </p:txBody>
        </p:sp>
        <p:sp>
          <p:nvSpPr>
            <p:cNvPr id="19" name="正方形/長方形 18"/>
            <p:cNvSpPr/>
            <p:nvPr userDrawn="1"/>
          </p:nvSpPr>
          <p:spPr>
            <a:xfrm>
              <a:off x="6732240" y="6618195"/>
              <a:ext cx="2411760" cy="993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/>
            </a:p>
          </p:txBody>
        </p:sp>
      </p:grp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1CEF2D-3C54-714A-0D63-7853EDE0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0497" y="103586"/>
            <a:ext cx="2844800" cy="365125"/>
          </a:xfrm>
        </p:spPr>
        <p:txBody>
          <a:bodyPr/>
          <a:lstStyle>
            <a:lvl1pPr>
              <a:defRPr sz="1800"/>
            </a:lvl1pPr>
          </a:lstStyle>
          <a:p>
            <a:fld id="{870B1737-2A00-4EFB-9FD3-149FCC30AA1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6018393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07368" y="2996952"/>
            <a:ext cx="103632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07368" y="1496760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51F6D17-BD86-142E-7462-FD5C2208B820}"/>
              </a:ext>
            </a:extLst>
          </p:cNvPr>
          <p:cNvGrpSpPr/>
          <p:nvPr userDrawn="1"/>
        </p:nvGrpSpPr>
        <p:grpSpPr>
          <a:xfrm>
            <a:off x="6096000" y="4129763"/>
            <a:ext cx="6096000" cy="91325"/>
            <a:chOff x="8472264" y="4129763"/>
            <a:chExt cx="3719736" cy="124965"/>
          </a:xfrm>
        </p:grpSpPr>
        <p:sp>
          <p:nvSpPr>
            <p:cNvPr id="7" name="タイトル 1">
              <a:extLst>
                <a:ext uri="{FF2B5EF4-FFF2-40B4-BE49-F238E27FC236}">
                  <a16:creationId xmlns:a16="http://schemas.microsoft.com/office/drawing/2014/main" id="{84CE860B-8D99-FD21-2450-0B413A5AEB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472264" y="4209009"/>
              <a:ext cx="3719736" cy="45719"/>
            </a:xfrm>
            <a:prstGeom prst="rect">
              <a:avLst/>
            </a:prstGeom>
            <a:gradFill rotWithShape="1">
              <a:gsLst>
                <a:gs pos="0">
                  <a:srgbClr val="00008F">
                    <a:shade val="51000"/>
                    <a:satMod val="130000"/>
                  </a:srgbClr>
                </a:gs>
                <a:gs pos="80000">
                  <a:srgbClr val="00008F">
                    <a:shade val="93000"/>
                    <a:satMod val="130000"/>
                  </a:srgbClr>
                </a:gs>
                <a:gs pos="100000">
                  <a:srgbClr val="00008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kumimoji="1" sz="4000" kern="1200">
                  <a:solidFill>
                    <a:schemeClr val="bg1"/>
                  </a:solidFill>
                  <a:latin typeface="Arial" pitchFamily="34" charset="0"/>
                  <a:ea typeface="+mj-ea"/>
                  <a:cs typeface="Arial" pitchFamily="34" charset="0"/>
                </a:defRPr>
              </a:lvl1pPr>
              <a:lvl2pPr>
                <a:defRPr/>
              </a:lvl2pPr>
              <a:lvl3pPr>
                <a:defRPr/>
              </a:lvl3pPr>
              <a:lvl4pPr>
                <a:defRPr/>
              </a:lvl4pPr>
              <a:lvl5pPr>
                <a:defRPr/>
              </a:lvl5pPr>
              <a:lvl6pPr>
                <a:defRPr/>
              </a:lvl6pPr>
              <a:lvl7pPr>
                <a:defRPr/>
              </a:lvl7pPr>
              <a:lvl8pPr>
                <a:defRPr/>
              </a:lvl8pPr>
              <a:lvl9pPr>
                <a:defRPr/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ＭＳ Ｐゴシック"/>
                <a:cs typeface="Arial" pitchFamily="34" charset="0"/>
              </a:endParaRP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13ED866-8316-F7BD-C891-93AA5650FF76}"/>
                </a:ext>
              </a:extLst>
            </p:cNvPr>
            <p:cNvGrpSpPr/>
            <p:nvPr userDrawn="1"/>
          </p:nvGrpSpPr>
          <p:grpSpPr>
            <a:xfrm>
              <a:off x="9481643" y="4129763"/>
              <a:ext cx="2710357" cy="45719"/>
              <a:chOff x="6588224" y="6618195"/>
              <a:chExt cx="2555776" cy="99392"/>
            </a:xfrm>
            <a:gradFill>
              <a:gsLst>
                <a:gs pos="0">
                  <a:srgbClr val="A20000"/>
                </a:gs>
                <a:gs pos="80000">
                  <a:srgbClr val="FF0000"/>
                </a:gs>
                <a:gs pos="100000">
                  <a:srgbClr val="FF0000"/>
                </a:gs>
              </a:gsLst>
              <a:lin ang="16200000" scaled="0"/>
            </a:gradFill>
            <a:effectLst>
              <a:outerShdw blurRad="40005" dist="22860" dir="5400000" algn="ctr" rotWithShape="0">
                <a:schemeClr val="tx1">
                  <a:alpha val="35000"/>
                </a:schemeClr>
              </a:outerShdw>
            </a:effectLst>
          </p:grpSpPr>
          <p:sp>
            <p:nvSpPr>
              <p:cNvPr id="9" name="平行四辺形 8">
                <a:extLst>
                  <a:ext uri="{FF2B5EF4-FFF2-40B4-BE49-F238E27FC236}">
                    <a16:creationId xmlns:a16="http://schemas.microsoft.com/office/drawing/2014/main" id="{5A1F42F7-AA37-F0B5-9C45-0327A41B5A7C}"/>
                  </a:ext>
                </a:extLst>
              </p:cNvPr>
              <p:cNvSpPr/>
              <p:nvPr userDrawn="1"/>
            </p:nvSpPr>
            <p:spPr>
              <a:xfrm>
                <a:off x="6588224" y="6618195"/>
                <a:ext cx="683776" cy="99392"/>
              </a:xfrm>
              <a:prstGeom prst="parallelogram">
                <a:avLst>
                  <a:gd name="adj" fmla="val 11871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800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66A87175-7869-45FF-A250-D78792D76243}"/>
                  </a:ext>
                </a:extLst>
              </p:cNvPr>
              <p:cNvSpPr/>
              <p:nvPr userDrawn="1"/>
            </p:nvSpPr>
            <p:spPr>
              <a:xfrm>
                <a:off x="6732240" y="6618195"/>
                <a:ext cx="2411760" cy="9939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17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64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49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28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40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32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59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7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695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B1737-2A00-4EFB-9FD3-149FCC30AA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14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40.jpg"/><Relationship Id="rId7" Type="http://schemas.openxmlformats.org/officeDocument/2006/relationships/image" Target="../media/image1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41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9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1.jpg"/><Relationship Id="rId10" Type="http://schemas.openxmlformats.org/officeDocument/2006/relationships/image" Target="../media/image42.jpg"/><Relationship Id="rId4" Type="http://schemas.openxmlformats.org/officeDocument/2006/relationships/image" Target="../media/image40.jpg"/><Relationship Id="rId9" Type="http://schemas.openxmlformats.org/officeDocument/2006/relationships/image" Target="../media/image43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59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9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64.wmf"/><Relationship Id="rId21" Type="http://schemas.openxmlformats.org/officeDocument/2006/relationships/image" Target="../media/image73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71.wmf"/><Relationship Id="rId25" Type="http://schemas.openxmlformats.org/officeDocument/2006/relationships/image" Target="../media/image75.w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22.bin"/><Relationship Id="rId5" Type="http://schemas.openxmlformats.org/officeDocument/2006/relationships/image" Target="../media/image65.wmf"/><Relationship Id="rId15" Type="http://schemas.openxmlformats.org/officeDocument/2006/relationships/image" Target="../media/image70.wmf"/><Relationship Id="rId23" Type="http://schemas.openxmlformats.org/officeDocument/2006/relationships/image" Target="../media/image74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72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83.wmf"/><Relationship Id="rId3" Type="http://schemas.openxmlformats.org/officeDocument/2006/relationships/image" Target="../media/image77.jpeg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26.bin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82.wmf"/><Relationship Id="rId5" Type="http://schemas.openxmlformats.org/officeDocument/2006/relationships/image" Target="../media/image79.jpeg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78.jpeg"/><Relationship Id="rId9" Type="http://schemas.openxmlformats.org/officeDocument/2006/relationships/image" Target="../media/image81.wmf"/><Relationship Id="rId14" Type="http://schemas.openxmlformats.org/officeDocument/2006/relationships/image" Target="../media/image8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60.wmf"/><Relationship Id="rId7" Type="http://schemas.openxmlformats.org/officeDocument/2006/relationships/image" Target="../media/image8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87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59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91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1EE2-2835-544D-2746-E0C88623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273EF-FAF4-2EE8-D758-D0CCB4B45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/>
        </p:spPr>
        <p:txBody>
          <a:bodyPr/>
          <a:lstStyle/>
          <a:p>
            <a:r>
              <a:rPr lang="ja-JP" altLang="en-US" dirty="0"/>
              <a:t>修論（論文化版）　図表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CB7A92-3C8E-268D-94B1-563153BFD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149080"/>
            <a:ext cx="5184576" cy="1752600"/>
          </a:xfrm>
        </p:spPr>
        <p:txBody>
          <a:bodyPr>
            <a:normAutofit/>
          </a:bodyPr>
          <a:lstStyle/>
          <a:p>
            <a:pPr algn="r"/>
            <a:r>
              <a:rPr lang="ja-JP" altLang="en-US" sz="2000" dirty="0"/>
              <a:t>髙橋正樹研究室 修士</a:t>
            </a:r>
            <a:r>
              <a:rPr lang="en-US" altLang="ja-JP" sz="2000" dirty="0"/>
              <a:t>2</a:t>
            </a:r>
            <a:r>
              <a:rPr lang="ja-JP" altLang="en-US" sz="2000" dirty="0"/>
              <a:t>年 林出和之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5970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4483-F6AC-7094-6E0F-4E19B259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8447A-8D10-12CE-1F24-75717299F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課題を示す図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50C57D-F7CB-712E-95CA-24DCDB8F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</a:t>
            </a:fld>
            <a:endParaRPr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65DB2137-F385-FF49-1F90-1269BF6EA722}"/>
              </a:ext>
            </a:extLst>
          </p:cNvPr>
          <p:cNvGrpSpPr/>
          <p:nvPr/>
        </p:nvGrpSpPr>
        <p:grpSpPr>
          <a:xfrm>
            <a:off x="6130165" y="1769772"/>
            <a:ext cx="6035212" cy="3297755"/>
            <a:chOff x="2639616" y="1556792"/>
            <a:chExt cx="6035212" cy="3297755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962DC58-C303-0244-A294-A4126DE63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9616" y="1556792"/>
              <a:ext cx="6035212" cy="3297755"/>
            </a:xfrm>
            <a:prstGeom prst="rect">
              <a:avLst/>
            </a:prstGeom>
          </p:spPr>
        </p:pic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AEFD048-D019-475A-67D6-09500729CD5D}"/>
                </a:ext>
              </a:extLst>
            </p:cNvPr>
            <p:cNvSpPr/>
            <p:nvPr/>
          </p:nvSpPr>
          <p:spPr>
            <a:xfrm>
              <a:off x="4890853" y="2060848"/>
              <a:ext cx="1349164" cy="2504044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4E93737C-34DF-624A-9681-EEA1CB2AC68F}"/>
                </a:ext>
              </a:extLst>
            </p:cNvPr>
            <p:cNvSpPr/>
            <p:nvPr/>
          </p:nvSpPr>
          <p:spPr>
            <a:xfrm>
              <a:off x="6421673" y="1773626"/>
              <a:ext cx="698352" cy="1459707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2645F0F-99B3-8582-574C-89DE4177A63E}"/>
                </a:ext>
              </a:extLst>
            </p:cNvPr>
            <p:cNvSpPr txBox="1"/>
            <p:nvPr/>
          </p:nvSpPr>
          <p:spPr>
            <a:xfrm>
              <a:off x="6168008" y="2915214"/>
              <a:ext cx="2447264" cy="58477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/>
                <a:t>The nurse </a:t>
              </a:r>
              <a:r>
                <a:rPr kumimoji="1" lang="en-US" altLang="ja-JP" sz="1600" b="1" dirty="0">
                  <a:solidFill>
                    <a:srgbClr val="FF0000"/>
                  </a:solidFill>
                </a:rPr>
                <a:t>focused on another task</a:t>
              </a:r>
              <a:endParaRPr kumimoji="1" lang="ja-JP" altLang="en-US" sz="1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EF35AC7-F01F-2702-C15F-C663126D8B91}"/>
              </a:ext>
            </a:extLst>
          </p:cNvPr>
          <p:cNvGrpSpPr/>
          <p:nvPr/>
        </p:nvGrpSpPr>
        <p:grpSpPr>
          <a:xfrm>
            <a:off x="12473436" y="0"/>
            <a:ext cx="1744381" cy="1349678"/>
            <a:chOff x="1069897" y="1589030"/>
            <a:chExt cx="1744381" cy="134967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FCE58F30-F016-24AE-B561-B311D637A652}"/>
                </a:ext>
              </a:extLst>
            </p:cNvPr>
            <p:cNvGrpSpPr/>
            <p:nvPr/>
          </p:nvGrpSpPr>
          <p:grpSpPr>
            <a:xfrm>
              <a:off x="1069897" y="1589030"/>
              <a:ext cx="1744381" cy="1349678"/>
              <a:chOff x="1069897" y="1589030"/>
              <a:chExt cx="1744381" cy="1349678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77E322ED-2D4A-EB1E-798C-F7103801C993}"/>
                  </a:ext>
                </a:extLst>
              </p:cNvPr>
              <p:cNvGrpSpPr/>
              <p:nvPr/>
            </p:nvGrpSpPr>
            <p:grpSpPr>
              <a:xfrm>
                <a:off x="1069897" y="1589030"/>
                <a:ext cx="1744381" cy="1349678"/>
                <a:chOff x="1069897" y="1589030"/>
                <a:chExt cx="1744381" cy="1349678"/>
              </a:xfrm>
            </p:grpSpPr>
            <p:pic>
              <p:nvPicPr>
                <p:cNvPr id="19" name="図 18">
                  <a:extLst>
                    <a:ext uri="{FF2B5EF4-FFF2-40B4-BE49-F238E27FC236}">
                      <a16:creationId xmlns:a16="http://schemas.microsoft.com/office/drawing/2014/main" id="{A7AB9EE7-ED6A-FD68-316B-6EE684F7F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rcRect l="4783" r="24595"/>
                <a:stretch/>
              </p:blipFill>
              <p:spPr>
                <a:xfrm>
                  <a:off x="1069897" y="1589030"/>
                  <a:ext cx="1744381" cy="1349678"/>
                </a:xfrm>
                <a:prstGeom prst="rect">
                  <a:avLst/>
                </a:prstGeom>
              </p:spPr>
            </p:pic>
            <p:pic>
              <p:nvPicPr>
                <p:cNvPr id="20" name="図 19">
                  <a:extLst>
                    <a:ext uri="{FF2B5EF4-FFF2-40B4-BE49-F238E27FC236}">
                      <a16:creationId xmlns:a16="http://schemas.microsoft.com/office/drawing/2014/main" id="{0FE88122-FBDD-A151-04F8-06E4AE40CF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26343" t="11979" r="40792" b="7062"/>
                <a:stretch/>
              </p:blipFill>
              <p:spPr>
                <a:xfrm>
                  <a:off x="1602465" y="1753370"/>
                  <a:ext cx="811783" cy="1092689"/>
                </a:xfrm>
                <a:prstGeom prst="rect">
                  <a:avLst/>
                </a:prstGeom>
              </p:spPr>
            </p:pic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A0AB9FEF-19D5-816F-6A01-9942040A2938}"/>
                    </a:ext>
                  </a:extLst>
                </p:cNvPr>
                <p:cNvSpPr/>
                <p:nvPr/>
              </p:nvSpPr>
              <p:spPr>
                <a:xfrm>
                  <a:off x="1602467" y="1753370"/>
                  <a:ext cx="811783" cy="1092689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BD4FA290-82CB-E491-3895-24535DAD562B}"/>
                  </a:ext>
                </a:extLst>
              </p:cNvPr>
              <p:cNvSpPr/>
              <p:nvPr/>
            </p:nvSpPr>
            <p:spPr>
              <a:xfrm>
                <a:off x="1138840" y="1795927"/>
                <a:ext cx="439795" cy="76897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278A63E1-71FE-273B-BF8B-9ACAFD59649C}"/>
                </a:ext>
              </a:extLst>
            </p:cNvPr>
            <p:cNvSpPr/>
            <p:nvPr/>
          </p:nvSpPr>
          <p:spPr>
            <a:xfrm>
              <a:off x="2008356" y="1752875"/>
              <a:ext cx="216025" cy="1837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5FE8FC6-58DF-C3E1-A22A-27C3F39DFA5B}"/>
              </a:ext>
            </a:extLst>
          </p:cNvPr>
          <p:cNvSpPr txBox="1"/>
          <p:nvPr/>
        </p:nvSpPr>
        <p:spPr>
          <a:xfrm>
            <a:off x="8268696" y="4746320"/>
            <a:ext cx="1755609" cy="4001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Elderly</a:t>
            </a:r>
            <a:r>
              <a:rPr kumimoji="1" lang="en-US" altLang="ja-JP" sz="2000" dirty="0"/>
              <a:t> patient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603155-2324-B054-82F0-A7BA0EA315C6}"/>
              </a:ext>
            </a:extLst>
          </p:cNvPr>
          <p:cNvSpPr txBox="1"/>
          <p:nvPr/>
        </p:nvSpPr>
        <p:spPr>
          <a:xfrm>
            <a:off x="6168008" y="980728"/>
            <a:ext cx="257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危ないケース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2532F1-AB73-688C-2DE5-7B1041C3972D}"/>
              </a:ext>
            </a:extLst>
          </p:cNvPr>
          <p:cNvSpPr txBox="1"/>
          <p:nvPr/>
        </p:nvSpPr>
        <p:spPr>
          <a:xfrm>
            <a:off x="119336" y="980728"/>
            <a:ext cx="257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比較的安全なケース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E93B041-F573-AED7-2D53-57F3506CA7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92" t="28097" r="38520" b="28444"/>
          <a:stretch>
            <a:fillRect/>
          </a:stretch>
        </p:blipFill>
        <p:spPr>
          <a:xfrm>
            <a:off x="84399" y="1769772"/>
            <a:ext cx="5906914" cy="3297755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0FEA384-F808-218B-C0F0-32A6E1A51F61}"/>
              </a:ext>
            </a:extLst>
          </p:cNvPr>
          <p:cNvSpPr txBox="1"/>
          <p:nvPr/>
        </p:nvSpPr>
        <p:spPr>
          <a:xfrm>
            <a:off x="3553214" y="4618127"/>
            <a:ext cx="2326762" cy="4001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Middle-aged</a:t>
            </a:r>
            <a:r>
              <a:rPr lang="ja-JP" altLang="en-US" sz="2000" dirty="0"/>
              <a:t> </a:t>
            </a:r>
            <a:r>
              <a:rPr kumimoji="1" lang="en-US" altLang="ja-JP" sz="2000" dirty="0"/>
              <a:t>patient</a:t>
            </a:r>
            <a:endParaRPr kumimoji="1" lang="ja-JP" altLang="en-US" sz="2000" dirty="0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AE7BC03B-F1B9-0715-7A70-564066EF0BB7}"/>
              </a:ext>
            </a:extLst>
          </p:cNvPr>
          <p:cNvSpPr/>
          <p:nvPr/>
        </p:nvSpPr>
        <p:spPr>
          <a:xfrm>
            <a:off x="4289197" y="2348217"/>
            <a:ext cx="698352" cy="194487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24CD7BB-B7B2-7C1E-B64B-8204A975F07C}"/>
              </a:ext>
            </a:extLst>
          </p:cNvPr>
          <p:cNvSpPr/>
          <p:nvPr/>
        </p:nvSpPr>
        <p:spPr>
          <a:xfrm>
            <a:off x="4306181" y="2780928"/>
            <a:ext cx="884435" cy="172819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017EF6C-C0C7-30A5-47F4-D9C92B52C2ED}"/>
              </a:ext>
            </a:extLst>
          </p:cNvPr>
          <p:cNvSpPr txBox="1"/>
          <p:nvPr/>
        </p:nvSpPr>
        <p:spPr>
          <a:xfrm>
            <a:off x="3390416" y="1736678"/>
            <a:ext cx="2081216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/>
              <a:t>The nurse </a:t>
            </a:r>
            <a:r>
              <a:rPr kumimoji="1" lang="en-US" altLang="ja-JP" sz="1600" b="1" dirty="0"/>
              <a:t>supporting the patient</a:t>
            </a:r>
            <a:endParaRPr kumimoji="1" lang="ja-JP" altLang="en-US" sz="1600" b="1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E4013AF-B421-EC5A-E321-370AEE37AF03}"/>
              </a:ext>
            </a:extLst>
          </p:cNvPr>
          <p:cNvSpPr txBox="1"/>
          <p:nvPr/>
        </p:nvSpPr>
        <p:spPr>
          <a:xfrm>
            <a:off x="6528048" y="5146430"/>
            <a:ext cx="5279660" cy="5847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ja-JP" sz="1600" b="1" dirty="0"/>
              <a:t>Standing up without nearby support</a:t>
            </a:r>
            <a:br>
              <a:rPr lang="ja-JP" altLang="ja-JP" sz="1600" dirty="0"/>
            </a:br>
            <a:r>
              <a:rPr lang="ja-JP" altLang="ja-JP" sz="1600" b="1" dirty="0"/>
              <a:t>→ Higher risk / higher </a:t>
            </a:r>
            <a:r>
              <a:rPr lang="en-US" altLang="ja-JP" sz="1600" b="1" dirty="0"/>
              <a:t>monitoring</a:t>
            </a:r>
            <a:r>
              <a:rPr lang="ja-JP" altLang="ja-JP" sz="1600" b="1" dirty="0"/>
              <a:t> priority</a:t>
            </a:r>
            <a:endParaRPr kumimoji="1"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2FDC94D-2FB8-200B-BECE-3E85EA6FB481}"/>
              </a:ext>
            </a:extLst>
          </p:cNvPr>
          <p:cNvSpPr txBox="1"/>
          <p:nvPr/>
        </p:nvSpPr>
        <p:spPr>
          <a:xfrm>
            <a:off x="6947500" y="4292064"/>
            <a:ext cx="1493138" cy="44267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Wheelchair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7C845F5-F69B-39B3-88C2-CFD401CF57F0}"/>
              </a:ext>
            </a:extLst>
          </p:cNvPr>
          <p:cNvSpPr txBox="1"/>
          <p:nvPr/>
        </p:nvSpPr>
        <p:spPr>
          <a:xfrm>
            <a:off x="5106863" y="4066446"/>
            <a:ext cx="790180" cy="44267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dirty="0"/>
              <a:t>Chair</a:t>
            </a:r>
            <a:endParaRPr kumimoji="1" lang="ja-JP" altLang="en-US" sz="20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FC5F26C-C087-74AD-495F-CD50FB480CCC}"/>
              </a:ext>
            </a:extLst>
          </p:cNvPr>
          <p:cNvSpPr txBox="1"/>
          <p:nvPr/>
        </p:nvSpPr>
        <p:spPr>
          <a:xfrm>
            <a:off x="398026" y="5146430"/>
            <a:ext cx="5279660" cy="5847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ja-JP" sz="1600" b="1" dirty="0"/>
              <a:t>Standing up with direct support</a:t>
            </a:r>
            <a:br>
              <a:rPr lang="ja-JP" altLang="ja-JP" sz="1600" dirty="0"/>
            </a:br>
            <a:r>
              <a:rPr lang="ja-JP" altLang="ja-JP" sz="1600" b="1" dirty="0"/>
              <a:t>→ Lower risk / lower </a:t>
            </a:r>
            <a:r>
              <a:rPr lang="en-US" altLang="ja-JP" sz="1600" b="1" dirty="0"/>
              <a:t>monitoring</a:t>
            </a:r>
            <a:r>
              <a:rPr lang="ja-JP" altLang="ja-JP" sz="1600" b="1" dirty="0"/>
              <a:t> priority</a:t>
            </a:r>
            <a:endParaRPr kumimoji="1" lang="ja-JP" altLang="en-US" sz="1600" b="1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F8FCF09-2472-FA73-7D53-3A819F224EFB}"/>
              </a:ext>
            </a:extLst>
          </p:cNvPr>
          <p:cNvSpPr txBox="1"/>
          <p:nvPr/>
        </p:nvSpPr>
        <p:spPr>
          <a:xfrm>
            <a:off x="4844520" y="2726837"/>
            <a:ext cx="1122553" cy="44267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dirty="0"/>
              <a:t>Handrail</a:t>
            </a:r>
            <a:endParaRPr kumimoji="1" lang="ja-JP" altLang="en-US" sz="20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CBB65CD-FA48-4B59-A5C2-2E0269C30566}"/>
              </a:ext>
            </a:extLst>
          </p:cNvPr>
          <p:cNvSpPr txBox="1"/>
          <p:nvPr/>
        </p:nvSpPr>
        <p:spPr>
          <a:xfrm>
            <a:off x="3605041" y="4087638"/>
            <a:ext cx="753373" cy="44267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dirty="0"/>
              <a:t>Cane</a:t>
            </a:r>
            <a:endParaRPr kumimoji="1" lang="ja-JP" altLang="en-US" sz="2000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FDA9B41-9BB6-BFA4-F51D-DBA43E771305}"/>
              </a:ext>
            </a:extLst>
          </p:cNvPr>
          <p:cNvSpPr/>
          <p:nvPr/>
        </p:nvSpPr>
        <p:spPr>
          <a:xfrm>
            <a:off x="353117" y="2273828"/>
            <a:ext cx="1050459" cy="237292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D9DCE2F-8117-4056-3F3B-F5816E5D6859}"/>
              </a:ext>
            </a:extLst>
          </p:cNvPr>
          <p:cNvSpPr txBox="1"/>
          <p:nvPr/>
        </p:nvSpPr>
        <p:spPr>
          <a:xfrm>
            <a:off x="254322" y="4416161"/>
            <a:ext cx="2207111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/>
              <a:t>The nurse </a:t>
            </a:r>
            <a:r>
              <a:rPr kumimoji="1" lang="en-US" altLang="ja-JP" sz="1600" b="1" dirty="0"/>
              <a:t>monitoring other patients</a:t>
            </a:r>
            <a:endParaRPr kumimoji="1"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2316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92F9-D47D-8195-0C6D-6A15BA78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C866B998-D125-326A-7460-0CE4F1AF5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69253"/>
              </p:ext>
            </p:extLst>
          </p:nvPr>
        </p:nvGraphicFramePr>
        <p:xfrm>
          <a:off x="-2569159" y="726306"/>
          <a:ext cx="14761159" cy="524879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983230">
                  <a:extLst>
                    <a:ext uri="{9D8B030D-6E8A-4147-A177-3AD203B41FA5}">
                      <a16:colId xmlns:a16="http://schemas.microsoft.com/office/drawing/2014/main" val="3632072748"/>
                    </a:ext>
                  </a:extLst>
                </a:gridCol>
                <a:gridCol w="5673510">
                  <a:extLst>
                    <a:ext uri="{9D8B030D-6E8A-4147-A177-3AD203B41FA5}">
                      <a16:colId xmlns:a16="http://schemas.microsoft.com/office/drawing/2014/main" val="2146155459"/>
                    </a:ext>
                  </a:extLst>
                </a:gridCol>
                <a:gridCol w="6104419">
                  <a:extLst>
                    <a:ext uri="{9D8B030D-6E8A-4147-A177-3AD203B41FA5}">
                      <a16:colId xmlns:a16="http://schemas.microsoft.com/office/drawing/2014/main" val="2220918429"/>
                    </a:ext>
                  </a:extLst>
                </a:gridCol>
              </a:tblGrid>
              <a:tr h="371081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比較的安全なケース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危ないケース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720284"/>
                  </a:ext>
                </a:extLst>
              </a:tr>
              <a:tr h="386654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979329"/>
                  </a:ext>
                </a:extLst>
              </a:tr>
              <a:tr h="37108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患者文脈を重視する場合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立ち上がっているため、危険と判断する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立ち上がっているため、危険と判断する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29407"/>
                  </a:ext>
                </a:extLst>
              </a:tr>
              <a:tr h="371081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空間的文脈を重視する場合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見守りや支えがあるため、危険度は低いと判断する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見守りや支えがなく立ち上がっているため、危険と判断する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918497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508707D0-6A79-176A-6ABC-F6851037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課題を示す図 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46EC916-252E-9592-3990-589CF20C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</a:t>
            </a:fld>
            <a:endParaRPr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7191CA1-076D-B07D-0EE7-E92DC5389F2B}"/>
              </a:ext>
            </a:extLst>
          </p:cNvPr>
          <p:cNvGrpSpPr/>
          <p:nvPr/>
        </p:nvGrpSpPr>
        <p:grpSpPr>
          <a:xfrm>
            <a:off x="12473436" y="0"/>
            <a:ext cx="1744381" cy="1349678"/>
            <a:chOff x="1069897" y="1589030"/>
            <a:chExt cx="1744381" cy="134967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8F798B20-F995-7B2C-093D-63ED4C2616A5}"/>
                </a:ext>
              </a:extLst>
            </p:cNvPr>
            <p:cNvGrpSpPr/>
            <p:nvPr/>
          </p:nvGrpSpPr>
          <p:grpSpPr>
            <a:xfrm>
              <a:off x="1069897" y="1589030"/>
              <a:ext cx="1744381" cy="1349678"/>
              <a:chOff x="1069897" y="1589030"/>
              <a:chExt cx="1744381" cy="1349678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36712C73-1D46-DAE0-DF59-E60B3E22DCB4}"/>
                  </a:ext>
                </a:extLst>
              </p:cNvPr>
              <p:cNvGrpSpPr/>
              <p:nvPr/>
            </p:nvGrpSpPr>
            <p:grpSpPr>
              <a:xfrm>
                <a:off x="1069897" y="1589030"/>
                <a:ext cx="1744381" cy="1349678"/>
                <a:chOff x="1069897" y="1589030"/>
                <a:chExt cx="1744381" cy="1349678"/>
              </a:xfrm>
            </p:grpSpPr>
            <p:pic>
              <p:nvPicPr>
                <p:cNvPr id="19" name="図 18">
                  <a:extLst>
                    <a:ext uri="{FF2B5EF4-FFF2-40B4-BE49-F238E27FC236}">
                      <a16:creationId xmlns:a16="http://schemas.microsoft.com/office/drawing/2014/main" id="{1AEC16AC-1E37-B357-31E9-FB003E7E0B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rcRect l="4783" r="24595"/>
                <a:stretch/>
              </p:blipFill>
              <p:spPr>
                <a:xfrm>
                  <a:off x="1069897" y="1589030"/>
                  <a:ext cx="1744381" cy="1349678"/>
                </a:xfrm>
                <a:prstGeom prst="rect">
                  <a:avLst/>
                </a:prstGeom>
              </p:spPr>
            </p:pic>
            <p:pic>
              <p:nvPicPr>
                <p:cNvPr id="20" name="図 19">
                  <a:extLst>
                    <a:ext uri="{FF2B5EF4-FFF2-40B4-BE49-F238E27FC236}">
                      <a16:creationId xmlns:a16="http://schemas.microsoft.com/office/drawing/2014/main" id="{FA7178A8-D765-6AA1-1336-6AF8948284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26343" t="11979" r="40792" b="7062"/>
                <a:stretch/>
              </p:blipFill>
              <p:spPr>
                <a:xfrm>
                  <a:off x="1602465" y="1753370"/>
                  <a:ext cx="811783" cy="1092689"/>
                </a:xfrm>
                <a:prstGeom prst="rect">
                  <a:avLst/>
                </a:prstGeom>
              </p:spPr>
            </p:pic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688C87D3-8CF2-4C08-5B94-C7C9228AACED}"/>
                    </a:ext>
                  </a:extLst>
                </p:cNvPr>
                <p:cNvSpPr/>
                <p:nvPr/>
              </p:nvSpPr>
              <p:spPr>
                <a:xfrm>
                  <a:off x="1602467" y="1753370"/>
                  <a:ext cx="811783" cy="1092689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BBF25391-EFA8-B783-ED91-56D8B232AB58}"/>
                  </a:ext>
                </a:extLst>
              </p:cNvPr>
              <p:cNvSpPr/>
              <p:nvPr/>
            </p:nvSpPr>
            <p:spPr>
              <a:xfrm>
                <a:off x="1138840" y="1795927"/>
                <a:ext cx="439795" cy="76897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8E38A0D-2549-68CF-DF5E-90A0603CECD9}"/>
                </a:ext>
              </a:extLst>
            </p:cNvPr>
            <p:cNvSpPr/>
            <p:nvPr/>
          </p:nvSpPr>
          <p:spPr>
            <a:xfrm>
              <a:off x="2008356" y="1752875"/>
              <a:ext cx="216025" cy="1837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ADDA933-6E25-9EA9-3939-384B8C893335}"/>
              </a:ext>
            </a:extLst>
          </p:cNvPr>
          <p:cNvGrpSpPr/>
          <p:nvPr/>
        </p:nvGrpSpPr>
        <p:grpSpPr>
          <a:xfrm>
            <a:off x="6263055" y="1184397"/>
            <a:ext cx="5629198" cy="3734271"/>
            <a:chOff x="6130165" y="1769772"/>
            <a:chExt cx="6035212" cy="4003611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2BD6F122-4896-E4A2-8550-342A94F5C513}"/>
                </a:ext>
              </a:extLst>
            </p:cNvPr>
            <p:cNvGrpSpPr/>
            <p:nvPr/>
          </p:nvGrpSpPr>
          <p:grpSpPr>
            <a:xfrm>
              <a:off x="6130165" y="1769772"/>
              <a:ext cx="6035212" cy="3297755"/>
              <a:chOff x="2639616" y="1556792"/>
              <a:chExt cx="6035212" cy="3297755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B11994E3-FE44-FB7C-3325-336DD00433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9616" y="1556792"/>
                <a:ext cx="6035212" cy="3297755"/>
              </a:xfrm>
              <a:prstGeom prst="rect">
                <a:avLst/>
              </a:prstGeom>
            </p:spPr>
          </p:pic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C62DB18-2E85-13A4-6DFF-7C328CEBA26F}"/>
                  </a:ext>
                </a:extLst>
              </p:cNvPr>
              <p:cNvSpPr/>
              <p:nvPr/>
            </p:nvSpPr>
            <p:spPr>
              <a:xfrm>
                <a:off x="4890853" y="2060848"/>
                <a:ext cx="1349164" cy="2504044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3" name="楕円 12">
                <a:extLst>
                  <a:ext uri="{FF2B5EF4-FFF2-40B4-BE49-F238E27FC236}">
                    <a16:creationId xmlns:a16="http://schemas.microsoft.com/office/drawing/2014/main" id="{2A79D3D8-EDCF-0718-B51E-FB24B5966D60}"/>
                  </a:ext>
                </a:extLst>
              </p:cNvPr>
              <p:cNvSpPr/>
              <p:nvPr/>
            </p:nvSpPr>
            <p:spPr>
              <a:xfrm>
                <a:off x="6421673" y="1773626"/>
                <a:ext cx="698352" cy="1459707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1B97A45-4E9A-E09C-A3CD-2459DF376561}"/>
                  </a:ext>
                </a:extLst>
              </p:cNvPr>
              <p:cNvSpPr txBox="1"/>
              <p:nvPr/>
            </p:nvSpPr>
            <p:spPr>
              <a:xfrm>
                <a:off x="6168008" y="2915214"/>
                <a:ext cx="2447264" cy="62695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The nurse </a:t>
                </a:r>
                <a:r>
                  <a:rPr kumimoji="1" lang="en-US" altLang="ja-JP" sz="1600" b="1" dirty="0">
                    <a:solidFill>
                      <a:srgbClr val="FF0000"/>
                    </a:solidFill>
                  </a:rPr>
                  <a:t>focused on another task</a:t>
                </a:r>
                <a:endParaRPr kumimoji="1" lang="ja-JP" altLang="en-US" sz="16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85D387B1-33C0-BFE6-4BD5-207AFEDF24AE}"/>
                </a:ext>
              </a:extLst>
            </p:cNvPr>
            <p:cNvSpPr txBox="1"/>
            <p:nvPr/>
          </p:nvSpPr>
          <p:spPr>
            <a:xfrm>
              <a:off x="8268696" y="4746320"/>
              <a:ext cx="1552259" cy="362973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600" b="1" dirty="0">
                  <a:solidFill>
                    <a:srgbClr val="FF0000"/>
                  </a:solidFill>
                </a:rPr>
                <a:t>Elderly</a:t>
              </a:r>
              <a:r>
                <a:rPr kumimoji="1" lang="en-US" altLang="ja-JP" sz="1600" dirty="0"/>
                <a:t> patient</a:t>
              </a:r>
              <a:endParaRPr kumimoji="1" lang="ja-JP" altLang="en-US" sz="16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81F3C3E-8002-7F8E-6E06-4F9E780CD26F}"/>
                </a:ext>
              </a:extLst>
            </p:cNvPr>
            <p:cNvSpPr txBox="1"/>
            <p:nvPr/>
          </p:nvSpPr>
          <p:spPr>
            <a:xfrm>
              <a:off x="6528048" y="5146430"/>
              <a:ext cx="5279660" cy="62695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ja-JP" altLang="ja-JP" sz="1600" b="1" dirty="0"/>
                <a:t>Standing up without nearby support</a:t>
              </a:r>
              <a:br>
                <a:rPr lang="ja-JP" altLang="ja-JP" sz="1600" dirty="0"/>
              </a:br>
              <a:r>
                <a:rPr lang="ja-JP" altLang="ja-JP" sz="1600" b="1" dirty="0"/>
                <a:t>→ Higher risk / higher </a:t>
              </a:r>
              <a:r>
                <a:rPr lang="en-US" altLang="ja-JP" sz="1600" b="1" dirty="0"/>
                <a:t>monitoring</a:t>
              </a:r>
              <a:r>
                <a:rPr lang="ja-JP" altLang="ja-JP" sz="1600" b="1" dirty="0"/>
                <a:t> priority</a:t>
              </a:r>
              <a:endParaRPr kumimoji="1" lang="ja-JP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BD5CBD46-31F1-558F-70DB-E82F484A55B4}"/>
                </a:ext>
              </a:extLst>
            </p:cNvPr>
            <p:cNvSpPr txBox="1"/>
            <p:nvPr/>
          </p:nvSpPr>
          <p:spPr>
            <a:xfrm>
              <a:off x="6947500" y="4292064"/>
              <a:ext cx="1324949" cy="401588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600" b="1" dirty="0">
                  <a:solidFill>
                    <a:srgbClr val="FF0000"/>
                  </a:solidFill>
                </a:rPr>
                <a:t>Wheelchair</a:t>
              </a:r>
              <a:endParaRPr kumimoji="1" lang="ja-JP" altLang="en-US" sz="1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5E88D41-8070-84EE-B152-7AD09EB4726B}"/>
              </a:ext>
            </a:extLst>
          </p:cNvPr>
          <p:cNvGrpSpPr/>
          <p:nvPr/>
        </p:nvGrpSpPr>
        <p:grpSpPr>
          <a:xfrm>
            <a:off x="479375" y="1151903"/>
            <a:ext cx="5511937" cy="3766527"/>
            <a:chOff x="84399" y="1736678"/>
            <a:chExt cx="5906914" cy="4036431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85C3E73-09E2-34C8-7866-FCCF22E35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8092" t="28097" r="38520" b="28444"/>
            <a:stretch>
              <a:fillRect/>
            </a:stretch>
          </p:blipFill>
          <p:spPr>
            <a:xfrm>
              <a:off x="84399" y="1769772"/>
              <a:ext cx="5906914" cy="3297755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8CB1871-A9FC-B608-9732-07CB35CAB521}"/>
                </a:ext>
              </a:extLst>
            </p:cNvPr>
            <p:cNvSpPr txBox="1"/>
            <p:nvPr/>
          </p:nvSpPr>
          <p:spPr>
            <a:xfrm>
              <a:off x="3553214" y="4618127"/>
              <a:ext cx="2326762" cy="362814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/>
                <a:t>Middle-aged</a:t>
              </a:r>
              <a:r>
                <a:rPr lang="ja-JP" altLang="en-US" sz="1600" dirty="0"/>
                <a:t> </a:t>
              </a:r>
              <a:r>
                <a:rPr kumimoji="1" lang="en-US" altLang="ja-JP" sz="1600" dirty="0"/>
                <a:t>patient</a:t>
              </a:r>
              <a:endParaRPr kumimoji="1" lang="ja-JP" altLang="en-US" sz="1600" dirty="0"/>
            </a:p>
          </p:txBody>
        </p:sp>
        <p:sp>
          <p:nvSpPr>
            <p:cNvPr id="36" name="楕円 35">
              <a:extLst>
                <a:ext uri="{FF2B5EF4-FFF2-40B4-BE49-F238E27FC236}">
                  <a16:creationId xmlns:a16="http://schemas.microsoft.com/office/drawing/2014/main" id="{7920C3EA-6E92-C42D-12F2-E21E631A3A6B}"/>
                </a:ext>
              </a:extLst>
            </p:cNvPr>
            <p:cNvSpPr/>
            <p:nvPr/>
          </p:nvSpPr>
          <p:spPr>
            <a:xfrm>
              <a:off x="4289197" y="2348217"/>
              <a:ext cx="698352" cy="1944879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572DB770-8A05-87FA-EEF7-F4E25C8CDDFA}"/>
                </a:ext>
              </a:extLst>
            </p:cNvPr>
            <p:cNvSpPr/>
            <p:nvPr/>
          </p:nvSpPr>
          <p:spPr>
            <a:xfrm>
              <a:off x="4306181" y="2780928"/>
              <a:ext cx="884435" cy="1728192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E2CC3E5B-6154-5BBA-8DAA-A02875A167FF}"/>
                </a:ext>
              </a:extLst>
            </p:cNvPr>
            <p:cNvSpPr txBox="1"/>
            <p:nvPr/>
          </p:nvSpPr>
          <p:spPr>
            <a:xfrm>
              <a:off x="3390416" y="1736678"/>
              <a:ext cx="2081216" cy="89054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/>
                <a:t>The nurse </a:t>
              </a:r>
              <a:r>
                <a:rPr kumimoji="1" lang="en-US" altLang="ja-JP" sz="1600" b="1" dirty="0"/>
                <a:t>supporting the patient</a:t>
              </a:r>
              <a:endParaRPr kumimoji="1" lang="ja-JP" altLang="en-US" sz="1600" b="1" dirty="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D65C5419-5B1A-E704-696F-2D99CD981A69}"/>
                </a:ext>
              </a:extLst>
            </p:cNvPr>
            <p:cNvSpPr txBox="1"/>
            <p:nvPr/>
          </p:nvSpPr>
          <p:spPr>
            <a:xfrm>
              <a:off x="5106863" y="4066446"/>
              <a:ext cx="720737" cy="401412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600" dirty="0"/>
                <a:t>Chair</a:t>
              </a:r>
              <a:endParaRPr kumimoji="1" lang="ja-JP" altLang="en-US" sz="1600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A6B33BD6-2539-6449-5A2E-6E7793D3AD5E}"/>
                </a:ext>
              </a:extLst>
            </p:cNvPr>
            <p:cNvSpPr txBox="1"/>
            <p:nvPr/>
          </p:nvSpPr>
          <p:spPr>
            <a:xfrm>
              <a:off x="398026" y="5146430"/>
              <a:ext cx="5279661" cy="6266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ja-JP" altLang="ja-JP" sz="1600" b="1" dirty="0"/>
                <a:t>Standing up with direct support</a:t>
              </a:r>
              <a:br>
                <a:rPr lang="ja-JP" altLang="ja-JP" sz="1600" dirty="0"/>
              </a:br>
              <a:r>
                <a:rPr lang="ja-JP" altLang="ja-JP" sz="1600" b="1" dirty="0"/>
                <a:t>→ Lower risk / lower </a:t>
              </a:r>
              <a:r>
                <a:rPr lang="en-US" altLang="ja-JP" sz="1600" b="1" dirty="0"/>
                <a:t>monitoring</a:t>
              </a:r>
              <a:r>
                <a:rPr lang="ja-JP" altLang="ja-JP" sz="1600" b="1" dirty="0"/>
                <a:t> priority</a:t>
              </a:r>
              <a:endParaRPr kumimoji="1" lang="ja-JP" altLang="en-US" sz="1600" b="1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3D0AFADE-5120-231D-AF1F-A5037BF8C738}"/>
                </a:ext>
              </a:extLst>
            </p:cNvPr>
            <p:cNvSpPr txBox="1"/>
            <p:nvPr/>
          </p:nvSpPr>
          <p:spPr>
            <a:xfrm>
              <a:off x="4844519" y="2726837"/>
              <a:ext cx="1006718" cy="401412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600" dirty="0"/>
                <a:t>Handrail</a:t>
              </a:r>
              <a:endParaRPr kumimoji="1" lang="ja-JP" altLang="en-US" sz="1600" dirty="0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61D26463-6813-0C28-32DD-B89C909762DC}"/>
                </a:ext>
              </a:extLst>
            </p:cNvPr>
            <p:cNvSpPr txBox="1"/>
            <p:nvPr/>
          </p:nvSpPr>
          <p:spPr>
            <a:xfrm>
              <a:off x="3605041" y="4087638"/>
              <a:ext cx="687399" cy="401412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600" dirty="0"/>
                <a:t>Cane</a:t>
              </a:r>
              <a:endParaRPr kumimoji="1" lang="ja-JP" altLang="en-US" sz="1600" dirty="0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19D621DA-6B5A-FC1C-7C06-CF4A752D248E}"/>
                </a:ext>
              </a:extLst>
            </p:cNvPr>
            <p:cNvSpPr/>
            <p:nvPr/>
          </p:nvSpPr>
          <p:spPr>
            <a:xfrm>
              <a:off x="353117" y="2273828"/>
              <a:ext cx="1050459" cy="2372921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C9EE08B0-6C5A-FA56-5E67-745F3994C440}"/>
                </a:ext>
              </a:extLst>
            </p:cNvPr>
            <p:cNvSpPr txBox="1"/>
            <p:nvPr/>
          </p:nvSpPr>
          <p:spPr>
            <a:xfrm>
              <a:off x="254322" y="4416161"/>
              <a:ext cx="2207111" cy="62667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/>
                <a:t>The nurse </a:t>
              </a:r>
              <a:r>
                <a:rPr kumimoji="1" lang="en-US" altLang="ja-JP" sz="1600" b="1" dirty="0"/>
                <a:t>monitoring other patients</a:t>
              </a:r>
              <a:endParaRPr kumimoji="1" lang="ja-JP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68219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3C2C-4C42-8F5D-610A-D55627E7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10157F1A-623E-A0AB-4911-E42ADC813FB0}"/>
              </a:ext>
            </a:extLst>
          </p:cNvPr>
          <p:cNvSpPr/>
          <p:nvPr/>
        </p:nvSpPr>
        <p:spPr>
          <a:xfrm>
            <a:off x="9289485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56127816-8EE9-6CA0-905A-429B4E65B34E}"/>
              </a:ext>
            </a:extLst>
          </p:cNvPr>
          <p:cNvSpPr/>
          <p:nvPr/>
        </p:nvSpPr>
        <p:spPr>
          <a:xfrm>
            <a:off x="10560468" y="1127420"/>
            <a:ext cx="490517" cy="45448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B84346-5760-E3E1-CE7A-4AE8A3D0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1600" dirty="0"/>
              <a:t>解決アプローチの説明 </a:t>
            </a:r>
            <a:r>
              <a:rPr kumimoji="1" lang="en-US" altLang="ja-JP" sz="1600" dirty="0"/>
              <a:t>(</a:t>
            </a:r>
            <a:r>
              <a:rPr kumimoji="1" lang="ja-JP" altLang="en-US" sz="1600" dirty="0"/>
              <a:t>患者の文脈を重視するスタッフ</a:t>
            </a:r>
            <a:r>
              <a:rPr lang="ja-JP" altLang="en-US" sz="1600" dirty="0"/>
              <a:t>が、見守りなく立ち上がる患者を見つけた時の階層構造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3BB39C9-C7F1-BCE8-74CA-72E7B1F1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4FC364E-3D23-EAE4-9A51-1E31EDABC651}"/>
              </a:ext>
            </a:extLst>
          </p:cNvPr>
          <p:cNvSpPr/>
          <p:nvPr/>
        </p:nvSpPr>
        <p:spPr>
          <a:xfrm>
            <a:off x="7038565" y="5520993"/>
            <a:ext cx="2343431" cy="1065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7516DBC-863D-DD27-2984-5F09C9C8B801}"/>
              </a:ext>
            </a:extLst>
          </p:cNvPr>
          <p:cNvSpPr/>
          <p:nvPr/>
        </p:nvSpPr>
        <p:spPr>
          <a:xfrm>
            <a:off x="7038565" y="2749119"/>
            <a:ext cx="2343431" cy="1192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ACB7C34-C4DC-C6EF-42D2-A9A0A7B3D847}"/>
              </a:ext>
            </a:extLst>
          </p:cNvPr>
          <p:cNvSpPr/>
          <p:nvPr/>
        </p:nvSpPr>
        <p:spPr>
          <a:xfrm>
            <a:off x="7038565" y="4161134"/>
            <a:ext cx="2343431" cy="1129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5E129D-7615-E6EF-84AC-A7390FD603C5}"/>
              </a:ext>
            </a:extLst>
          </p:cNvPr>
          <p:cNvSpPr txBox="1"/>
          <p:nvPr/>
        </p:nvSpPr>
        <p:spPr>
          <a:xfrm>
            <a:off x="8820624" y="4161134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7FE7DC0-6B28-818E-3782-22748278950F}"/>
              </a:ext>
            </a:extLst>
          </p:cNvPr>
          <p:cNvSpPr/>
          <p:nvPr/>
        </p:nvSpPr>
        <p:spPr>
          <a:xfrm>
            <a:off x="7038565" y="1280401"/>
            <a:ext cx="2343431" cy="12327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A3143DD6-4174-B25D-0360-D44D9D0705AF}"/>
              </a:ext>
            </a:extLst>
          </p:cNvPr>
          <p:cNvSpPr/>
          <p:nvPr/>
        </p:nvSpPr>
        <p:spPr>
          <a:xfrm>
            <a:off x="7884676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63CF034-9845-761E-1594-20EE9C64B2C6}"/>
              </a:ext>
            </a:extLst>
          </p:cNvPr>
          <p:cNvSpPr/>
          <p:nvPr/>
        </p:nvSpPr>
        <p:spPr>
          <a:xfrm>
            <a:off x="11010267" y="3723435"/>
            <a:ext cx="917500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070B31E-C74B-ADA5-B8B3-6B4AE33E6F75}"/>
              </a:ext>
            </a:extLst>
          </p:cNvPr>
          <p:cNvSpPr/>
          <p:nvPr/>
        </p:nvSpPr>
        <p:spPr>
          <a:xfrm>
            <a:off x="9724280" y="2305552"/>
            <a:ext cx="917500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3FA134E-C2BE-BE17-DB2F-9F2060547788}"/>
              </a:ext>
            </a:extLst>
          </p:cNvPr>
          <p:cNvSpPr/>
          <p:nvPr/>
        </p:nvSpPr>
        <p:spPr>
          <a:xfrm>
            <a:off x="9724280" y="5141316"/>
            <a:ext cx="917500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9B87D0C-2360-A9DB-3BDA-D76A0FE563C7}"/>
              </a:ext>
            </a:extLst>
          </p:cNvPr>
          <p:cNvSpPr/>
          <p:nvPr/>
        </p:nvSpPr>
        <p:spPr>
          <a:xfrm>
            <a:off x="8329951" y="1583515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E0082EE-BA39-D794-1F37-D03D68CB818B}"/>
              </a:ext>
            </a:extLst>
          </p:cNvPr>
          <p:cNvSpPr/>
          <p:nvPr/>
        </p:nvSpPr>
        <p:spPr>
          <a:xfrm>
            <a:off x="8330351" y="3027591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499E91D-3F0A-4F6A-E549-85A031BC52B1}"/>
              </a:ext>
            </a:extLst>
          </p:cNvPr>
          <p:cNvSpPr/>
          <p:nvPr/>
        </p:nvSpPr>
        <p:spPr>
          <a:xfrm>
            <a:off x="8329951" y="4471674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4554C95-B750-DA4A-9311-843C49E3910A}"/>
              </a:ext>
            </a:extLst>
          </p:cNvPr>
          <p:cNvSpPr/>
          <p:nvPr/>
        </p:nvSpPr>
        <p:spPr>
          <a:xfrm>
            <a:off x="8329951" y="5810958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B08F42D-A283-1405-F147-459BA3F2C73B}"/>
              </a:ext>
            </a:extLst>
          </p:cNvPr>
          <p:cNvSpPr/>
          <p:nvPr/>
        </p:nvSpPr>
        <p:spPr>
          <a:xfrm>
            <a:off x="7134228" y="1340392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71706AB-5DBD-7035-13E0-EB335C0FE906}"/>
              </a:ext>
            </a:extLst>
          </p:cNvPr>
          <p:cNvSpPr/>
          <p:nvPr/>
        </p:nvSpPr>
        <p:spPr>
          <a:xfrm>
            <a:off x="7134228" y="1990259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CF3C37D8-D671-57B0-412A-76A46888DDB4}"/>
              </a:ext>
            </a:extLst>
          </p:cNvPr>
          <p:cNvSpPr/>
          <p:nvPr/>
        </p:nvSpPr>
        <p:spPr>
          <a:xfrm>
            <a:off x="7134228" y="2733906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Stand up</a:t>
            </a:r>
            <a:endParaRPr kumimoji="1" lang="ja-JP" altLang="en-US" sz="12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89E1A7F-E8B3-F860-9F96-F767B6911E9B}"/>
              </a:ext>
            </a:extLst>
          </p:cNvPr>
          <p:cNvSpPr/>
          <p:nvPr/>
        </p:nvSpPr>
        <p:spPr>
          <a:xfrm>
            <a:off x="7134228" y="3513776"/>
            <a:ext cx="827234" cy="324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651A731-24FA-0F4D-C528-C764925873D1}"/>
              </a:ext>
            </a:extLst>
          </p:cNvPr>
          <p:cNvSpPr/>
          <p:nvPr/>
        </p:nvSpPr>
        <p:spPr>
          <a:xfrm>
            <a:off x="7070167" y="4253908"/>
            <a:ext cx="955356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Handrail</a:t>
            </a:r>
            <a:endParaRPr kumimoji="1" lang="ja-JP" altLang="en-US" sz="1200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6C07D11-19BD-F446-84BE-762DE873DEA4}"/>
              </a:ext>
            </a:extLst>
          </p:cNvPr>
          <p:cNvSpPr/>
          <p:nvPr/>
        </p:nvSpPr>
        <p:spPr>
          <a:xfrm>
            <a:off x="7070167" y="4853062"/>
            <a:ext cx="955356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Wheelchair</a:t>
            </a:r>
            <a:endParaRPr kumimoji="1" lang="ja-JP" altLang="en-US" sz="1200" i="1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4DB782A-FAE9-1360-80C5-8E59A380A848}"/>
              </a:ext>
            </a:extLst>
          </p:cNvPr>
          <p:cNvSpPr/>
          <p:nvPr/>
        </p:nvSpPr>
        <p:spPr>
          <a:xfrm>
            <a:off x="7134228" y="5593192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17D2759-DBEA-93F3-1665-1CB2A16F5312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7961462" y="1502474"/>
            <a:ext cx="368488" cy="3249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2E1527F-6AE1-EF44-EE91-AA06CAFAFDDB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 flipV="1">
            <a:off x="7961462" y="1827407"/>
            <a:ext cx="368488" cy="3249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5F73512-7FB1-1322-C208-1B719D148A55}"/>
              </a:ext>
            </a:extLst>
          </p:cNvPr>
          <p:cNvCxnSpPr>
            <a:cxnSpLocks/>
            <a:stCxn id="23" idx="3"/>
            <a:endCxn id="17" idx="1"/>
          </p:cNvCxnSpPr>
          <p:nvPr/>
        </p:nvCxnSpPr>
        <p:spPr>
          <a:xfrm flipV="1">
            <a:off x="7961462" y="3271482"/>
            <a:ext cx="368888" cy="4043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1CB7EA5-DA42-DE70-5D7F-852B8DD7E53B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7961462" y="2895988"/>
            <a:ext cx="368888" cy="37549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C9822BD-4BFD-BD13-90BB-02F6897DFE9A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8025523" y="4415990"/>
            <a:ext cx="304428" cy="2995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E85716FB-47E1-CCC5-A8E7-5BFF59EBD22C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8025523" y="4715566"/>
            <a:ext cx="304428" cy="29957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11A04177-A5C0-97B5-2169-D1CC1871B844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>
            <a:off x="7961462" y="5755275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77EE56B9-3E4B-E2C7-2C27-711537FF503A}"/>
              </a:ext>
            </a:extLst>
          </p:cNvPr>
          <p:cNvCxnSpPr>
            <a:cxnSpLocks/>
            <a:stCxn id="87" idx="3"/>
            <a:endCxn id="19" idx="1"/>
          </p:cNvCxnSpPr>
          <p:nvPr/>
        </p:nvCxnSpPr>
        <p:spPr>
          <a:xfrm flipV="1">
            <a:off x="7961462" y="6054851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DDCB7A2-4DCF-2EAE-7661-17B2CE5487B8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 flipV="1">
            <a:off x="9355392" y="5385209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BCADC8F1-F39F-75D1-4B63-CA94E4E4671A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9355392" y="4715565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FFC1870-891C-036B-7107-8E1D401CCA05}"/>
              </a:ext>
            </a:extLst>
          </p:cNvPr>
          <p:cNvSpPr txBox="1"/>
          <p:nvPr/>
        </p:nvSpPr>
        <p:spPr>
          <a:xfrm>
            <a:off x="10199576" y="5787106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AF3753A-A480-5302-55C5-D14CB71EDEB2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9355391" y="1827407"/>
            <a:ext cx="368888" cy="7220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796F4E8-3564-D4BA-1747-CC20FB163664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9355791" y="2549444"/>
            <a:ext cx="368488" cy="7220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4E5E351-45F9-71A3-D6B7-A18B2A834CE4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10641780" y="2549444"/>
            <a:ext cx="368488" cy="141788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2F95AE2A-DCD4-AEEE-50F1-F81588240466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0641780" y="3967327"/>
            <a:ext cx="368488" cy="141788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E09797C6-41BD-0B68-3B3D-0A1E5931F778}"/>
              </a:ext>
            </a:extLst>
          </p:cNvPr>
          <p:cNvSpPr txBox="1"/>
          <p:nvPr/>
        </p:nvSpPr>
        <p:spPr>
          <a:xfrm rot="5400000">
            <a:off x="7923674" y="3133173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B024F491-DEA7-9B70-06A9-064DF7791E76}"/>
              </a:ext>
            </a:extLst>
          </p:cNvPr>
          <p:cNvSpPr txBox="1"/>
          <p:nvPr/>
        </p:nvSpPr>
        <p:spPr>
          <a:xfrm rot="5400000">
            <a:off x="7923674" y="4579479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8437F101-4FB1-EDED-0872-53F280C3C8F6}"/>
              </a:ext>
            </a:extLst>
          </p:cNvPr>
          <p:cNvSpPr/>
          <p:nvPr/>
        </p:nvSpPr>
        <p:spPr>
          <a:xfrm>
            <a:off x="7134227" y="6192346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AF81888D-97DD-CAB1-EF92-000C8A6CC92B}"/>
              </a:ext>
            </a:extLst>
          </p:cNvPr>
          <p:cNvGrpSpPr/>
          <p:nvPr/>
        </p:nvGrpSpPr>
        <p:grpSpPr>
          <a:xfrm>
            <a:off x="10282473" y="5940000"/>
            <a:ext cx="205124" cy="360001"/>
            <a:chOff x="9721614" y="5921242"/>
            <a:chExt cx="163486" cy="397955"/>
          </a:xfrm>
        </p:grpSpPr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DC1DEFD0-4C84-0C07-CDA5-B7997D6CA903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2EC98EE7-477D-588D-774A-0B8AEBBAC9A5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C8E3533A-780D-33D7-C2E3-9072DDAC416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620F63CD-539D-925A-1A66-3EAFA890C32B}"/>
              </a:ext>
            </a:extLst>
          </p:cNvPr>
          <p:cNvSpPr/>
          <p:nvPr/>
        </p:nvSpPr>
        <p:spPr>
          <a:xfrm>
            <a:off x="10281167" y="6426000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1F45F3F0-0B42-2B50-DD23-F39B7304393A}"/>
              </a:ext>
            </a:extLst>
          </p:cNvPr>
          <p:cNvSpPr/>
          <p:nvPr/>
        </p:nvSpPr>
        <p:spPr>
          <a:xfrm>
            <a:off x="10271584" y="6597469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849ACCD5-45CF-00E8-0C6E-526846E38C81}"/>
              </a:ext>
            </a:extLst>
          </p:cNvPr>
          <p:cNvSpPr txBox="1"/>
          <p:nvPr/>
        </p:nvSpPr>
        <p:spPr>
          <a:xfrm>
            <a:off x="8820624" y="1280401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534D75F-874F-CAAE-9C88-FA75CAD1B59F}"/>
              </a:ext>
            </a:extLst>
          </p:cNvPr>
          <p:cNvSpPr txBox="1"/>
          <p:nvPr/>
        </p:nvSpPr>
        <p:spPr>
          <a:xfrm>
            <a:off x="8607425" y="2749119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4D9ACBD2-4458-C04E-C205-0729390A1F05}"/>
              </a:ext>
            </a:extLst>
          </p:cNvPr>
          <p:cNvSpPr txBox="1"/>
          <p:nvPr/>
        </p:nvSpPr>
        <p:spPr>
          <a:xfrm>
            <a:off x="8607425" y="5520993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CB33B555-7D38-48DE-111C-F5507411BF0A}"/>
              </a:ext>
            </a:extLst>
          </p:cNvPr>
          <p:cNvGrpSpPr/>
          <p:nvPr/>
        </p:nvGrpSpPr>
        <p:grpSpPr>
          <a:xfrm>
            <a:off x="1940964" y="4135902"/>
            <a:ext cx="4388933" cy="2457772"/>
            <a:chOff x="6118694" y="1744679"/>
            <a:chExt cx="6308057" cy="3532469"/>
          </a:xfrm>
        </p:grpSpPr>
        <p:grpSp>
          <p:nvGrpSpPr>
            <p:cNvPr id="100" name="グループ化 99">
              <a:extLst>
                <a:ext uri="{FF2B5EF4-FFF2-40B4-BE49-F238E27FC236}">
                  <a16:creationId xmlns:a16="http://schemas.microsoft.com/office/drawing/2014/main" id="{823B872A-DF34-73A9-9313-EE54D915C08D}"/>
                </a:ext>
              </a:extLst>
            </p:cNvPr>
            <p:cNvGrpSpPr/>
            <p:nvPr/>
          </p:nvGrpSpPr>
          <p:grpSpPr>
            <a:xfrm>
              <a:off x="6130165" y="1769772"/>
              <a:ext cx="6296586" cy="3297755"/>
              <a:chOff x="2639616" y="1556792"/>
              <a:chExt cx="6296586" cy="3297755"/>
            </a:xfrm>
          </p:grpSpPr>
          <p:pic>
            <p:nvPicPr>
              <p:cNvPr id="101" name="図 100">
                <a:extLst>
                  <a:ext uri="{FF2B5EF4-FFF2-40B4-BE49-F238E27FC236}">
                    <a16:creationId xmlns:a16="http://schemas.microsoft.com/office/drawing/2014/main" id="{65A9F9A3-96E0-8FBB-0C22-2A96BDE41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39616" y="1556792"/>
                <a:ext cx="6035212" cy="3297755"/>
              </a:xfrm>
              <a:prstGeom prst="rect">
                <a:avLst/>
              </a:prstGeom>
            </p:spPr>
          </p:pic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860C1BAF-2D87-A834-AB84-D1B6F421E67E}"/>
                  </a:ext>
                </a:extLst>
              </p:cNvPr>
              <p:cNvSpPr/>
              <p:nvPr/>
            </p:nvSpPr>
            <p:spPr>
              <a:xfrm>
                <a:off x="4890853" y="2060848"/>
                <a:ext cx="1349164" cy="2504044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03" name="楕円 102">
                <a:extLst>
                  <a:ext uri="{FF2B5EF4-FFF2-40B4-BE49-F238E27FC236}">
                    <a16:creationId xmlns:a16="http://schemas.microsoft.com/office/drawing/2014/main" id="{94E40A3C-DE1F-2213-39E2-3B0397BE41D2}"/>
                  </a:ext>
                </a:extLst>
              </p:cNvPr>
              <p:cNvSpPr/>
              <p:nvPr/>
            </p:nvSpPr>
            <p:spPr>
              <a:xfrm>
                <a:off x="6421673" y="1773626"/>
                <a:ext cx="698352" cy="1459707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A418DE66-7443-E4F7-27D9-DA85A839CEA8}"/>
                  </a:ext>
                </a:extLst>
              </p:cNvPr>
              <p:cNvSpPr txBox="1"/>
              <p:nvPr/>
            </p:nvSpPr>
            <p:spPr>
              <a:xfrm>
                <a:off x="7064842" y="1673083"/>
                <a:ext cx="1871360" cy="44235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dirty="0">
                    <a:solidFill>
                      <a:srgbClr val="FF0000"/>
                    </a:solidFill>
                  </a:rPr>
                  <a:t>Far from staff</a:t>
                </a:r>
                <a:endParaRPr kumimoji="1" lang="ja-JP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46287D5B-B5C7-BD73-6672-6C1755630A7B}"/>
                  </a:ext>
                </a:extLst>
              </p:cNvPr>
              <p:cNvSpPr txBox="1"/>
              <p:nvPr/>
            </p:nvSpPr>
            <p:spPr>
              <a:xfrm>
                <a:off x="7064842" y="2383676"/>
                <a:ext cx="1871360" cy="75200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400" b="1" dirty="0">
                    <a:solidFill>
                      <a:srgbClr val="FF0000"/>
                    </a:solidFill>
                  </a:rPr>
                  <a:t>Staff not seeing patient</a:t>
                </a:r>
                <a:endParaRPr kumimoji="1" lang="ja-JP" altLang="en-US" sz="14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D8C316A7-FF6B-3E82-9785-090A5C1EE699}"/>
                </a:ext>
              </a:extLst>
            </p:cNvPr>
            <p:cNvSpPr txBox="1"/>
            <p:nvPr/>
          </p:nvSpPr>
          <p:spPr>
            <a:xfrm>
              <a:off x="8268696" y="4746320"/>
              <a:ext cx="2716805" cy="530828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FF0000"/>
                  </a:solidFill>
                </a:rPr>
                <a:t>#1 Elderly</a:t>
              </a:r>
              <a:r>
                <a:rPr kumimoji="1" lang="en-US" altLang="ja-JP" dirty="0"/>
                <a:t> patient</a:t>
              </a:r>
              <a:endParaRPr kumimoji="1" lang="ja-JP" altLang="en-US" dirty="0"/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E12F6A84-AB91-482D-3004-EB19AF71C069}"/>
                </a:ext>
              </a:extLst>
            </p:cNvPr>
            <p:cNvSpPr txBox="1"/>
            <p:nvPr/>
          </p:nvSpPr>
          <p:spPr>
            <a:xfrm>
              <a:off x="6454024" y="4260484"/>
              <a:ext cx="1961113" cy="587299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FF0000"/>
                  </a:solidFill>
                </a:rPr>
                <a:t>Wheelchair</a:t>
              </a:r>
              <a:endParaRPr kumimoji="1" lang="ja-JP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0" name="テキスト ボックス 129">
              <a:extLst>
                <a:ext uri="{FF2B5EF4-FFF2-40B4-BE49-F238E27FC236}">
                  <a16:creationId xmlns:a16="http://schemas.microsoft.com/office/drawing/2014/main" id="{B7E6DD04-2281-7119-707C-E6050FE3166E}"/>
                </a:ext>
              </a:extLst>
            </p:cNvPr>
            <p:cNvSpPr txBox="1"/>
            <p:nvPr/>
          </p:nvSpPr>
          <p:spPr>
            <a:xfrm>
              <a:off x="6118694" y="1744679"/>
              <a:ext cx="2318254" cy="489416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b="1" dirty="0">
                  <a:solidFill>
                    <a:srgbClr val="FF0000"/>
                  </a:solidFill>
                </a:rPr>
                <a:t>Far from handrail</a:t>
              </a:r>
              <a:endParaRPr kumimoji="1" lang="ja-JP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60C0B918-B727-33D4-A7AE-123011D2710F}"/>
                </a:ext>
              </a:extLst>
            </p:cNvPr>
            <p:cNvSpPr txBox="1"/>
            <p:nvPr/>
          </p:nvSpPr>
          <p:spPr>
            <a:xfrm>
              <a:off x="7685500" y="2328420"/>
              <a:ext cx="1294923" cy="489416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b="1" dirty="0">
                  <a:solidFill>
                    <a:srgbClr val="FF0000"/>
                  </a:solidFill>
                </a:rPr>
                <a:t>Stand up</a:t>
              </a:r>
              <a:endParaRPr kumimoji="1" lang="ja-JP" altLang="en-US" sz="1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38" name="Picture 6" descr="ベテラン看護師さんのイラスト">
            <a:extLst>
              <a:ext uri="{FF2B5EF4-FFF2-40B4-BE49-F238E27FC236}">
                <a16:creationId xmlns:a16="http://schemas.microsoft.com/office/drawing/2014/main" id="{6E9E43DF-D270-AEA7-2315-EAD9CF3BE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0"/>
          <a:stretch/>
        </p:blipFill>
        <p:spPr bwMode="auto">
          <a:xfrm>
            <a:off x="1952529" y="2752394"/>
            <a:ext cx="1116308" cy="10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吹き出し: 四角形 143">
            <a:extLst>
              <a:ext uri="{FF2B5EF4-FFF2-40B4-BE49-F238E27FC236}">
                <a16:creationId xmlns:a16="http://schemas.microsoft.com/office/drawing/2014/main" id="{8A498370-91BD-E11B-785A-B63DBB22EEAB}"/>
              </a:ext>
            </a:extLst>
          </p:cNvPr>
          <p:cNvSpPr/>
          <p:nvPr/>
        </p:nvSpPr>
        <p:spPr>
          <a:xfrm>
            <a:off x="2945523" y="1410619"/>
            <a:ext cx="3153750" cy="1946373"/>
          </a:xfrm>
          <a:prstGeom prst="wedgeRectCallout">
            <a:avLst>
              <a:gd name="adj1" fmla="val -57779"/>
              <a:gd name="adj2" fmla="val 32553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b="1" dirty="0"/>
              <a:t>Notification Policy:</a:t>
            </a:r>
          </a:p>
          <a:p>
            <a:r>
              <a:rPr lang="en-US" altLang="ja-JP" b="1" dirty="0"/>
              <a:t>Q: </a:t>
            </a:r>
            <a:r>
              <a:rPr kumimoji="1" lang="en-US" altLang="ja-JP" b="1" dirty="0"/>
              <a:t>Which is more dangerous?</a:t>
            </a:r>
            <a:endParaRPr kumimoji="1" lang="en-US" altLang="ja-JP" dirty="0"/>
          </a:p>
          <a:p>
            <a:r>
              <a:rPr kumimoji="1" lang="en-US" altLang="ja-JP" b="1" dirty="0"/>
              <a:t>A:</a:t>
            </a:r>
          </a:p>
          <a:p>
            <a:pPr algn="ctr"/>
            <a:r>
              <a:rPr kumimoji="1" lang="en-US" altLang="ja-JP" b="1" dirty="0"/>
              <a:t>Internal &lt;==    ==&gt; External</a:t>
            </a:r>
          </a:p>
          <a:p>
            <a:pPr algn="r"/>
            <a:r>
              <a:rPr kumimoji="1" lang="en-US" altLang="ja-JP" b="1" dirty="0"/>
              <a:t>Et</a:t>
            </a:r>
            <a:r>
              <a:rPr lang="en-US" altLang="ja-JP" b="1" dirty="0"/>
              <a:t>c.</a:t>
            </a:r>
            <a:endParaRPr kumimoji="1" lang="ja-JP" altLang="en-US" b="1" dirty="0"/>
          </a:p>
        </p:txBody>
      </p:sp>
      <p:cxnSp>
        <p:nvCxnSpPr>
          <p:cNvPr id="149" name="コネクタ: カギ線 148">
            <a:extLst>
              <a:ext uri="{FF2B5EF4-FFF2-40B4-BE49-F238E27FC236}">
                <a16:creationId xmlns:a16="http://schemas.microsoft.com/office/drawing/2014/main" id="{57BB8E7B-C18A-D100-6AF7-CD2FB75553C6}"/>
              </a:ext>
            </a:extLst>
          </p:cNvPr>
          <p:cNvCxnSpPr>
            <a:stCxn id="144" idx="0"/>
            <a:endCxn id="147" idx="0"/>
          </p:cNvCxnSpPr>
          <p:nvPr/>
        </p:nvCxnSpPr>
        <p:spPr>
          <a:xfrm rot="5400000" flipH="1" flipV="1">
            <a:off x="6184566" y="-534749"/>
            <a:ext cx="283200" cy="3607537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05633599-7694-C088-F845-04F970BCEBEF}"/>
              </a:ext>
            </a:extLst>
          </p:cNvPr>
          <p:cNvCxnSpPr>
            <a:cxnSpLocks/>
            <a:stCxn id="144" idx="0"/>
            <a:endCxn id="146" idx="0"/>
          </p:cNvCxnSpPr>
          <p:nvPr/>
        </p:nvCxnSpPr>
        <p:spPr>
          <a:xfrm rot="5400000" flipH="1" flipV="1">
            <a:off x="6886971" y="-1237154"/>
            <a:ext cx="283200" cy="5012346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コネクタ: カギ線 152">
            <a:extLst>
              <a:ext uri="{FF2B5EF4-FFF2-40B4-BE49-F238E27FC236}">
                <a16:creationId xmlns:a16="http://schemas.microsoft.com/office/drawing/2014/main" id="{A9BC3F33-3D6E-B289-30F3-51E917A7EF35}"/>
              </a:ext>
            </a:extLst>
          </p:cNvPr>
          <p:cNvCxnSpPr>
            <a:cxnSpLocks/>
            <a:stCxn id="144" idx="0"/>
            <a:endCxn id="145" idx="0"/>
          </p:cNvCxnSpPr>
          <p:nvPr/>
        </p:nvCxnSpPr>
        <p:spPr>
          <a:xfrm rot="5400000" flipH="1" flipV="1">
            <a:off x="7522463" y="-1872644"/>
            <a:ext cx="283199" cy="6283329"/>
          </a:xfrm>
          <a:prstGeom prst="bentConnector3">
            <a:avLst>
              <a:gd name="adj1" fmla="val 1807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F373D4BC-2FFF-47B2-EAE1-FEE2CABD4B07}"/>
              </a:ext>
            </a:extLst>
          </p:cNvPr>
          <p:cNvSpPr/>
          <p:nvPr/>
        </p:nvSpPr>
        <p:spPr>
          <a:xfrm>
            <a:off x="3077617" y="2474172"/>
            <a:ext cx="936104" cy="3456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63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0729-0BBC-5D42-4046-B928DF9C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386F1B83-53D9-BAE6-EEFF-ED4D3A804769}"/>
              </a:ext>
            </a:extLst>
          </p:cNvPr>
          <p:cNvSpPr/>
          <p:nvPr/>
        </p:nvSpPr>
        <p:spPr>
          <a:xfrm>
            <a:off x="9289485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DFDDA824-002F-B989-F6F3-0BD571F4C656}"/>
              </a:ext>
            </a:extLst>
          </p:cNvPr>
          <p:cNvSpPr/>
          <p:nvPr/>
        </p:nvSpPr>
        <p:spPr>
          <a:xfrm>
            <a:off x="10560468" y="1127420"/>
            <a:ext cx="490517" cy="45448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41B0BE6-D513-BA34-4484-C1E37976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解決アプローチの説明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空間的文脈を重視するスタッフが、見守りなく立ち上がる患者を見つけた時の階層構造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51A49D-29FF-3E3C-339F-36F8EAE5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E5FDDB2-9748-0424-8F18-AD1D4DFA2156}"/>
              </a:ext>
            </a:extLst>
          </p:cNvPr>
          <p:cNvSpPr/>
          <p:nvPr/>
        </p:nvSpPr>
        <p:spPr>
          <a:xfrm>
            <a:off x="7038565" y="5520993"/>
            <a:ext cx="2343431" cy="1065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D38FA1D-2DA9-15DC-FE7C-98415C904067}"/>
              </a:ext>
            </a:extLst>
          </p:cNvPr>
          <p:cNvSpPr/>
          <p:nvPr/>
        </p:nvSpPr>
        <p:spPr>
          <a:xfrm>
            <a:off x="7038565" y="2749119"/>
            <a:ext cx="2343431" cy="1192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77D1273-12A3-928F-D2B4-F25983117F00}"/>
              </a:ext>
            </a:extLst>
          </p:cNvPr>
          <p:cNvSpPr/>
          <p:nvPr/>
        </p:nvSpPr>
        <p:spPr>
          <a:xfrm>
            <a:off x="7038565" y="4161134"/>
            <a:ext cx="2343431" cy="1129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8C96C9-875F-F272-2D6E-EC5AB939C446}"/>
              </a:ext>
            </a:extLst>
          </p:cNvPr>
          <p:cNvSpPr txBox="1"/>
          <p:nvPr/>
        </p:nvSpPr>
        <p:spPr>
          <a:xfrm>
            <a:off x="8820624" y="4161134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DA3ECAD-278D-423A-1DA5-FF0679903575}"/>
              </a:ext>
            </a:extLst>
          </p:cNvPr>
          <p:cNvSpPr/>
          <p:nvPr/>
        </p:nvSpPr>
        <p:spPr>
          <a:xfrm>
            <a:off x="7038565" y="1280401"/>
            <a:ext cx="2343431" cy="12327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DC8B88F0-7C43-FFF9-2578-E370A3FC0F84}"/>
              </a:ext>
            </a:extLst>
          </p:cNvPr>
          <p:cNvSpPr/>
          <p:nvPr/>
        </p:nvSpPr>
        <p:spPr>
          <a:xfrm>
            <a:off x="7884676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1382942-8564-9439-89BA-A89736BF0D5E}"/>
              </a:ext>
            </a:extLst>
          </p:cNvPr>
          <p:cNvSpPr/>
          <p:nvPr/>
        </p:nvSpPr>
        <p:spPr>
          <a:xfrm>
            <a:off x="11010267" y="3723435"/>
            <a:ext cx="917500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9EBF996-F551-33C9-B029-D8F85B58705D}"/>
              </a:ext>
            </a:extLst>
          </p:cNvPr>
          <p:cNvSpPr/>
          <p:nvPr/>
        </p:nvSpPr>
        <p:spPr>
          <a:xfrm>
            <a:off x="9724280" y="2305552"/>
            <a:ext cx="917500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FBBAE03-8E02-1096-15A2-1B471552356F}"/>
              </a:ext>
            </a:extLst>
          </p:cNvPr>
          <p:cNvSpPr/>
          <p:nvPr/>
        </p:nvSpPr>
        <p:spPr>
          <a:xfrm>
            <a:off x="9724280" y="5141316"/>
            <a:ext cx="917500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3FB9420-D475-94B4-910F-12EF9973FC16}"/>
              </a:ext>
            </a:extLst>
          </p:cNvPr>
          <p:cNvSpPr/>
          <p:nvPr/>
        </p:nvSpPr>
        <p:spPr>
          <a:xfrm>
            <a:off x="8329951" y="1583515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A6D77F8-6A93-CD92-5826-83DE8790CB0E}"/>
              </a:ext>
            </a:extLst>
          </p:cNvPr>
          <p:cNvSpPr/>
          <p:nvPr/>
        </p:nvSpPr>
        <p:spPr>
          <a:xfrm>
            <a:off x="8330351" y="3027591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55AB433-2828-9016-EF61-C8EF3200AD58}"/>
              </a:ext>
            </a:extLst>
          </p:cNvPr>
          <p:cNvSpPr/>
          <p:nvPr/>
        </p:nvSpPr>
        <p:spPr>
          <a:xfrm>
            <a:off x="8329951" y="4471674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C9E585D-9B83-DCA4-602C-940C8852F287}"/>
              </a:ext>
            </a:extLst>
          </p:cNvPr>
          <p:cNvSpPr/>
          <p:nvPr/>
        </p:nvSpPr>
        <p:spPr>
          <a:xfrm>
            <a:off x="8329951" y="5810958"/>
            <a:ext cx="1025441" cy="48778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BAD2059-58E0-672E-DF30-7A1D2E54DCFA}"/>
              </a:ext>
            </a:extLst>
          </p:cNvPr>
          <p:cNvSpPr/>
          <p:nvPr/>
        </p:nvSpPr>
        <p:spPr>
          <a:xfrm>
            <a:off x="7134228" y="1340392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3ED9C07-842A-1282-B6B3-76C606ED1ECB}"/>
              </a:ext>
            </a:extLst>
          </p:cNvPr>
          <p:cNvSpPr/>
          <p:nvPr/>
        </p:nvSpPr>
        <p:spPr>
          <a:xfrm>
            <a:off x="7134228" y="1990259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C93F1BB6-9D0F-8F65-687C-AD434B45869E}"/>
              </a:ext>
            </a:extLst>
          </p:cNvPr>
          <p:cNvSpPr/>
          <p:nvPr/>
        </p:nvSpPr>
        <p:spPr>
          <a:xfrm>
            <a:off x="7134228" y="2733906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Stand up</a:t>
            </a:r>
            <a:endParaRPr kumimoji="1" lang="ja-JP" altLang="en-US" sz="12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80431BA-F9BA-8FEA-BFB0-246F3C312747}"/>
              </a:ext>
            </a:extLst>
          </p:cNvPr>
          <p:cNvSpPr/>
          <p:nvPr/>
        </p:nvSpPr>
        <p:spPr>
          <a:xfrm>
            <a:off x="7134228" y="3513776"/>
            <a:ext cx="827234" cy="324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4E38F32C-AABA-2E0C-E5D6-95B5E1AFA6C4}"/>
              </a:ext>
            </a:extLst>
          </p:cNvPr>
          <p:cNvSpPr/>
          <p:nvPr/>
        </p:nvSpPr>
        <p:spPr>
          <a:xfrm>
            <a:off x="7070167" y="4253908"/>
            <a:ext cx="955356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Handrail</a:t>
            </a:r>
            <a:endParaRPr kumimoji="1" lang="ja-JP" altLang="en-US" sz="1200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53EF49E-1551-9961-2A68-9FA90B63BAA5}"/>
              </a:ext>
            </a:extLst>
          </p:cNvPr>
          <p:cNvSpPr/>
          <p:nvPr/>
        </p:nvSpPr>
        <p:spPr>
          <a:xfrm>
            <a:off x="7070167" y="4853062"/>
            <a:ext cx="955356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Wheelchair</a:t>
            </a:r>
            <a:endParaRPr kumimoji="1" lang="ja-JP" altLang="en-US" sz="1200" i="1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C26335D-B252-8D2F-E75F-A81EC267FE2B}"/>
              </a:ext>
            </a:extLst>
          </p:cNvPr>
          <p:cNvSpPr/>
          <p:nvPr/>
        </p:nvSpPr>
        <p:spPr>
          <a:xfrm>
            <a:off x="7134228" y="5593192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BDC1F1A-973E-ADF3-5C0B-AC510C9EC3EA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7961462" y="1502474"/>
            <a:ext cx="368488" cy="3249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D6F891D-61A4-6C9D-87FF-73D4646935BC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 flipV="1">
            <a:off x="7961462" y="1827407"/>
            <a:ext cx="368488" cy="3249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467D6FED-9F11-1DEB-9DA3-D115FD90F665}"/>
              </a:ext>
            </a:extLst>
          </p:cNvPr>
          <p:cNvCxnSpPr>
            <a:cxnSpLocks/>
            <a:stCxn id="23" idx="3"/>
            <a:endCxn id="17" idx="1"/>
          </p:cNvCxnSpPr>
          <p:nvPr/>
        </p:nvCxnSpPr>
        <p:spPr>
          <a:xfrm flipV="1">
            <a:off x="7961462" y="3271482"/>
            <a:ext cx="368888" cy="4043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555CC8E-851A-C4EB-28FD-788C6B68D09E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7961462" y="2895988"/>
            <a:ext cx="368888" cy="37549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474A935-9C51-85CC-8C7A-E8AEF4EC698A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8025523" y="4415990"/>
            <a:ext cx="304428" cy="2995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BC240C9-4B22-6356-DA10-18A42568A897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8025523" y="4715566"/>
            <a:ext cx="304428" cy="29957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8A4DD56-F8E7-9A68-92B2-FFD23AFB9D43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>
            <a:off x="7961462" y="5755275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25005B94-C460-82AA-6B87-3D18C26105D6}"/>
              </a:ext>
            </a:extLst>
          </p:cNvPr>
          <p:cNvCxnSpPr>
            <a:cxnSpLocks/>
            <a:stCxn id="87" idx="3"/>
            <a:endCxn id="19" idx="1"/>
          </p:cNvCxnSpPr>
          <p:nvPr/>
        </p:nvCxnSpPr>
        <p:spPr>
          <a:xfrm flipV="1">
            <a:off x="7961462" y="6054851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6875BFD-F6C2-1D1A-CC8E-8301960FDF95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 flipV="1">
            <a:off x="9355392" y="5385209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3EFF8FD5-4DD2-5C06-5790-D3F6AF64EBBA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9355392" y="4715565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BC41275-6FF2-511D-A53E-A981E4EC0F1E}"/>
              </a:ext>
            </a:extLst>
          </p:cNvPr>
          <p:cNvSpPr txBox="1"/>
          <p:nvPr/>
        </p:nvSpPr>
        <p:spPr>
          <a:xfrm>
            <a:off x="10199576" y="5787106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2F4367D-8AC7-DDAE-E0AB-F7FE1EBBD797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9355391" y="1827407"/>
            <a:ext cx="368888" cy="7220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AA123D5E-C3DC-9CAC-DE41-A83FF87A4419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9355791" y="2549444"/>
            <a:ext cx="368488" cy="7220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5C14B3CA-A08F-4191-288B-C5C33204F4C7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10641780" y="2549444"/>
            <a:ext cx="368488" cy="141788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44E946B-2D42-0513-D8D3-8CD9F3A222D1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0641780" y="3967327"/>
            <a:ext cx="368488" cy="141788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286449D-132E-3594-04DC-89FC1B523184}"/>
              </a:ext>
            </a:extLst>
          </p:cNvPr>
          <p:cNvSpPr txBox="1"/>
          <p:nvPr/>
        </p:nvSpPr>
        <p:spPr>
          <a:xfrm rot="5400000">
            <a:off x="7923674" y="3133173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DEE7BB45-A791-C6D5-0ABA-5011F48E4E01}"/>
              </a:ext>
            </a:extLst>
          </p:cNvPr>
          <p:cNvSpPr txBox="1"/>
          <p:nvPr/>
        </p:nvSpPr>
        <p:spPr>
          <a:xfrm rot="5400000">
            <a:off x="7923674" y="4579479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C48CC104-8AB2-926C-C016-45FEB86422C5}"/>
              </a:ext>
            </a:extLst>
          </p:cNvPr>
          <p:cNvSpPr/>
          <p:nvPr/>
        </p:nvSpPr>
        <p:spPr>
          <a:xfrm>
            <a:off x="7134227" y="6192346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965A2E4A-C851-B7FB-54AA-8F786D4869DD}"/>
              </a:ext>
            </a:extLst>
          </p:cNvPr>
          <p:cNvGrpSpPr/>
          <p:nvPr/>
        </p:nvGrpSpPr>
        <p:grpSpPr>
          <a:xfrm>
            <a:off x="10282473" y="5940000"/>
            <a:ext cx="205124" cy="360001"/>
            <a:chOff x="9721614" y="5921242"/>
            <a:chExt cx="163486" cy="397955"/>
          </a:xfrm>
        </p:grpSpPr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096F5075-7FC9-2513-69D2-C334771715B8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01BB3921-BCA2-3137-77FB-881D7AF0D6B1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CDE7F751-00ED-2F03-41DC-9B936BFD904E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DEDB1DD5-45A6-C08F-D473-33AE1CC9FEBF}"/>
              </a:ext>
            </a:extLst>
          </p:cNvPr>
          <p:cNvSpPr/>
          <p:nvPr/>
        </p:nvSpPr>
        <p:spPr>
          <a:xfrm>
            <a:off x="10281167" y="6426000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5B491180-3AFF-45AC-8331-DC567ECFFBE3}"/>
              </a:ext>
            </a:extLst>
          </p:cNvPr>
          <p:cNvSpPr/>
          <p:nvPr/>
        </p:nvSpPr>
        <p:spPr>
          <a:xfrm>
            <a:off x="10271584" y="6597469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BC90B402-B680-E3A8-C486-1744F574969F}"/>
              </a:ext>
            </a:extLst>
          </p:cNvPr>
          <p:cNvSpPr txBox="1"/>
          <p:nvPr/>
        </p:nvSpPr>
        <p:spPr>
          <a:xfrm>
            <a:off x="8820624" y="1280401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EC77E01D-E6FF-8EE4-FF49-405FC40E1A9E}"/>
              </a:ext>
            </a:extLst>
          </p:cNvPr>
          <p:cNvSpPr txBox="1"/>
          <p:nvPr/>
        </p:nvSpPr>
        <p:spPr>
          <a:xfrm>
            <a:off x="8607425" y="2749119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90BE55E8-B3A4-2D1F-AEAC-70CA94D934D1}"/>
              </a:ext>
            </a:extLst>
          </p:cNvPr>
          <p:cNvSpPr txBox="1"/>
          <p:nvPr/>
        </p:nvSpPr>
        <p:spPr>
          <a:xfrm>
            <a:off x="8607425" y="5520993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0200DBDA-06F9-408C-18E1-4FBB8CAB26B7}"/>
              </a:ext>
            </a:extLst>
          </p:cNvPr>
          <p:cNvGrpSpPr/>
          <p:nvPr/>
        </p:nvGrpSpPr>
        <p:grpSpPr>
          <a:xfrm>
            <a:off x="1945554" y="4135902"/>
            <a:ext cx="4388933" cy="2457772"/>
            <a:chOff x="6118694" y="1744679"/>
            <a:chExt cx="6308057" cy="3532469"/>
          </a:xfrm>
        </p:grpSpPr>
        <p:grpSp>
          <p:nvGrpSpPr>
            <p:cNvPr id="100" name="グループ化 99">
              <a:extLst>
                <a:ext uri="{FF2B5EF4-FFF2-40B4-BE49-F238E27FC236}">
                  <a16:creationId xmlns:a16="http://schemas.microsoft.com/office/drawing/2014/main" id="{82C92D67-A557-8941-2800-D0AE63E6A549}"/>
                </a:ext>
              </a:extLst>
            </p:cNvPr>
            <p:cNvGrpSpPr/>
            <p:nvPr/>
          </p:nvGrpSpPr>
          <p:grpSpPr>
            <a:xfrm>
              <a:off x="6130165" y="1769772"/>
              <a:ext cx="6296586" cy="3297755"/>
              <a:chOff x="2639616" y="1556792"/>
              <a:chExt cx="6296586" cy="3297755"/>
            </a:xfrm>
          </p:grpSpPr>
          <p:pic>
            <p:nvPicPr>
              <p:cNvPr id="101" name="図 100">
                <a:extLst>
                  <a:ext uri="{FF2B5EF4-FFF2-40B4-BE49-F238E27FC236}">
                    <a16:creationId xmlns:a16="http://schemas.microsoft.com/office/drawing/2014/main" id="{E1B8484F-FD3B-BE5F-CFC2-B61571FC9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39616" y="1556792"/>
                <a:ext cx="6035212" cy="3297755"/>
              </a:xfrm>
              <a:prstGeom prst="rect">
                <a:avLst/>
              </a:prstGeom>
            </p:spPr>
          </p:pic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2AA7D3D1-D660-C399-B564-FA6BB0ECB680}"/>
                  </a:ext>
                </a:extLst>
              </p:cNvPr>
              <p:cNvSpPr/>
              <p:nvPr/>
            </p:nvSpPr>
            <p:spPr>
              <a:xfrm>
                <a:off x="4890853" y="2060848"/>
                <a:ext cx="1349164" cy="2504044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03" name="楕円 102">
                <a:extLst>
                  <a:ext uri="{FF2B5EF4-FFF2-40B4-BE49-F238E27FC236}">
                    <a16:creationId xmlns:a16="http://schemas.microsoft.com/office/drawing/2014/main" id="{0670125B-0719-B777-9D65-C086798AEE67}"/>
                  </a:ext>
                </a:extLst>
              </p:cNvPr>
              <p:cNvSpPr/>
              <p:nvPr/>
            </p:nvSpPr>
            <p:spPr>
              <a:xfrm>
                <a:off x="6421673" y="1773626"/>
                <a:ext cx="698352" cy="1459707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BD778F92-B0E9-68B0-164E-87AC22C663C8}"/>
                  </a:ext>
                </a:extLst>
              </p:cNvPr>
              <p:cNvSpPr txBox="1"/>
              <p:nvPr/>
            </p:nvSpPr>
            <p:spPr>
              <a:xfrm>
                <a:off x="7064842" y="1673083"/>
                <a:ext cx="1871360" cy="44235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dirty="0">
                    <a:solidFill>
                      <a:srgbClr val="FF0000"/>
                    </a:solidFill>
                  </a:rPr>
                  <a:t>Far from staff</a:t>
                </a:r>
                <a:endParaRPr kumimoji="1" lang="ja-JP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850FBB84-3169-E35D-3752-D72421B79DDF}"/>
                  </a:ext>
                </a:extLst>
              </p:cNvPr>
              <p:cNvSpPr txBox="1"/>
              <p:nvPr/>
            </p:nvSpPr>
            <p:spPr>
              <a:xfrm>
                <a:off x="7064842" y="2383676"/>
                <a:ext cx="1871360" cy="752006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400" b="1" dirty="0">
                    <a:solidFill>
                      <a:srgbClr val="FF0000"/>
                    </a:solidFill>
                  </a:rPr>
                  <a:t>Staff not seeing patient</a:t>
                </a:r>
                <a:endParaRPr kumimoji="1" lang="ja-JP" altLang="en-US" sz="14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9CB66673-25A6-B441-7F26-8FD78E31CAA7}"/>
                </a:ext>
              </a:extLst>
            </p:cNvPr>
            <p:cNvSpPr txBox="1"/>
            <p:nvPr/>
          </p:nvSpPr>
          <p:spPr>
            <a:xfrm>
              <a:off x="8268696" y="4746320"/>
              <a:ext cx="2716805" cy="530828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FF0000"/>
                  </a:solidFill>
                </a:rPr>
                <a:t>#1 Elderly</a:t>
              </a:r>
              <a:r>
                <a:rPr kumimoji="1" lang="en-US" altLang="ja-JP" dirty="0"/>
                <a:t> patient</a:t>
              </a:r>
              <a:endParaRPr kumimoji="1" lang="ja-JP" altLang="en-US" dirty="0"/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26D3E198-BA79-B6FF-D5F3-35718DACC363}"/>
                </a:ext>
              </a:extLst>
            </p:cNvPr>
            <p:cNvSpPr txBox="1"/>
            <p:nvPr/>
          </p:nvSpPr>
          <p:spPr>
            <a:xfrm>
              <a:off x="6454024" y="4260484"/>
              <a:ext cx="1961113" cy="587299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b="1" dirty="0">
                  <a:solidFill>
                    <a:srgbClr val="FF0000"/>
                  </a:solidFill>
                </a:rPr>
                <a:t>Wheelchair</a:t>
              </a:r>
              <a:endParaRPr kumimoji="1" lang="ja-JP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30" name="テキスト ボックス 129">
              <a:extLst>
                <a:ext uri="{FF2B5EF4-FFF2-40B4-BE49-F238E27FC236}">
                  <a16:creationId xmlns:a16="http://schemas.microsoft.com/office/drawing/2014/main" id="{53FD6FDB-E6FC-46B0-858C-FE720CB84FCF}"/>
                </a:ext>
              </a:extLst>
            </p:cNvPr>
            <p:cNvSpPr txBox="1"/>
            <p:nvPr/>
          </p:nvSpPr>
          <p:spPr>
            <a:xfrm>
              <a:off x="6118694" y="1744679"/>
              <a:ext cx="2318254" cy="489416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b="1" dirty="0">
                  <a:solidFill>
                    <a:srgbClr val="FF0000"/>
                  </a:solidFill>
                </a:rPr>
                <a:t>Far from handrail</a:t>
              </a:r>
              <a:endParaRPr kumimoji="1" lang="ja-JP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807C0250-FE30-B583-5510-25EF46CE0C84}"/>
                </a:ext>
              </a:extLst>
            </p:cNvPr>
            <p:cNvSpPr txBox="1"/>
            <p:nvPr/>
          </p:nvSpPr>
          <p:spPr>
            <a:xfrm>
              <a:off x="7685500" y="2328420"/>
              <a:ext cx="1294923" cy="489416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b="1" dirty="0">
                  <a:solidFill>
                    <a:srgbClr val="FF0000"/>
                  </a:solidFill>
                </a:rPr>
                <a:t>Stand up</a:t>
              </a:r>
              <a:endParaRPr kumimoji="1" lang="ja-JP" altLang="en-US" sz="1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38" name="Picture 6" descr="ベテラン看護師さんのイラスト">
            <a:extLst>
              <a:ext uri="{FF2B5EF4-FFF2-40B4-BE49-F238E27FC236}">
                <a16:creationId xmlns:a16="http://schemas.microsoft.com/office/drawing/2014/main" id="{D08647A1-CE88-2737-49E6-EBC9FD4109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0"/>
          <a:stretch/>
        </p:blipFill>
        <p:spPr bwMode="auto">
          <a:xfrm>
            <a:off x="1957119" y="2752394"/>
            <a:ext cx="1116308" cy="10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吹き出し: 四角形 143">
            <a:extLst>
              <a:ext uri="{FF2B5EF4-FFF2-40B4-BE49-F238E27FC236}">
                <a16:creationId xmlns:a16="http://schemas.microsoft.com/office/drawing/2014/main" id="{B6CF2866-854B-ACDB-3844-186728E07D68}"/>
              </a:ext>
            </a:extLst>
          </p:cNvPr>
          <p:cNvSpPr/>
          <p:nvPr/>
        </p:nvSpPr>
        <p:spPr>
          <a:xfrm>
            <a:off x="2950113" y="1410619"/>
            <a:ext cx="3153750" cy="1946373"/>
          </a:xfrm>
          <a:prstGeom prst="wedgeRectCallout">
            <a:avLst>
              <a:gd name="adj1" fmla="val -57779"/>
              <a:gd name="adj2" fmla="val 32553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b="1" dirty="0"/>
              <a:t>Notification Policy:</a:t>
            </a:r>
          </a:p>
          <a:p>
            <a:r>
              <a:rPr lang="en-US" altLang="ja-JP" b="1" dirty="0"/>
              <a:t>Q: </a:t>
            </a:r>
            <a:r>
              <a:rPr kumimoji="1" lang="en-US" altLang="ja-JP" b="1" dirty="0"/>
              <a:t>Which is more dangerous?</a:t>
            </a:r>
            <a:endParaRPr kumimoji="1" lang="en-US" altLang="ja-JP" dirty="0"/>
          </a:p>
          <a:p>
            <a:r>
              <a:rPr kumimoji="1" lang="en-US" altLang="ja-JP" b="1" dirty="0"/>
              <a:t>A:</a:t>
            </a:r>
          </a:p>
          <a:p>
            <a:pPr algn="ctr"/>
            <a:r>
              <a:rPr kumimoji="1" lang="en-US" altLang="ja-JP" b="1" dirty="0"/>
              <a:t>Internal &lt;==    ==&gt; External</a:t>
            </a:r>
          </a:p>
          <a:p>
            <a:pPr algn="r"/>
            <a:r>
              <a:rPr kumimoji="1" lang="en-US" altLang="ja-JP" b="1" dirty="0"/>
              <a:t>Et</a:t>
            </a:r>
            <a:r>
              <a:rPr lang="en-US" altLang="ja-JP" b="1" dirty="0"/>
              <a:t>c.</a:t>
            </a:r>
            <a:endParaRPr kumimoji="1" lang="ja-JP" altLang="en-US" b="1" dirty="0"/>
          </a:p>
        </p:txBody>
      </p:sp>
      <p:cxnSp>
        <p:nvCxnSpPr>
          <p:cNvPr id="149" name="コネクタ: カギ線 148">
            <a:extLst>
              <a:ext uri="{FF2B5EF4-FFF2-40B4-BE49-F238E27FC236}">
                <a16:creationId xmlns:a16="http://schemas.microsoft.com/office/drawing/2014/main" id="{C3829932-635E-B2DE-17DD-C5B95DFE9933}"/>
              </a:ext>
            </a:extLst>
          </p:cNvPr>
          <p:cNvCxnSpPr>
            <a:stCxn id="144" idx="0"/>
            <a:endCxn id="147" idx="0"/>
          </p:cNvCxnSpPr>
          <p:nvPr/>
        </p:nvCxnSpPr>
        <p:spPr>
          <a:xfrm rot="5400000" flipH="1" flipV="1">
            <a:off x="6186861" y="-532454"/>
            <a:ext cx="283200" cy="3602947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98802AA7-E170-B3F9-BB0D-6E0D76C2BE71}"/>
              </a:ext>
            </a:extLst>
          </p:cNvPr>
          <p:cNvCxnSpPr>
            <a:cxnSpLocks/>
            <a:stCxn id="144" idx="0"/>
            <a:endCxn id="146" idx="0"/>
          </p:cNvCxnSpPr>
          <p:nvPr/>
        </p:nvCxnSpPr>
        <p:spPr>
          <a:xfrm rot="5400000" flipH="1" flipV="1">
            <a:off x="6889266" y="-1234859"/>
            <a:ext cx="283200" cy="5007756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コネクタ: カギ線 152">
            <a:extLst>
              <a:ext uri="{FF2B5EF4-FFF2-40B4-BE49-F238E27FC236}">
                <a16:creationId xmlns:a16="http://schemas.microsoft.com/office/drawing/2014/main" id="{7704BA60-DF59-5FF2-9042-2F354FE50274}"/>
              </a:ext>
            </a:extLst>
          </p:cNvPr>
          <p:cNvCxnSpPr>
            <a:cxnSpLocks/>
            <a:stCxn id="144" idx="0"/>
            <a:endCxn id="145" idx="0"/>
          </p:cNvCxnSpPr>
          <p:nvPr/>
        </p:nvCxnSpPr>
        <p:spPr>
          <a:xfrm rot="5400000" flipH="1" flipV="1">
            <a:off x="7524758" y="-1870349"/>
            <a:ext cx="283199" cy="6278739"/>
          </a:xfrm>
          <a:prstGeom prst="bentConnector3">
            <a:avLst>
              <a:gd name="adj1" fmla="val 1807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D4F93115-B1DB-CA22-51C4-07DD2A8771EB}"/>
              </a:ext>
            </a:extLst>
          </p:cNvPr>
          <p:cNvSpPr/>
          <p:nvPr/>
        </p:nvSpPr>
        <p:spPr>
          <a:xfrm>
            <a:off x="5004159" y="2474172"/>
            <a:ext cx="936104" cy="3456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62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54A6E-8B0E-9CC6-2FD2-43A96646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FB1E4F73-E821-C504-ED91-EE49001A4276}"/>
              </a:ext>
            </a:extLst>
          </p:cNvPr>
          <p:cNvSpPr/>
          <p:nvPr/>
        </p:nvSpPr>
        <p:spPr>
          <a:xfrm>
            <a:off x="9289485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C00C2928-B3C3-D4FF-3DE0-0EA08FCA735C}"/>
              </a:ext>
            </a:extLst>
          </p:cNvPr>
          <p:cNvSpPr/>
          <p:nvPr/>
        </p:nvSpPr>
        <p:spPr>
          <a:xfrm>
            <a:off x="10560468" y="1127420"/>
            <a:ext cx="490517" cy="45448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0449294-567E-2FE4-2452-FDC8D589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解決アプローチの説明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患者の文脈を重視するスタッフが、見守られつつ立ち上がる患者を見つけた時の階層構造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5C9AD0B-6208-A5A9-8300-D6D2DEA9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AD8BA1-8B9F-D588-7436-2D40B9A81647}"/>
              </a:ext>
            </a:extLst>
          </p:cNvPr>
          <p:cNvSpPr/>
          <p:nvPr/>
        </p:nvSpPr>
        <p:spPr>
          <a:xfrm>
            <a:off x="7038565" y="5520993"/>
            <a:ext cx="2343431" cy="1065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88C2854-D551-F1EC-FB9D-664A81681693}"/>
              </a:ext>
            </a:extLst>
          </p:cNvPr>
          <p:cNvSpPr/>
          <p:nvPr/>
        </p:nvSpPr>
        <p:spPr>
          <a:xfrm>
            <a:off x="7038565" y="2749119"/>
            <a:ext cx="2343431" cy="1192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358AD02-857D-A262-7DB6-FE8A9B38F62C}"/>
              </a:ext>
            </a:extLst>
          </p:cNvPr>
          <p:cNvSpPr/>
          <p:nvPr/>
        </p:nvSpPr>
        <p:spPr>
          <a:xfrm>
            <a:off x="7038565" y="4161134"/>
            <a:ext cx="2343431" cy="1129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A8F7254-4453-3973-E122-DA5F4A7F2233}"/>
              </a:ext>
            </a:extLst>
          </p:cNvPr>
          <p:cNvSpPr txBox="1"/>
          <p:nvPr/>
        </p:nvSpPr>
        <p:spPr>
          <a:xfrm>
            <a:off x="8820624" y="4161134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F5F91AD-7864-CBE0-E709-3733ACED572C}"/>
              </a:ext>
            </a:extLst>
          </p:cNvPr>
          <p:cNvSpPr/>
          <p:nvPr/>
        </p:nvSpPr>
        <p:spPr>
          <a:xfrm>
            <a:off x="7038565" y="1280401"/>
            <a:ext cx="2343431" cy="12327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3EB2B32F-1A19-E2D5-7D9E-2A260CC25358}"/>
              </a:ext>
            </a:extLst>
          </p:cNvPr>
          <p:cNvSpPr/>
          <p:nvPr/>
        </p:nvSpPr>
        <p:spPr>
          <a:xfrm>
            <a:off x="7884676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9E89EDD-DC27-92D6-B209-427580D7DA6C}"/>
              </a:ext>
            </a:extLst>
          </p:cNvPr>
          <p:cNvSpPr/>
          <p:nvPr/>
        </p:nvSpPr>
        <p:spPr>
          <a:xfrm>
            <a:off x="11010267" y="3723435"/>
            <a:ext cx="9175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89E925C-4811-7321-DB38-BD97CB6B2DC3}"/>
              </a:ext>
            </a:extLst>
          </p:cNvPr>
          <p:cNvSpPr/>
          <p:nvPr/>
        </p:nvSpPr>
        <p:spPr>
          <a:xfrm>
            <a:off x="9724280" y="2305552"/>
            <a:ext cx="9175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80EDEA4-6C27-69C3-5432-4B822F5D1812}"/>
              </a:ext>
            </a:extLst>
          </p:cNvPr>
          <p:cNvSpPr/>
          <p:nvPr/>
        </p:nvSpPr>
        <p:spPr>
          <a:xfrm>
            <a:off x="9724280" y="5141316"/>
            <a:ext cx="917500" cy="4877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D8C7402-D30F-8AA5-27AC-494AC292906E}"/>
              </a:ext>
            </a:extLst>
          </p:cNvPr>
          <p:cNvSpPr/>
          <p:nvPr/>
        </p:nvSpPr>
        <p:spPr>
          <a:xfrm>
            <a:off x="8329951" y="1583515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6A12C4A-7223-2BB2-9A71-6AEB4A26185F}"/>
              </a:ext>
            </a:extLst>
          </p:cNvPr>
          <p:cNvSpPr/>
          <p:nvPr/>
        </p:nvSpPr>
        <p:spPr>
          <a:xfrm>
            <a:off x="8330351" y="3027591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6118C94-55E3-2466-B2FC-8F53D9B90B6D}"/>
              </a:ext>
            </a:extLst>
          </p:cNvPr>
          <p:cNvSpPr/>
          <p:nvPr/>
        </p:nvSpPr>
        <p:spPr>
          <a:xfrm>
            <a:off x="8329951" y="4471674"/>
            <a:ext cx="1025441" cy="4877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F38A486-9168-4E85-68FD-18157482F21A}"/>
              </a:ext>
            </a:extLst>
          </p:cNvPr>
          <p:cNvSpPr/>
          <p:nvPr/>
        </p:nvSpPr>
        <p:spPr>
          <a:xfrm>
            <a:off x="8329951" y="5810958"/>
            <a:ext cx="1025441" cy="4877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E0D19BE-71B7-8FA8-0A7B-2DEED16FEF18}"/>
              </a:ext>
            </a:extLst>
          </p:cNvPr>
          <p:cNvSpPr/>
          <p:nvPr/>
        </p:nvSpPr>
        <p:spPr>
          <a:xfrm>
            <a:off x="7134228" y="1340392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58920E8-6078-71E5-6161-8B5840EE1912}"/>
              </a:ext>
            </a:extLst>
          </p:cNvPr>
          <p:cNvSpPr/>
          <p:nvPr/>
        </p:nvSpPr>
        <p:spPr>
          <a:xfrm>
            <a:off x="7134228" y="1990259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F641E44-63F0-5E4D-A27A-04932889C2BB}"/>
              </a:ext>
            </a:extLst>
          </p:cNvPr>
          <p:cNvSpPr/>
          <p:nvPr/>
        </p:nvSpPr>
        <p:spPr>
          <a:xfrm>
            <a:off x="7134228" y="2733906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Stand up</a:t>
            </a:r>
            <a:endParaRPr kumimoji="1" lang="ja-JP" altLang="en-US" sz="12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FF36A40-76B9-640F-1A75-09A31EF9D6E1}"/>
              </a:ext>
            </a:extLst>
          </p:cNvPr>
          <p:cNvSpPr/>
          <p:nvPr/>
        </p:nvSpPr>
        <p:spPr>
          <a:xfrm>
            <a:off x="7134228" y="3513776"/>
            <a:ext cx="827234" cy="324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53F0010-A732-DEC1-3FDD-8D419D4BB744}"/>
              </a:ext>
            </a:extLst>
          </p:cNvPr>
          <p:cNvSpPr/>
          <p:nvPr/>
        </p:nvSpPr>
        <p:spPr>
          <a:xfrm>
            <a:off x="7070167" y="4253908"/>
            <a:ext cx="955356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Handrail</a:t>
            </a:r>
            <a:endParaRPr kumimoji="1" lang="ja-JP" altLang="en-US" sz="1200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A12533BF-2C2D-002B-A16D-C5F5ED6DD2F3}"/>
              </a:ext>
            </a:extLst>
          </p:cNvPr>
          <p:cNvSpPr/>
          <p:nvPr/>
        </p:nvSpPr>
        <p:spPr>
          <a:xfrm>
            <a:off x="7070167" y="4853062"/>
            <a:ext cx="955356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Wheelchair</a:t>
            </a:r>
            <a:endParaRPr kumimoji="1" lang="ja-JP" altLang="en-US" sz="1200" i="1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8EEDEB3-B64B-61FB-1DEA-505E3040FE6B}"/>
              </a:ext>
            </a:extLst>
          </p:cNvPr>
          <p:cNvSpPr/>
          <p:nvPr/>
        </p:nvSpPr>
        <p:spPr>
          <a:xfrm>
            <a:off x="7134228" y="5593192"/>
            <a:ext cx="827234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687ADDC-CC1F-C905-BC16-B2C0C94C0916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7961462" y="1502474"/>
            <a:ext cx="368488" cy="3249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CC2D56A-40B2-B46B-BF33-06ED128E4473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 flipV="1">
            <a:off x="7961462" y="1827407"/>
            <a:ext cx="368488" cy="3249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2A3E121-4AD1-DD7E-0068-F7C6E0C11876}"/>
              </a:ext>
            </a:extLst>
          </p:cNvPr>
          <p:cNvCxnSpPr>
            <a:cxnSpLocks/>
            <a:stCxn id="23" idx="3"/>
            <a:endCxn id="17" idx="1"/>
          </p:cNvCxnSpPr>
          <p:nvPr/>
        </p:nvCxnSpPr>
        <p:spPr>
          <a:xfrm flipV="1">
            <a:off x="7961462" y="3271482"/>
            <a:ext cx="368888" cy="4043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EFE6527-1998-7F23-63C1-F771E7C3B0BD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7961462" y="2895988"/>
            <a:ext cx="368888" cy="37549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5BF35BA0-99A8-7A5B-ACD3-7A06329BEC3B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8025523" y="4415990"/>
            <a:ext cx="304428" cy="2995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8851EA2A-34D2-2C9F-E878-B1535EBD27CC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8025523" y="4715566"/>
            <a:ext cx="304428" cy="29957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BF98A56-E57F-BEF5-4026-6AD644119D89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>
            <a:off x="7961462" y="5755275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E4F45F9-40FC-D192-008C-CDB972B57C7A}"/>
              </a:ext>
            </a:extLst>
          </p:cNvPr>
          <p:cNvCxnSpPr>
            <a:cxnSpLocks/>
            <a:stCxn id="87" idx="3"/>
            <a:endCxn id="19" idx="1"/>
          </p:cNvCxnSpPr>
          <p:nvPr/>
        </p:nvCxnSpPr>
        <p:spPr>
          <a:xfrm flipV="1">
            <a:off x="7961462" y="6054851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3B9862CA-A439-4D70-F262-78A58CE4B931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 flipV="1">
            <a:off x="9355392" y="5385209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61B8362-B179-99D0-DF9D-78186A555D3E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9355392" y="4715565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5B15CBC-AA1F-BC8E-A638-F5872D2A1A9A}"/>
              </a:ext>
            </a:extLst>
          </p:cNvPr>
          <p:cNvSpPr txBox="1"/>
          <p:nvPr/>
        </p:nvSpPr>
        <p:spPr>
          <a:xfrm>
            <a:off x="10199576" y="5787106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B5123399-DD1D-4190-8872-1EA1BD6D26EA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9355391" y="1827407"/>
            <a:ext cx="368888" cy="7220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1BABF5B1-A117-E446-48CD-74C51CE4A017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9355791" y="2549444"/>
            <a:ext cx="368488" cy="7220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81BC212-6621-AA86-7736-17858E51448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10641780" y="2549444"/>
            <a:ext cx="368488" cy="141788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6C0668E3-88C2-46AA-E623-72B72AE4F68D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0641780" y="3967327"/>
            <a:ext cx="368488" cy="141788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EE35CFF9-21E3-A07A-8A2C-2B2414E74EB5}"/>
              </a:ext>
            </a:extLst>
          </p:cNvPr>
          <p:cNvSpPr txBox="1"/>
          <p:nvPr/>
        </p:nvSpPr>
        <p:spPr>
          <a:xfrm rot="5400000">
            <a:off x="7923674" y="3133173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F294C818-FC7D-F7EA-8259-F1AA9C43BC3E}"/>
              </a:ext>
            </a:extLst>
          </p:cNvPr>
          <p:cNvSpPr txBox="1"/>
          <p:nvPr/>
        </p:nvSpPr>
        <p:spPr>
          <a:xfrm rot="5400000">
            <a:off x="7923674" y="4579479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045BF0EC-E2F2-2206-8A41-3E8545E0F76F}"/>
              </a:ext>
            </a:extLst>
          </p:cNvPr>
          <p:cNvSpPr/>
          <p:nvPr/>
        </p:nvSpPr>
        <p:spPr>
          <a:xfrm>
            <a:off x="7134227" y="6192346"/>
            <a:ext cx="827234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00920C52-140A-07F8-A3F2-62F77156FBB6}"/>
              </a:ext>
            </a:extLst>
          </p:cNvPr>
          <p:cNvGrpSpPr/>
          <p:nvPr/>
        </p:nvGrpSpPr>
        <p:grpSpPr>
          <a:xfrm>
            <a:off x="10282473" y="5940000"/>
            <a:ext cx="205124" cy="360001"/>
            <a:chOff x="9721614" y="5921242"/>
            <a:chExt cx="163486" cy="397955"/>
          </a:xfrm>
        </p:grpSpPr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BCB89970-A569-5374-A238-479756F92BC6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C980533E-44C7-D0F7-936E-F9816AF4ADA0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4980DB26-BB08-4BC8-7CF1-0023E6EE4569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D97C34C-A00E-30A6-628F-EA2556AD6036}"/>
              </a:ext>
            </a:extLst>
          </p:cNvPr>
          <p:cNvSpPr/>
          <p:nvPr/>
        </p:nvSpPr>
        <p:spPr>
          <a:xfrm>
            <a:off x="10281167" y="6426000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F9857BDA-E146-6C54-32A3-2376C628079B}"/>
              </a:ext>
            </a:extLst>
          </p:cNvPr>
          <p:cNvSpPr/>
          <p:nvPr/>
        </p:nvSpPr>
        <p:spPr>
          <a:xfrm>
            <a:off x="10271584" y="6597469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27F79569-CDE0-A3BA-81B7-9761CAC0BB17}"/>
              </a:ext>
            </a:extLst>
          </p:cNvPr>
          <p:cNvSpPr txBox="1"/>
          <p:nvPr/>
        </p:nvSpPr>
        <p:spPr>
          <a:xfrm>
            <a:off x="8820624" y="1280401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35300A09-DE8E-403F-87A1-E1FE64F87ECC}"/>
              </a:ext>
            </a:extLst>
          </p:cNvPr>
          <p:cNvSpPr txBox="1"/>
          <p:nvPr/>
        </p:nvSpPr>
        <p:spPr>
          <a:xfrm>
            <a:off x="8607425" y="2749119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FE2CF28-8CB6-87D8-B57A-BED90C7607D0}"/>
              </a:ext>
            </a:extLst>
          </p:cNvPr>
          <p:cNvSpPr txBox="1"/>
          <p:nvPr/>
        </p:nvSpPr>
        <p:spPr>
          <a:xfrm>
            <a:off x="8607425" y="5520993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pic>
        <p:nvPicPr>
          <p:cNvPr id="138" name="Picture 6" descr="ベテラン看護師さんのイラスト">
            <a:extLst>
              <a:ext uri="{FF2B5EF4-FFF2-40B4-BE49-F238E27FC236}">
                <a16:creationId xmlns:a16="http://schemas.microsoft.com/office/drawing/2014/main" id="{71F871BB-001E-EA38-F630-7AE076DA8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0"/>
          <a:stretch/>
        </p:blipFill>
        <p:spPr bwMode="auto">
          <a:xfrm>
            <a:off x="1944334" y="2752394"/>
            <a:ext cx="1116308" cy="10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吹き出し: 四角形 143">
            <a:extLst>
              <a:ext uri="{FF2B5EF4-FFF2-40B4-BE49-F238E27FC236}">
                <a16:creationId xmlns:a16="http://schemas.microsoft.com/office/drawing/2014/main" id="{143DF8DB-9543-ED43-7B3E-A188F0C2C09D}"/>
              </a:ext>
            </a:extLst>
          </p:cNvPr>
          <p:cNvSpPr/>
          <p:nvPr/>
        </p:nvSpPr>
        <p:spPr>
          <a:xfrm>
            <a:off x="2937328" y="1410619"/>
            <a:ext cx="3153750" cy="1946373"/>
          </a:xfrm>
          <a:prstGeom prst="wedgeRectCallout">
            <a:avLst>
              <a:gd name="adj1" fmla="val -57779"/>
              <a:gd name="adj2" fmla="val 32553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b="1" dirty="0"/>
              <a:t>Notification Policy:</a:t>
            </a:r>
          </a:p>
          <a:p>
            <a:r>
              <a:rPr lang="en-US" altLang="ja-JP" b="1" dirty="0"/>
              <a:t>Q: </a:t>
            </a:r>
            <a:r>
              <a:rPr kumimoji="1" lang="en-US" altLang="ja-JP" b="1" dirty="0"/>
              <a:t>Which is more dangerous?</a:t>
            </a:r>
            <a:endParaRPr kumimoji="1" lang="en-US" altLang="ja-JP" dirty="0"/>
          </a:p>
          <a:p>
            <a:r>
              <a:rPr kumimoji="1" lang="en-US" altLang="ja-JP" b="1" dirty="0"/>
              <a:t>A:</a:t>
            </a:r>
          </a:p>
          <a:p>
            <a:pPr algn="ctr"/>
            <a:r>
              <a:rPr kumimoji="1" lang="en-US" altLang="ja-JP" b="1" dirty="0"/>
              <a:t>Internal &lt;==    ==&gt; External</a:t>
            </a:r>
          </a:p>
          <a:p>
            <a:pPr algn="r"/>
            <a:r>
              <a:rPr kumimoji="1" lang="en-US" altLang="ja-JP" b="1" dirty="0"/>
              <a:t>Et</a:t>
            </a:r>
            <a:r>
              <a:rPr lang="en-US" altLang="ja-JP" b="1" dirty="0"/>
              <a:t>c.</a:t>
            </a:r>
            <a:endParaRPr kumimoji="1" lang="ja-JP" altLang="en-US" b="1" dirty="0"/>
          </a:p>
        </p:txBody>
      </p:sp>
      <p:cxnSp>
        <p:nvCxnSpPr>
          <p:cNvPr id="149" name="コネクタ: カギ線 148">
            <a:extLst>
              <a:ext uri="{FF2B5EF4-FFF2-40B4-BE49-F238E27FC236}">
                <a16:creationId xmlns:a16="http://schemas.microsoft.com/office/drawing/2014/main" id="{CCFDC351-312B-8679-F5A1-7223653ABA2D}"/>
              </a:ext>
            </a:extLst>
          </p:cNvPr>
          <p:cNvCxnSpPr>
            <a:stCxn id="144" idx="0"/>
            <a:endCxn id="147" idx="0"/>
          </p:cNvCxnSpPr>
          <p:nvPr/>
        </p:nvCxnSpPr>
        <p:spPr>
          <a:xfrm rot="5400000" flipH="1" flipV="1">
            <a:off x="6180469" y="-538847"/>
            <a:ext cx="283200" cy="3615732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96B41017-941C-176D-AFAF-E70924D9AF89}"/>
              </a:ext>
            </a:extLst>
          </p:cNvPr>
          <p:cNvCxnSpPr>
            <a:cxnSpLocks/>
            <a:stCxn id="144" idx="0"/>
            <a:endCxn id="146" idx="0"/>
          </p:cNvCxnSpPr>
          <p:nvPr/>
        </p:nvCxnSpPr>
        <p:spPr>
          <a:xfrm rot="5400000" flipH="1" flipV="1">
            <a:off x="6882873" y="-1241251"/>
            <a:ext cx="283200" cy="5020541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コネクタ: カギ線 152">
            <a:extLst>
              <a:ext uri="{FF2B5EF4-FFF2-40B4-BE49-F238E27FC236}">
                <a16:creationId xmlns:a16="http://schemas.microsoft.com/office/drawing/2014/main" id="{8DF090D0-43C6-5AEA-49BB-60103F84A466}"/>
              </a:ext>
            </a:extLst>
          </p:cNvPr>
          <p:cNvCxnSpPr>
            <a:cxnSpLocks/>
            <a:stCxn id="144" idx="0"/>
            <a:endCxn id="145" idx="0"/>
          </p:cNvCxnSpPr>
          <p:nvPr/>
        </p:nvCxnSpPr>
        <p:spPr>
          <a:xfrm rot="5400000" flipH="1" flipV="1">
            <a:off x="7518366" y="-1876742"/>
            <a:ext cx="283199" cy="6291524"/>
          </a:xfrm>
          <a:prstGeom prst="bentConnector3">
            <a:avLst>
              <a:gd name="adj1" fmla="val 1807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6D4768EF-D22B-3144-150B-DC3017DEAFEB}"/>
              </a:ext>
            </a:extLst>
          </p:cNvPr>
          <p:cNvSpPr/>
          <p:nvPr/>
        </p:nvSpPr>
        <p:spPr>
          <a:xfrm>
            <a:off x="3038830" y="2474172"/>
            <a:ext cx="936104" cy="3456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09E074F8-4F4C-F09F-F8DE-26F37657F28A}"/>
              </a:ext>
            </a:extLst>
          </p:cNvPr>
          <p:cNvGrpSpPr/>
          <p:nvPr/>
        </p:nvGrpSpPr>
        <p:grpSpPr>
          <a:xfrm>
            <a:off x="1966285" y="3996893"/>
            <a:ext cx="4484212" cy="2337140"/>
            <a:chOff x="84399" y="1736678"/>
            <a:chExt cx="6390816" cy="333084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BE5E629B-0A2D-38A8-C964-855B6EC81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092" t="28097" r="38520" b="28444"/>
            <a:stretch>
              <a:fillRect/>
            </a:stretch>
          </p:blipFill>
          <p:spPr>
            <a:xfrm>
              <a:off x="84399" y="1769772"/>
              <a:ext cx="5906914" cy="3297755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08D72FE-32B3-B249-BFCF-4B5404775A3F}"/>
                </a:ext>
              </a:extLst>
            </p:cNvPr>
            <p:cNvSpPr txBox="1"/>
            <p:nvPr/>
          </p:nvSpPr>
          <p:spPr>
            <a:xfrm>
              <a:off x="3553213" y="4618127"/>
              <a:ext cx="2326762" cy="438638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Middle-aged</a:t>
              </a:r>
              <a:r>
                <a:rPr lang="ja-JP" altLang="en-US" sz="1400" dirty="0"/>
                <a:t> </a:t>
              </a:r>
              <a:r>
                <a:rPr kumimoji="1" lang="en-US" altLang="ja-JP" sz="1400" dirty="0"/>
                <a:t>patient</a:t>
              </a:r>
              <a:endParaRPr kumimoji="1" lang="ja-JP" altLang="en-US" sz="1400" dirty="0"/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30C082D5-33F2-E34D-CDC1-5B8E5826CC46}"/>
                </a:ext>
              </a:extLst>
            </p:cNvPr>
            <p:cNvSpPr/>
            <p:nvPr/>
          </p:nvSpPr>
          <p:spPr>
            <a:xfrm>
              <a:off x="4289197" y="2348217"/>
              <a:ext cx="698352" cy="1944879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7A4C56F9-744C-3B65-57ED-B4951965A925}"/>
                </a:ext>
              </a:extLst>
            </p:cNvPr>
            <p:cNvSpPr/>
            <p:nvPr/>
          </p:nvSpPr>
          <p:spPr>
            <a:xfrm>
              <a:off x="4306181" y="2780928"/>
              <a:ext cx="884435" cy="1728192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CC8BE345-DDD7-48D5-76A8-7898324C3A47}"/>
                </a:ext>
              </a:extLst>
            </p:cNvPr>
            <p:cNvSpPr txBox="1"/>
            <p:nvPr/>
          </p:nvSpPr>
          <p:spPr>
            <a:xfrm>
              <a:off x="3390416" y="1736678"/>
              <a:ext cx="2081215" cy="61409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dirty="0"/>
                <a:t>The nurse </a:t>
              </a:r>
              <a:r>
                <a:rPr kumimoji="1" lang="en-US" altLang="ja-JP" sz="1100" b="1" dirty="0"/>
                <a:t>supporting the patient</a:t>
              </a:r>
              <a:endParaRPr kumimoji="1" lang="ja-JP" altLang="en-US" sz="1100" b="1" dirty="0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FADB416-7739-17BC-95DD-66C06973A498}"/>
                </a:ext>
              </a:extLst>
            </p:cNvPr>
            <p:cNvSpPr txBox="1"/>
            <p:nvPr/>
          </p:nvSpPr>
          <p:spPr>
            <a:xfrm>
              <a:off x="254322" y="4416162"/>
              <a:ext cx="2207111" cy="61409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dirty="0"/>
                <a:t>The nurse </a:t>
              </a:r>
              <a:r>
                <a:rPr kumimoji="1" lang="en-US" altLang="ja-JP" sz="1100" b="1" dirty="0"/>
                <a:t>monitoring other patients</a:t>
              </a:r>
              <a:endParaRPr kumimoji="1" lang="ja-JP" altLang="en-US" sz="1100" b="1" dirty="0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06495CD6-AE1C-99C2-6F6D-6404D1147320}"/>
                </a:ext>
              </a:extLst>
            </p:cNvPr>
            <p:cNvSpPr txBox="1"/>
            <p:nvPr/>
          </p:nvSpPr>
          <p:spPr>
            <a:xfrm>
              <a:off x="5271656" y="4066447"/>
              <a:ext cx="872275" cy="485301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Chair</a:t>
              </a:r>
              <a:endParaRPr kumimoji="1" lang="ja-JP" altLang="en-US" sz="1400" dirty="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278B9FD3-78E6-FE4A-ACAC-8746087F64F5}"/>
                </a:ext>
              </a:extLst>
            </p:cNvPr>
            <p:cNvSpPr txBox="1"/>
            <p:nvPr/>
          </p:nvSpPr>
          <p:spPr>
            <a:xfrm>
              <a:off x="5271656" y="2726837"/>
              <a:ext cx="1203559" cy="485301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Handrail</a:t>
              </a:r>
              <a:endParaRPr kumimoji="1" lang="ja-JP" altLang="en-US" sz="1400" dirty="0"/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01A8FB80-E9E7-9C0E-7EDC-3CDBD890BCE2}"/>
                </a:ext>
              </a:extLst>
            </p:cNvPr>
            <p:cNvSpPr txBox="1"/>
            <p:nvPr/>
          </p:nvSpPr>
          <p:spPr>
            <a:xfrm>
              <a:off x="3605042" y="4087636"/>
              <a:ext cx="836814" cy="485301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Cane</a:t>
              </a:r>
              <a:endParaRPr kumimoji="1" lang="ja-JP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0114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04673-81D4-FB47-33AA-17011B96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590697C6-D583-D298-8AD2-AA071B431CA7}"/>
              </a:ext>
            </a:extLst>
          </p:cNvPr>
          <p:cNvSpPr/>
          <p:nvPr/>
        </p:nvSpPr>
        <p:spPr>
          <a:xfrm>
            <a:off x="9289485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9E730600-C2C2-8BB8-04D2-820E9B26EF29}"/>
              </a:ext>
            </a:extLst>
          </p:cNvPr>
          <p:cNvSpPr/>
          <p:nvPr/>
        </p:nvSpPr>
        <p:spPr>
          <a:xfrm>
            <a:off x="10560468" y="1127420"/>
            <a:ext cx="490517" cy="45448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81E319-284D-E2F8-3333-AB7B7FC0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解決アプローチの説明 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空間的文脈を重視するスタッフが、見守られつつ立ち上がる患者を見つけた時の階層構造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109B418-C386-D26E-6AF4-EA978E0A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AAC5028-4224-EFC4-FF87-6720FA1997F2}"/>
              </a:ext>
            </a:extLst>
          </p:cNvPr>
          <p:cNvSpPr/>
          <p:nvPr/>
        </p:nvSpPr>
        <p:spPr>
          <a:xfrm>
            <a:off x="7038565" y="5520993"/>
            <a:ext cx="2343431" cy="1065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557A08C-EC0B-3C05-E2C0-69B61262F914}"/>
              </a:ext>
            </a:extLst>
          </p:cNvPr>
          <p:cNvSpPr/>
          <p:nvPr/>
        </p:nvSpPr>
        <p:spPr>
          <a:xfrm>
            <a:off x="7038565" y="2749119"/>
            <a:ext cx="2343431" cy="1192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106ADC5-D198-5DF1-4B81-BCFF3568A9E9}"/>
              </a:ext>
            </a:extLst>
          </p:cNvPr>
          <p:cNvSpPr/>
          <p:nvPr/>
        </p:nvSpPr>
        <p:spPr>
          <a:xfrm>
            <a:off x="7038565" y="4161134"/>
            <a:ext cx="2343431" cy="1129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4782ECE-1DEA-D92E-07E7-A731FB2E8E40}"/>
              </a:ext>
            </a:extLst>
          </p:cNvPr>
          <p:cNvSpPr txBox="1"/>
          <p:nvPr/>
        </p:nvSpPr>
        <p:spPr>
          <a:xfrm>
            <a:off x="8820624" y="4161134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0E7BC77-F287-99A8-33A0-0F9AF3578FCA}"/>
              </a:ext>
            </a:extLst>
          </p:cNvPr>
          <p:cNvSpPr/>
          <p:nvPr/>
        </p:nvSpPr>
        <p:spPr>
          <a:xfrm>
            <a:off x="7038565" y="1280401"/>
            <a:ext cx="2343431" cy="12327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1A690EE5-6824-FCF1-99DA-88DC43CAA9B9}"/>
              </a:ext>
            </a:extLst>
          </p:cNvPr>
          <p:cNvSpPr/>
          <p:nvPr/>
        </p:nvSpPr>
        <p:spPr>
          <a:xfrm>
            <a:off x="7884676" y="1127419"/>
            <a:ext cx="490517" cy="55782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F968A08-5732-E0FA-920D-19713032FAEE}"/>
              </a:ext>
            </a:extLst>
          </p:cNvPr>
          <p:cNvSpPr/>
          <p:nvPr/>
        </p:nvSpPr>
        <p:spPr>
          <a:xfrm>
            <a:off x="11010267" y="3723435"/>
            <a:ext cx="917500" cy="4877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570E84C9-48E5-351C-C028-BBD79FD39758}"/>
              </a:ext>
            </a:extLst>
          </p:cNvPr>
          <p:cNvSpPr/>
          <p:nvPr/>
        </p:nvSpPr>
        <p:spPr>
          <a:xfrm>
            <a:off x="9724280" y="2305552"/>
            <a:ext cx="9175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1D36D54-3FAF-DA9C-FC67-872E5D9BE737}"/>
              </a:ext>
            </a:extLst>
          </p:cNvPr>
          <p:cNvSpPr/>
          <p:nvPr/>
        </p:nvSpPr>
        <p:spPr>
          <a:xfrm>
            <a:off x="9724280" y="5141316"/>
            <a:ext cx="917500" cy="4877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9022FE9-D1E5-16F2-8782-B09363CB106C}"/>
              </a:ext>
            </a:extLst>
          </p:cNvPr>
          <p:cNvSpPr/>
          <p:nvPr/>
        </p:nvSpPr>
        <p:spPr>
          <a:xfrm>
            <a:off x="8329951" y="1583515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49EC173-59B0-B1CD-269F-B6FEDB57E3AF}"/>
              </a:ext>
            </a:extLst>
          </p:cNvPr>
          <p:cNvSpPr/>
          <p:nvPr/>
        </p:nvSpPr>
        <p:spPr>
          <a:xfrm>
            <a:off x="8330351" y="3027591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63BC3A5-40F9-08B0-E211-DD6AB91AD0D9}"/>
              </a:ext>
            </a:extLst>
          </p:cNvPr>
          <p:cNvSpPr/>
          <p:nvPr/>
        </p:nvSpPr>
        <p:spPr>
          <a:xfrm>
            <a:off x="8329951" y="4471674"/>
            <a:ext cx="1025441" cy="4877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8A3EC22-38F7-0FD4-FDD5-5A751E6BB641}"/>
              </a:ext>
            </a:extLst>
          </p:cNvPr>
          <p:cNvSpPr/>
          <p:nvPr/>
        </p:nvSpPr>
        <p:spPr>
          <a:xfrm>
            <a:off x="8329951" y="5810958"/>
            <a:ext cx="1025441" cy="4877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CCB04F5-3A86-867C-5D17-A69FB7048CED}"/>
              </a:ext>
            </a:extLst>
          </p:cNvPr>
          <p:cNvSpPr/>
          <p:nvPr/>
        </p:nvSpPr>
        <p:spPr>
          <a:xfrm>
            <a:off x="7134228" y="1340392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151D624-1945-1EB6-FEA8-7923B4137F60}"/>
              </a:ext>
            </a:extLst>
          </p:cNvPr>
          <p:cNvSpPr/>
          <p:nvPr/>
        </p:nvSpPr>
        <p:spPr>
          <a:xfrm>
            <a:off x="7134228" y="1990259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8911327E-316B-538C-C783-E3A48E1A5050}"/>
              </a:ext>
            </a:extLst>
          </p:cNvPr>
          <p:cNvSpPr/>
          <p:nvPr/>
        </p:nvSpPr>
        <p:spPr>
          <a:xfrm>
            <a:off x="7134228" y="2733906"/>
            <a:ext cx="827234" cy="3241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Stand up</a:t>
            </a:r>
            <a:endParaRPr kumimoji="1" lang="ja-JP" altLang="en-US" sz="12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CB99CBC-B19F-41FA-74B1-475078D8786F}"/>
              </a:ext>
            </a:extLst>
          </p:cNvPr>
          <p:cNvSpPr/>
          <p:nvPr/>
        </p:nvSpPr>
        <p:spPr>
          <a:xfrm>
            <a:off x="7134228" y="3513776"/>
            <a:ext cx="827234" cy="3241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B6D14A3-EEAD-A1C6-84B4-820232010570}"/>
              </a:ext>
            </a:extLst>
          </p:cNvPr>
          <p:cNvSpPr/>
          <p:nvPr/>
        </p:nvSpPr>
        <p:spPr>
          <a:xfrm>
            <a:off x="7070167" y="4253908"/>
            <a:ext cx="955356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Handrail</a:t>
            </a:r>
            <a:endParaRPr kumimoji="1" lang="ja-JP" altLang="en-US" sz="1200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B3BF47F-4638-D8C1-36BC-CD99A9D4E94B}"/>
              </a:ext>
            </a:extLst>
          </p:cNvPr>
          <p:cNvSpPr/>
          <p:nvPr/>
        </p:nvSpPr>
        <p:spPr>
          <a:xfrm>
            <a:off x="7070167" y="4853062"/>
            <a:ext cx="955356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Wheelchair</a:t>
            </a:r>
            <a:endParaRPr kumimoji="1" lang="ja-JP" altLang="en-US" sz="1200" i="1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7C8FC5C-C4CB-ADF3-89AE-7FAB8E7863C8}"/>
              </a:ext>
            </a:extLst>
          </p:cNvPr>
          <p:cNvSpPr/>
          <p:nvPr/>
        </p:nvSpPr>
        <p:spPr>
          <a:xfrm>
            <a:off x="7134228" y="5593192"/>
            <a:ext cx="827234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6AA24B0-D54B-E3D2-2CF1-689B9A49F354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7961462" y="1502474"/>
            <a:ext cx="368488" cy="3249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707C6813-D87A-A147-BD5A-E95722DB8742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 flipV="1">
            <a:off x="7961462" y="1827407"/>
            <a:ext cx="368488" cy="3249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692D2FE-0A9E-B2D6-81BE-645D7A19F3CF}"/>
              </a:ext>
            </a:extLst>
          </p:cNvPr>
          <p:cNvCxnSpPr>
            <a:cxnSpLocks/>
            <a:stCxn id="23" idx="3"/>
            <a:endCxn id="17" idx="1"/>
          </p:cNvCxnSpPr>
          <p:nvPr/>
        </p:nvCxnSpPr>
        <p:spPr>
          <a:xfrm flipV="1">
            <a:off x="7961462" y="3271482"/>
            <a:ext cx="368888" cy="4043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02F7330A-DB49-D97E-B171-194656CBF531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7961462" y="2895988"/>
            <a:ext cx="368888" cy="37549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B1DE18F-ABBB-55B1-F077-3844643F019E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8025523" y="4415990"/>
            <a:ext cx="304428" cy="2995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0E1413B4-A3B6-1B0C-ADB1-CF5ED4039099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8025523" y="4715566"/>
            <a:ext cx="304428" cy="29957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7F631E9B-7295-93A7-E726-E62EEE6CE88D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>
            <a:off x="7961462" y="5755275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A9DF15D3-6BEB-BB24-ABB6-B8663336AEE0}"/>
              </a:ext>
            </a:extLst>
          </p:cNvPr>
          <p:cNvCxnSpPr>
            <a:cxnSpLocks/>
            <a:stCxn id="87" idx="3"/>
            <a:endCxn id="19" idx="1"/>
          </p:cNvCxnSpPr>
          <p:nvPr/>
        </p:nvCxnSpPr>
        <p:spPr>
          <a:xfrm flipV="1">
            <a:off x="7961462" y="6054851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3BA91A83-1625-6D2B-C380-F567069F97B5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 flipV="1">
            <a:off x="9355392" y="5385209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75E0C01A-AA86-0BF9-3CB7-130CF50177BD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9355392" y="4715565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087E361-497E-1DAB-1C27-F0D0E591491E}"/>
              </a:ext>
            </a:extLst>
          </p:cNvPr>
          <p:cNvSpPr txBox="1"/>
          <p:nvPr/>
        </p:nvSpPr>
        <p:spPr>
          <a:xfrm>
            <a:off x="10199576" y="5787106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3D68CDB4-05A3-0889-6BB8-C05E1D1918DE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9355391" y="1827407"/>
            <a:ext cx="368888" cy="7220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7BE4ACF5-1382-A766-E389-2771D8711B65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9355791" y="2549444"/>
            <a:ext cx="368488" cy="7220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C27A679F-A88E-DB6C-F102-2BD2B498EA80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10641780" y="2549444"/>
            <a:ext cx="368488" cy="141788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74EB8769-8253-E234-2AD8-95A8C6F30391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0641780" y="3967327"/>
            <a:ext cx="368488" cy="141788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E3D4FF6C-BE40-CA6C-741C-992F22D5E9A6}"/>
              </a:ext>
            </a:extLst>
          </p:cNvPr>
          <p:cNvSpPr txBox="1"/>
          <p:nvPr/>
        </p:nvSpPr>
        <p:spPr>
          <a:xfrm rot="5400000">
            <a:off x="7923674" y="3133173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17DA122-6030-9654-E76E-964076892729}"/>
              </a:ext>
            </a:extLst>
          </p:cNvPr>
          <p:cNvSpPr txBox="1"/>
          <p:nvPr/>
        </p:nvSpPr>
        <p:spPr>
          <a:xfrm rot="5400000">
            <a:off x="7923674" y="4579479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207911D2-2CAF-0D59-FF6A-C77FF89E6FFC}"/>
              </a:ext>
            </a:extLst>
          </p:cNvPr>
          <p:cNvSpPr/>
          <p:nvPr/>
        </p:nvSpPr>
        <p:spPr>
          <a:xfrm>
            <a:off x="7134227" y="6192346"/>
            <a:ext cx="827234" cy="3241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81EDB9F1-64DD-8692-DFB2-3C4D1D27C999}"/>
              </a:ext>
            </a:extLst>
          </p:cNvPr>
          <p:cNvGrpSpPr/>
          <p:nvPr/>
        </p:nvGrpSpPr>
        <p:grpSpPr>
          <a:xfrm>
            <a:off x="10282473" y="5940000"/>
            <a:ext cx="205124" cy="360001"/>
            <a:chOff x="9721614" y="5921242"/>
            <a:chExt cx="163486" cy="397955"/>
          </a:xfrm>
        </p:grpSpPr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50D41490-8DC7-AF66-A8CC-B906C5BEC094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BAD372D2-4F7B-2BC7-5168-157B9F51B81F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26F0A6D1-4397-E18E-6D95-7A257C928FC0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87124FB-91E5-0100-445B-CDBF573319C4}"/>
              </a:ext>
            </a:extLst>
          </p:cNvPr>
          <p:cNvSpPr/>
          <p:nvPr/>
        </p:nvSpPr>
        <p:spPr>
          <a:xfrm>
            <a:off x="10281167" y="6426000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F0E56251-1FDF-0947-86CF-42CB0BC7F1EB}"/>
              </a:ext>
            </a:extLst>
          </p:cNvPr>
          <p:cNvSpPr/>
          <p:nvPr/>
        </p:nvSpPr>
        <p:spPr>
          <a:xfrm>
            <a:off x="10271584" y="6597469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8F7C829E-5240-A499-9B20-23C607CF519E}"/>
              </a:ext>
            </a:extLst>
          </p:cNvPr>
          <p:cNvSpPr txBox="1"/>
          <p:nvPr/>
        </p:nvSpPr>
        <p:spPr>
          <a:xfrm>
            <a:off x="8820624" y="1280401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94B96694-5A23-666B-DC67-841435AD0692}"/>
              </a:ext>
            </a:extLst>
          </p:cNvPr>
          <p:cNvSpPr txBox="1"/>
          <p:nvPr/>
        </p:nvSpPr>
        <p:spPr>
          <a:xfrm>
            <a:off x="8607425" y="2749119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62C8B20B-8A93-2B4E-ADF6-4C1F020573AC}"/>
              </a:ext>
            </a:extLst>
          </p:cNvPr>
          <p:cNvSpPr txBox="1"/>
          <p:nvPr/>
        </p:nvSpPr>
        <p:spPr>
          <a:xfrm>
            <a:off x="8607425" y="5520993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pic>
        <p:nvPicPr>
          <p:cNvPr id="138" name="Picture 6" descr="ベテラン看護師さんのイラスト">
            <a:extLst>
              <a:ext uri="{FF2B5EF4-FFF2-40B4-BE49-F238E27FC236}">
                <a16:creationId xmlns:a16="http://schemas.microsoft.com/office/drawing/2014/main" id="{295C6D25-14FB-C91C-5F61-E77869D62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0"/>
          <a:stretch/>
        </p:blipFill>
        <p:spPr bwMode="auto">
          <a:xfrm>
            <a:off x="1957541" y="2752394"/>
            <a:ext cx="1116308" cy="10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" name="吹き出し: 四角形 143">
            <a:extLst>
              <a:ext uri="{FF2B5EF4-FFF2-40B4-BE49-F238E27FC236}">
                <a16:creationId xmlns:a16="http://schemas.microsoft.com/office/drawing/2014/main" id="{FC04B023-270E-7D04-35D0-751735C44ED8}"/>
              </a:ext>
            </a:extLst>
          </p:cNvPr>
          <p:cNvSpPr/>
          <p:nvPr/>
        </p:nvSpPr>
        <p:spPr>
          <a:xfrm>
            <a:off x="2950535" y="1410619"/>
            <a:ext cx="3153750" cy="1946373"/>
          </a:xfrm>
          <a:prstGeom prst="wedgeRectCallout">
            <a:avLst>
              <a:gd name="adj1" fmla="val -57779"/>
              <a:gd name="adj2" fmla="val 32553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b="1" dirty="0"/>
              <a:t>Notification Policy:</a:t>
            </a:r>
          </a:p>
          <a:p>
            <a:r>
              <a:rPr lang="en-US" altLang="ja-JP" b="1" dirty="0"/>
              <a:t>Q: </a:t>
            </a:r>
            <a:r>
              <a:rPr kumimoji="1" lang="en-US" altLang="ja-JP" b="1" dirty="0"/>
              <a:t>Which is more dangerous?</a:t>
            </a:r>
            <a:endParaRPr kumimoji="1" lang="en-US" altLang="ja-JP" dirty="0"/>
          </a:p>
          <a:p>
            <a:r>
              <a:rPr kumimoji="1" lang="en-US" altLang="ja-JP" b="1" dirty="0"/>
              <a:t>A:</a:t>
            </a:r>
          </a:p>
          <a:p>
            <a:pPr algn="ctr"/>
            <a:r>
              <a:rPr kumimoji="1" lang="en-US" altLang="ja-JP" b="1" dirty="0"/>
              <a:t>Internal &lt;==    ==&gt; External</a:t>
            </a:r>
          </a:p>
          <a:p>
            <a:pPr algn="r"/>
            <a:r>
              <a:rPr kumimoji="1" lang="en-US" altLang="ja-JP" b="1" dirty="0"/>
              <a:t>Et</a:t>
            </a:r>
            <a:r>
              <a:rPr lang="en-US" altLang="ja-JP" b="1" dirty="0"/>
              <a:t>c.</a:t>
            </a:r>
            <a:endParaRPr kumimoji="1" lang="ja-JP" altLang="en-US" b="1" dirty="0"/>
          </a:p>
        </p:txBody>
      </p:sp>
      <p:cxnSp>
        <p:nvCxnSpPr>
          <p:cNvPr id="149" name="コネクタ: カギ線 148">
            <a:extLst>
              <a:ext uri="{FF2B5EF4-FFF2-40B4-BE49-F238E27FC236}">
                <a16:creationId xmlns:a16="http://schemas.microsoft.com/office/drawing/2014/main" id="{FD795A62-F5D1-B973-4372-34CE5C601F64}"/>
              </a:ext>
            </a:extLst>
          </p:cNvPr>
          <p:cNvCxnSpPr>
            <a:stCxn id="144" idx="0"/>
            <a:endCxn id="147" idx="0"/>
          </p:cNvCxnSpPr>
          <p:nvPr/>
        </p:nvCxnSpPr>
        <p:spPr>
          <a:xfrm rot="5400000" flipH="1" flipV="1">
            <a:off x="6187072" y="-532243"/>
            <a:ext cx="283200" cy="3602525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872F6B38-77FE-0E1B-F4B2-B1115666F6C1}"/>
              </a:ext>
            </a:extLst>
          </p:cNvPr>
          <p:cNvCxnSpPr>
            <a:cxnSpLocks/>
            <a:stCxn id="144" idx="0"/>
            <a:endCxn id="146" idx="0"/>
          </p:cNvCxnSpPr>
          <p:nvPr/>
        </p:nvCxnSpPr>
        <p:spPr>
          <a:xfrm rot="5400000" flipH="1" flipV="1">
            <a:off x="6889477" y="-1234648"/>
            <a:ext cx="283200" cy="5007334"/>
          </a:xfrm>
          <a:prstGeom prst="bentConnector3">
            <a:avLst>
              <a:gd name="adj1" fmla="val 1807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コネクタ: カギ線 152">
            <a:extLst>
              <a:ext uri="{FF2B5EF4-FFF2-40B4-BE49-F238E27FC236}">
                <a16:creationId xmlns:a16="http://schemas.microsoft.com/office/drawing/2014/main" id="{18C4ACDD-62B2-D05F-047F-57081E6CADEF}"/>
              </a:ext>
            </a:extLst>
          </p:cNvPr>
          <p:cNvCxnSpPr>
            <a:cxnSpLocks/>
            <a:stCxn id="144" idx="0"/>
            <a:endCxn id="145" idx="0"/>
          </p:cNvCxnSpPr>
          <p:nvPr/>
        </p:nvCxnSpPr>
        <p:spPr>
          <a:xfrm rot="5400000" flipH="1" flipV="1">
            <a:off x="7524969" y="-1870138"/>
            <a:ext cx="283199" cy="6278317"/>
          </a:xfrm>
          <a:prstGeom prst="bentConnector3">
            <a:avLst>
              <a:gd name="adj1" fmla="val 1807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A27FE179-8F91-5F75-542C-475BFE843DF6}"/>
              </a:ext>
            </a:extLst>
          </p:cNvPr>
          <p:cNvSpPr/>
          <p:nvPr/>
        </p:nvSpPr>
        <p:spPr>
          <a:xfrm>
            <a:off x="5007420" y="2474172"/>
            <a:ext cx="936104" cy="34565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333B1E7F-9459-F276-0CD4-C8A9749DC935}"/>
              </a:ext>
            </a:extLst>
          </p:cNvPr>
          <p:cNvGrpSpPr/>
          <p:nvPr/>
        </p:nvGrpSpPr>
        <p:grpSpPr>
          <a:xfrm>
            <a:off x="1979492" y="3996893"/>
            <a:ext cx="4484212" cy="2337140"/>
            <a:chOff x="84399" y="1736678"/>
            <a:chExt cx="6390816" cy="333084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ACD6A13-B958-0C87-0BC7-C40AA89AD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092" t="28097" r="38520" b="28444"/>
            <a:stretch>
              <a:fillRect/>
            </a:stretch>
          </p:blipFill>
          <p:spPr>
            <a:xfrm>
              <a:off x="84399" y="1769772"/>
              <a:ext cx="5906914" cy="3297755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B1A125D-1854-1561-215F-E3A7A16BEEE1}"/>
                </a:ext>
              </a:extLst>
            </p:cNvPr>
            <p:cNvSpPr txBox="1"/>
            <p:nvPr/>
          </p:nvSpPr>
          <p:spPr>
            <a:xfrm>
              <a:off x="3553213" y="4618127"/>
              <a:ext cx="2326762" cy="438638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/>
                <a:t>Middle-aged</a:t>
              </a:r>
              <a:r>
                <a:rPr lang="ja-JP" altLang="en-US" sz="1400" dirty="0"/>
                <a:t> </a:t>
              </a:r>
              <a:r>
                <a:rPr kumimoji="1" lang="en-US" altLang="ja-JP" sz="1400" dirty="0"/>
                <a:t>patient</a:t>
              </a:r>
              <a:endParaRPr kumimoji="1" lang="ja-JP" altLang="en-US" sz="1400" dirty="0"/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6E54A810-1F2D-A3B6-FAA8-80CAA85B9638}"/>
                </a:ext>
              </a:extLst>
            </p:cNvPr>
            <p:cNvSpPr/>
            <p:nvPr/>
          </p:nvSpPr>
          <p:spPr>
            <a:xfrm>
              <a:off x="4289197" y="2348217"/>
              <a:ext cx="698352" cy="1944879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B434C1CD-644E-BA3C-3252-1D8F597267B2}"/>
                </a:ext>
              </a:extLst>
            </p:cNvPr>
            <p:cNvSpPr/>
            <p:nvPr/>
          </p:nvSpPr>
          <p:spPr>
            <a:xfrm>
              <a:off x="4306181" y="2780928"/>
              <a:ext cx="884435" cy="1728192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5B41604D-69CB-3332-91FE-AFF93C8BE3F4}"/>
                </a:ext>
              </a:extLst>
            </p:cNvPr>
            <p:cNvSpPr txBox="1"/>
            <p:nvPr/>
          </p:nvSpPr>
          <p:spPr>
            <a:xfrm>
              <a:off x="3390416" y="1736678"/>
              <a:ext cx="2081215" cy="61409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dirty="0"/>
                <a:t>The nurse </a:t>
              </a:r>
              <a:r>
                <a:rPr kumimoji="1" lang="en-US" altLang="ja-JP" sz="1100" b="1" dirty="0"/>
                <a:t>supporting the patient</a:t>
              </a:r>
              <a:endParaRPr kumimoji="1" lang="ja-JP" altLang="en-US" sz="1100" b="1" dirty="0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335FE5F2-67E9-42E6-DDDB-44E2FE27881D}"/>
                </a:ext>
              </a:extLst>
            </p:cNvPr>
            <p:cNvSpPr txBox="1"/>
            <p:nvPr/>
          </p:nvSpPr>
          <p:spPr>
            <a:xfrm>
              <a:off x="254322" y="4416162"/>
              <a:ext cx="2207111" cy="61409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100" dirty="0"/>
                <a:t>The nurse </a:t>
              </a:r>
              <a:r>
                <a:rPr kumimoji="1" lang="en-US" altLang="ja-JP" sz="1100" b="1" dirty="0"/>
                <a:t>monitoring other patients</a:t>
              </a:r>
              <a:endParaRPr kumimoji="1" lang="ja-JP" altLang="en-US" sz="1100" b="1" dirty="0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A14C4233-8E88-72B5-A003-5CEBF8121B79}"/>
                </a:ext>
              </a:extLst>
            </p:cNvPr>
            <p:cNvSpPr txBox="1"/>
            <p:nvPr/>
          </p:nvSpPr>
          <p:spPr>
            <a:xfrm>
              <a:off x="5271656" y="4066447"/>
              <a:ext cx="872275" cy="485301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Chair</a:t>
              </a:r>
              <a:endParaRPr kumimoji="1" lang="ja-JP" altLang="en-US" sz="1400" dirty="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44F1C116-BD46-E04A-5506-4A739817D8D8}"/>
                </a:ext>
              </a:extLst>
            </p:cNvPr>
            <p:cNvSpPr txBox="1"/>
            <p:nvPr/>
          </p:nvSpPr>
          <p:spPr>
            <a:xfrm>
              <a:off x="5271656" y="2726837"/>
              <a:ext cx="1203559" cy="485301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Handrail</a:t>
              </a:r>
              <a:endParaRPr kumimoji="1" lang="ja-JP" altLang="en-US" sz="1400" dirty="0"/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22A872FD-635B-6AE8-CF59-92A6D7463BB3}"/>
                </a:ext>
              </a:extLst>
            </p:cNvPr>
            <p:cNvSpPr txBox="1"/>
            <p:nvPr/>
          </p:nvSpPr>
          <p:spPr>
            <a:xfrm>
              <a:off x="3605042" y="4087636"/>
              <a:ext cx="836814" cy="485301"/>
            </a:xfrm>
            <a:prstGeom prst="round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Cane</a:t>
              </a:r>
              <a:endParaRPr kumimoji="1" lang="ja-JP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488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DA0DA-A40A-B15E-C657-02F59759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880B85E-B5CC-2F8D-3263-A5AE5728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8</a:t>
            </a:fld>
            <a:endParaRPr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D740726-1E01-80CD-E699-ABEEED36A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570675"/>
              </p:ext>
            </p:extLst>
          </p:nvPr>
        </p:nvGraphicFramePr>
        <p:xfrm>
          <a:off x="-1" y="726306"/>
          <a:ext cx="12185298" cy="6047887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407369">
                  <a:extLst>
                    <a:ext uri="{9D8B030D-6E8A-4147-A177-3AD203B41FA5}">
                      <a16:colId xmlns:a16="http://schemas.microsoft.com/office/drawing/2014/main" val="3632072748"/>
                    </a:ext>
                  </a:extLst>
                </a:gridCol>
                <a:gridCol w="5673510">
                  <a:extLst>
                    <a:ext uri="{9D8B030D-6E8A-4147-A177-3AD203B41FA5}">
                      <a16:colId xmlns:a16="http://schemas.microsoft.com/office/drawing/2014/main" val="2146155459"/>
                    </a:ext>
                  </a:extLst>
                </a:gridCol>
                <a:gridCol w="6104419">
                  <a:extLst>
                    <a:ext uri="{9D8B030D-6E8A-4147-A177-3AD203B41FA5}">
                      <a16:colId xmlns:a16="http://schemas.microsoft.com/office/drawing/2014/main" val="2220918429"/>
                    </a:ext>
                  </a:extLst>
                </a:gridCol>
              </a:tblGrid>
              <a:tr h="385081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患者文脈を重視したスタッフの判断知識を反映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空間的文脈を重視したスタッフの判断知識を反映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720284"/>
                  </a:ext>
                </a:extLst>
              </a:tr>
              <a:tr h="28314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比較的危険な状況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979329"/>
                  </a:ext>
                </a:extLst>
              </a:tr>
              <a:tr h="28314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比較的安全な状況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29407"/>
                  </a:ext>
                </a:extLst>
              </a:tr>
            </a:tbl>
          </a:graphicData>
        </a:graphic>
      </p:graphicFrame>
      <p:grpSp>
        <p:nvGrpSpPr>
          <p:cNvPr id="137" name="グループ化 136">
            <a:extLst>
              <a:ext uri="{FF2B5EF4-FFF2-40B4-BE49-F238E27FC236}">
                <a16:creationId xmlns:a16="http://schemas.microsoft.com/office/drawing/2014/main" id="{94A1974A-9E09-C4BF-99FA-60E4780BEC57}"/>
              </a:ext>
            </a:extLst>
          </p:cNvPr>
          <p:cNvGrpSpPr/>
          <p:nvPr/>
        </p:nvGrpSpPr>
        <p:grpSpPr>
          <a:xfrm>
            <a:off x="998532" y="1196752"/>
            <a:ext cx="4545139" cy="2538758"/>
            <a:chOff x="1940964" y="1127419"/>
            <a:chExt cx="9986803" cy="5578284"/>
          </a:xfrm>
        </p:grpSpPr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C1879E70-0DF5-1823-A42D-E977EC833D28}"/>
                </a:ext>
              </a:extLst>
            </p:cNvPr>
            <p:cNvSpPr/>
            <p:nvPr/>
          </p:nvSpPr>
          <p:spPr>
            <a:xfrm>
              <a:off x="9289485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8500F0A-CDD9-F211-CB79-7057317B518D}"/>
                </a:ext>
              </a:extLst>
            </p:cNvPr>
            <p:cNvSpPr/>
            <p:nvPr/>
          </p:nvSpPr>
          <p:spPr>
            <a:xfrm>
              <a:off x="10560468" y="1127420"/>
              <a:ext cx="490517" cy="45448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07BC244-092F-48FE-5604-F582B2FCA29B}"/>
                </a:ext>
              </a:extLst>
            </p:cNvPr>
            <p:cNvSpPr/>
            <p:nvPr/>
          </p:nvSpPr>
          <p:spPr>
            <a:xfrm>
              <a:off x="7038565" y="5520993"/>
              <a:ext cx="2343431" cy="10652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0E81E49E-B1D8-211B-A557-4582BE79AC9E}"/>
                </a:ext>
              </a:extLst>
            </p:cNvPr>
            <p:cNvSpPr/>
            <p:nvPr/>
          </p:nvSpPr>
          <p:spPr>
            <a:xfrm>
              <a:off x="7038565" y="2749119"/>
              <a:ext cx="2343431" cy="11928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95445E89-CF40-4943-88C9-13DA17E978D7}"/>
                </a:ext>
              </a:extLst>
            </p:cNvPr>
            <p:cNvSpPr/>
            <p:nvPr/>
          </p:nvSpPr>
          <p:spPr>
            <a:xfrm>
              <a:off x="7038565" y="4161134"/>
              <a:ext cx="2343431" cy="11293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3CD25484-43A9-CB54-B6A2-028C89C29BB8}"/>
                </a:ext>
              </a:extLst>
            </p:cNvPr>
            <p:cNvSpPr txBox="1"/>
            <p:nvPr/>
          </p:nvSpPr>
          <p:spPr>
            <a:xfrm>
              <a:off x="8820624" y="4161135"/>
              <a:ext cx="703980" cy="348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Static</a:t>
              </a:r>
              <a:endParaRPr kumimoji="1" lang="ja-JP" altLang="en-US" sz="400" b="1" dirty="0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8CAC46E1-736F-272E-72F3-598F28E724BE}"/>
                </a:ext>
              </a:extLst>
            </p:cNvPr>
            <p:cNvSpPr/>
            <p:nvPr/>
          </p:nvSpPr>
          <p:spPr>
            <a:xfrm>
              <a:off x="7038565" y="1280401"/>
              <a:ext cx="2343431" cy="1232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C3B0ACED-B40D-024D-588F-8BFA1F5AA0FA}"/>
                </a:ext>
              </a:extLst>
            </p:cNvPr>
            <p:cNvSpPr/>
            <p:nvPr/>
          </p:nvSpPr>
          <p:spPr>
            <a:xfrm>
              <a:off x="7884676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79" name="四角形: 角を丸くする 78">
              <a:extLst>
                <a:ext uri="{FF2B5EF4-FFF2-40B4-BE49-F238E27FC236}">
                  <a16:creationId xmlns:a16="http://schemas.microsoft.com/office/drawing/2014/main" id="{5A98F2E0-D903-96DC-A36E-5F697785E69D}"/>
                </a:ext>
              </a:extLst>
            </p:cNvPr>
            <p:cNvSpPr/>
            <p:nvPr/>
          </p:nvSpPr>
          <p:spPr>
            <a:xfrm>
              <a:off x="11010267" y="3723435"/>
              <a:ext cx="917500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b="1" dirty="0"/>
                <a:t>Total risk</a:t>
              </a:r>
              <a:endParaRPr kumimoji="1" lang="ja-JP" altLang="en-US" sz="400" b="1" dirty="0"/>
            </a:p>
          </p:txBody>
        </p:sp>
        <p:sp>
          <p:nvSpPr>
            <p:cNvPr id="80" name="四角形: 角を丸くする 79">
              <a:extLst>
                <a:ext uri="{FF2B5EF4-FFF2-40B4-BE49-F238E27FC236}">
                  <a16:creationId xmlns:a16="http://schemas.microsoft.com/office/drawing/2014/main" id="{897769CD-27AC-EB35-E59C-9B40DE351094}"/>
                </a:ext>
              </a:extLst>
            </p:cNvPr>
            <p:cNvSpPr/>
            <p:nvPr/>
          </p:nvSpPr>
          <p:spPr>
            <a:xfrm>
              <a:off x="9724280" y="2305552"/>
              <a:ext cx="917500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Internal</a:t>
              </a:r>
              <a:endParaRPr kumimoji="1" lang="ja-JP" altLang="en-US" sz="400" dirty="0"/>
            </a:p>
          </p:txBody>
        </p:sp>
        <p:sp>
          <p:nvSpPr>
            <p:cNvPr id="81" name="四角形: 角を丸くする 80">
              <a:extLst>
                <a:ext uri="{FF2B5EF4-FFF2-40B4-BE49-F238E27FC236}">
                  <a16:creationId xmlns:a16="http://schemas.microsoft.com/office/drawing/2014/main" id="{EFDA13C1-0CBC-DDD6-2DAB-5E4442DCE0BD}"/>
                </a:ext>
              </a:extLst>
            </p:cNvPr>
            <p:cNvSpPr/>
            <p:nvPr/>
          </p:nvSpPr>
          <p:spPr>
            <a:xfrm>
              <a:off x="9724280" y="5141316"/>
              <a:ext cx="917500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External</a:t>
              </a:r>
              <a:endParaRPr kumimoji="1" lang="ja-JP" altLang="en-US" sz="400" dirty="0"/>
            </a:p>
          </p:txBody>
        </p:sp>
        <p:sp>
          <p:nvSpPr>
            <p:cNvPr id="82" name="四角形: 角を丸くする 81">
              <a:extLst>
                <a:ext uri="{FF2B5EF4-FFF2-40B4-BE49-F238E27FC236}">
                  <a16:creationId xmlns:a16="http://schemas.microsoft.com/office/drawing/2014/main" id="{4675E2BC-F1ED-F5BD-1302-18AA2B4C190B}"/>
                </a:ext>
              </a:extLst>
            </p:cNvPr>
            <p:cNvSpPr/>
            <p:nvPr/>
          </p:nvSpPr>
          <p:spPr>
            <a:xfrm>
              <a:off x="8329951" y="1583515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Attribution</a:t>
              </a:r>
              <a:endParaRPr kumimoji="1" lang="ja-JP" altLang="en-US" sz="400" dirty="0"/>
            </a:p>
          </p:txBody>
        </p:sp>
        <p:sp>
          <p:nvSpPr>
            <p:cNvPr id="83" name="四角形: 角を丸くする 82">
              <a:extLst>
                <a:ext uri="{FF2B5EF4-FFF2-40B4-BE49-F238E27FC236}">
                  <a16:creationId xmlns:a16="http://schemas.microsoft.com/office/drawing/2014/main" id="{2EB6154E-7416-F89C-9C4F-4EA016841D85}"/>
                </a:ext>
              </a:extLst>
            </p:cNvPr>
            <p:cNvSpPr/>
            <p:nvPr/>
          </p:nvSpPr>
          <p:spPr>
            <a:xfrm>
              <a:off x="8330351" y="3027591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Action</a:t>
              </a:r>
              <a:endParaRPr kumimoji="1" lang="ja-JP" altLang="en-US" sz="400" dirty="0"/>
            </a:p>
          </p:txBody>
        </p:sp>
        <p:sp>
          <p:nvSpPr>
            <p:cNvPr id="84" name="四角形: 角を丸くする 83">
              <a:extLst>
                <a:ext uri="{FF2B5EF4-FFF2-40B4-BE49-F238E27FC236}">
                  <a16:creationId xmlns:a16="http://schemas.microsoft.com/office/drawing/2014/main" id="{A62B5A39-4F6E-9E65-8A90-D44951E20B10}"/>
                </a:ext>
              </a:extLst>
            </p:cNvPr>
            <p:cNvSpPr/>
            <p:nvPr/>
          </p:nvSpPr>
          <p:spPr>
            <a:xfrm>
              <a:off x="8329951" y="4471674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Objects</a:t>
              </a:r>
              <a:endParaRPr kumimoji="1" lang="ja-JP" altLang="en-US" sz="400" dirty="0"/>
            </a:p>
          </p:txBody>
        </p:sp>
        <p:sp>
          <p:nvSpPr>
            <p:cNvPr id="85" name="四角形: 角を丸くする 84">
              <a:extLst>
                <a:ext uri="{FF2B5EF4-FFF2-40B4-BE49-F238E27FC236}">
                  <a16:creationId xmlns:a16="http://schemas.microsoft.com/office/drawing/2014/main" id="{3E37143B-81E0-AA96-8933-4DD1C189E605}"/>
                </a:ext>
              </a:extLst>
            </p:cNvPr>
            <p:cNvSpPr/>
            <p:nvPr/>
          </p:nvSpPr>
          <p:spPr>
            <a:xfrm>
              <a:off x="8329951" y="5810958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Surrounding staff</a:t>
              </a:r>
              <a:endParaRPr kumimoji="1" lang="ja-JP" altLang="en-US" sz="400" dirty="0"/>
            </a:p>
          </p:txBody>
        </p:sp>
        <p:sp>
          <p:nvSpPr>
            <p:cNvPr id="86" name="四角形: 角を丸くする 85">
              <a:extLst>
                <a:ext uri="{FF2B5EF4-FFF2-40B4-BE49-F238E27FC236}">
                  <a16:creationId xmlns:a16="http://schemas.microsoft.com/office/drawing/2014/main" id="{A63F220E-41E0-05FA-FEAB-36C90654B727}"/>
                </a:ext>
              </a:extLst>
            </p:cNvPr>
            <p:cNvSpPr/>
            <p:nvPr/>
          </p:nvSpPr>
          <p:spPr>
            <a:xfrm>
              <a:off x="7134228" y="1340392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Patient</a:t>
              </a:r>
              <a:endParaRPr kumimoji="1" lang="ja-JP" altLang="en-US" sz="400" dirty="0"/>
            </a:p>
          </p:txBody>
        </p:sp>
        <p:sp>
          <p:nvSpPr>
            <p:cNvPr id="87" name="四角形: 角を丸くする 86">
              <a:extLst>
                <a:ext uri="{FF2B5EF4-FFF2-40B4-BE49-F238E27FC236}">
                  <a16:creationId xmlns:a16="http://schemas.microsoft.com/office/drawing/2014/main" id="{FD2D4A3B-9C5B-1B87-6477-2548137A5CAB}"/>
                </a:ext>
              </a:extLst>
            </p:cNvPr>
            <p:cNvSpPr/>
            <p:nvPr/>
          </p:nvSpPr>
          <p:spPr>
            <a:xfrm>
              <a:off x="7134228" y="1990259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Age</a:t>
              </a:r>
              <a:endParaRPr kumimoji="1" lang="ja-JP" altLang="en-US" sz="400" dirty="0"/>
            </a:p>
          </p:txBody>
        </p:sp>
        <p:sp>
          <p:nvSpPr>
            <p:cNvPr id="88" name="四角形: 角を丸くする 87">
              <a:extLst>
                <a:ext uri="{FF2B5EF4-FFF2-40B4-BE49-F238E27FC236}">
                  <a16:creationId xmlns:a16="http://schemas.microsoft.com/office/drawing/2014/main" id="{8BEEFA90-475B-B42F-F50B-71CC20663755}"/>
                </a:ext>
              </a:extLst>
            </p:cNvPr>
            <p:cNvSpPr/>
            <p:nvPr/>
          </p:nvSpPr>
          <p:spPr>
            <a:xfrm>
              <a:off x="7134228" y="2733906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Stand up</a:t>
              </a:r>
              <a:endParaRPr kumimoji="1" lang="ja-JP" altLang="en-US" sz="400" dirty="0"/>
            </a:p>
          </p:txBody>
        </p:sp>
        <p:sp>
          <p:nvSpPr>
            <p:cNvPr id="89" name="四角形: 角を丸くする 88">
              <a:extLst>
                <a:ext uri="{FF2B5EF4-FFF2-40B4-BE49-F238E27FC236}">
                  <a16:creationId xmlns:a16="http://schemas.microsoft.com/office/drawing/2014/main" id="{75625B9E-AC87-1E1D-092C-1A07375D3F92}"/>
                </a:ext>
              </a:extLst>
            </p:cNvPr>
            <p:cNvSpPr/>
            <p:nvPr/>
          </p:nvSpPr>
          <p:spPr>
            <a:xfrm>
              <a:off x="7134228" y="3513776"/>
              <a:ext cx="827234" cy="324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Action </a:t>
              </a:r>
              <a:r>
                <a:rPr kumimoji="1" lang="en-US" altLang="ja-JP" sz="400" i="1" dirty="0"/>
                <a:t>n</a:t>
              </a:r>
              <a:endParaRPr kumimoji="1" lang="ja-JP" altLang="en-US" sz="400" i="1" dirty="0"/>
            </a:p>
          </p:txBody>
        </p:sp>
        <p:sp>
          <p:nvSpPr>
            <p:cNvPr id="90" name="四角形: 角を丸くする 89">
              <a:extLst>
                <a:ext uri="{FF2B5EF4-FFF2-40B4-BE49-F238E27FC236}">
                  <a16:creationId xmlns:a16="http://schemas.microsoft.com/office/drawing/2014/main" id="{6E6D35C0-9350-A94F-8D0C-4756158F18F4}"/>
                </a:ext>
              </a:extLst>
            </p:cNvPr>
            <p:cNvSpPr/>
            <p:nvPr/>
          </p:nvSpPr>
          <p:spPr>
            <a:xfrm>
              <a:off x="7070167" y="4253908"/>
              <a:ext cx="955356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Handrail</a:t>
              </a:r>
              <a:endParaRPr kumimoji="1" lang="ja-JP" altLang="en-US" sz="400" dirty="0"/>
            </a:p>
          </p:txBody>
        </p:sp>
        <p:sp>
          <p:nvSpPr>
            <p:cNvPr id="91" name="四角形: 角を丸くする 90">
              <a:extLst>
                <a:ext uri="{FF2B5EF4-FFF2-40B4-BE49-F238E27FC236}">
                  <a16:creationId xmlns:a16="http://schemas.microsoft.com/office/drawing/2014/main" id="{DC129518-05EC-85F8-282E-9D5D09C1C8C8}"/>
                </a:ext>
              </a:extLst>
            </p:cNvPr>
            <p:cNvSpPr/>
            <p:nvPr/>
          </p:nvSpPr>
          <p:spPr>
            <a:xfrm>
              <a:off x="7070167" y="4853062"/>
              <a:ext cx="955356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Wheelchair</a:t>
              </a:r>
              <a:endParaRPr kumimoji="1" lang="ja-JP" altLang="en-US" sz="400" i="1" dirty="0"/>
            </a:p>
          </p:txBody>
        </p:sp>
        <p:sp>
          <p:nvSpPr>
            <p:cNvPr id="92" name="四角形: 角を丸くする 91">
              <a:extLst>
                <a:ext uri="{FF2B5EF4-FFF2-40B4-BE49-F238E27FC236}">
                  <a16:creationId xmlns:a16="http://schemas.microsoft.com/office/drawing/2014/main" id="{FF30DEDA-883C-74CB-4C38-93FC352BAD61}"/>
                </a:ext>
              </a:extLst>
            </p:cNvPr>
            <p:cNvSpPr/>
            <p:nvPr/>
          </p:nvSpPr>
          <p:spPr>
            <a:xfrm>
              <a:off x="7134228" y="5593192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Distance</a:t>
              </a:r>
              <a:endParaRPr kumimoji="1" lang="ja-JP" altLang="en-US" sz="400" dirty="0"/>
            </a:p>
          </p:txBody>
        </p: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9EFA3C39-64CC-2C90-F844-DA5A1C887185}"/>
                </a:ext>
              </a:extLst>
            </p:cNvPr>
            <p:cNvCxnSpPr>
              <a:cxnSpLocks/>
              <a:stCxn id="86" idx="3"/>
              <a:endCxn id="82" idx="1"/>
            </p:cNvCxnSpPr>
            <p:nvPr/>
          </p:nvCxnSpPr>
          <p:spPr>
            <a:xfrm>
              <a:off x="7961462" y="1502474"/>
              <a:ext cx="368488" cy="32493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ED1EF72D-8D54-D050-C153-B7126E70B627}"/>
                </a:ext>
              </a:extLst>
            </p:cNvPr>
            <p:cNvCxnSpPr>
              <a:cxnSpLocks/>
              <a:stCxn id="87" idx="3"/>
              <a:endCxn id="82" idx="1"/>
            </p:cNvCxnSpPr>
            <p:nvPr/>
          </p:nvCxnSpPr>
          <p:spPr>
            <a:xfrm flipV="1">
              <a:off x="7961462" y="1827407"/>
              <a:ext cx="368488" cy="32493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1164C478-03CF-49B5-F1E7-412485E1B069}"/>
                </a:ext>
              </a:extLst>
            </p:cNvPr>
            <p:cNvCxnSpPr>
              <a:cxnSpLocks/>
              <a:stCxn id="89" idx="3"/>
              <a:endCxn id="83" idx="1"/>
            </p:cNvCxnSpPr>
            <p:nvPr/>
          </p:nvCxnSpPr>
          <p:spPr>
            <a:xfrm flipV="1">
              <a:off x="7961462" y="3271482"/>
              <a:ext cx="368888" cy="4043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5D86A445-4825-0632-D405-2CDB1723F7B5}"/>
                </a:ext>
              </a:extLst>
            </p:cNvPr>
            <p:cNvCxnSpPr>
              <a:cxnSpLocks/>
              <a:stCxn id="88" idx="3"/>
              <a:endCxn id="83" idx="1"/>
            </p:cNvCxnSpPr>
            <p:nvPr/>
          </p:nvCxnSpPr>
          <p:spPr>
            <a:xfrm>
              <a:off x="7961462" y="2895988"/>
              <a:ext cx="368888" cy="375495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5C594CFD-6424-1258-190A-5CEED727F4CB}"/>
                </a:ext>
              </a:extLst>
            </p:cNvPr>
            <p:cNvCxnSpPr>
              <a:cxnSpLocks/>
              <a:stCxn id="90" idx="3"/>
              <a:endCxn id="84" idx="1"/>
            </p:cNvCxnSpPr>
            <p:nvPr/>
          </p:nvCxnSpPr>
          <p:spPr>
            <a:xfrm>
              <a:off x="8025523" y="4415990"/>
              <a:ext cx="304428" cy="2995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5D7353CA-22B5-C137-C51F-5ECEF7DE4584}"/>
                </a:ext>
              </a:extLst>
            </p:cNvPr>
            <p:cNvCxnSpPr>
              <a:cxnSpLocks/>
              <a:stCxn id="91" idx="3"/>
              <a:endCxn id="84" idx="1"/>
            </p:cNvCxnSpPr>
            <p:nvPr/>
          </p:nvCxnSpPr>
          <p:spPr>
            <a:xfrm flipV="1">
              <a:off x="8025523" y="4715566"/>
              <a:ext cx="304428" cy="29957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585F61B5-2CB0-B8E8-94DF-BDDBAEF8F145}"/>
                </a:ext>
              </a:extLst>
            </p:cNvPr>
            <p:cNvCxnSpPr>
              <a:cxnSpLocks/>
              <a:stCxn id="92" idx="3"/>
              <a:endCxn id="85" idx="1"/>
            </p:cNvCxnSpPr>
            <p:nvPr/>
          </p:nvCxnSpPr>
          <p:spPr>
            <a:xfrm>
              <a:off x="7961462" y="5755275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AE2D19E9-F5ED-5E3B-ED8D-946755E68D12}"/>
                </a:ext>
              </a:extLst>
            </p:cNvPr>
            <p:cNvCxnSpPr>
              <a:cxnSpLocks/>
              <a:stCxn id="110" idx="3"/>
              <a:endCxn id="85" idx="1"/>
            </p:cNvCxnSpPr>
            <p:nvPr/>
          </p:nvCxnSpPr>
          <p:spPr>
            <a:xfrm flipV="1">
              <a:off x="7961462" y="6054851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線コネクタ 100">
              <a:extLst>
                <a:ext uri="{FF2B5EF4-FFF2-40B4-BE49-F238E27FC236}">
                  <a16:creationId xmlns:a16="http://schemas.microsoft.com/office/drawing/2014/main" id="{64F05240-6AB0-4B93-55A7-7C85ED663CEC}"/>
                </a:ext>
              </a:extLst>
            </p:cNvPr>
            <p:cNvCxnSpPr>
              <a:cxnSpLocks/>
              <a:stCxn id="85" idx="3"/>
              <a:endCxn id="81" idx="1"/>
            </p:cNvCxnSpPr>
            <p:nvPr/>
          </p:nvCxnSpPr>
          <p:spPr>
            <a:xfrm flipV="1">
              <a:off x="9355392" y="5385209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5E1D857B-397B-691A-F99D-2B1D9B465C82}"/>
                </a:ext>
              </a:extLst>
            </p:cNvPr>
            <p:cNvCxnSpPr>
              <a:cxnSpLocks/>
              <a:stCxn id="84" idx="3"/>
              <a:endCxn id="81" idx="1"/>
            </p:cNvCxnSpPr>
            <p:nvPr/>
          </p:nvCxnSpPr>
          <p:spPr>
            <a:xfrm>
              <a:off x="9355392" y="4715565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58CA851A-2D62-A898-7B0B-F31D0EB478E0}"/>
                </a:ext>
              </a:extLst>
            </p:cNvPr>
            <p:cNvSpPr txBox="1"/>
            <p:nvPr/>
          </p:nvSpPr>
          <p:spPr>
            <a:xfrm>
              <a:off x="10199577" y="5787106"/>
              <a:ext cx="1679107" cy="90480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Fuzzy reasoning</a:t>
              </a:r>
            </a:p>
            <a:p>
              <a:r>
                <a:rPr lang="ja-JP" altLang="en-US" sz="400" dirty="0"/>
                <a:t>　　</a:t>
              </a:r>
              <a:r>
                <a:rPr lang="en-US" altLang="ja-JP" sz="400" dirty="0"/>
                <a:t>: Pairwise comparison</a:t>
              </a:r>
            </a:p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Others</a:t>
              </a:r>
            </a:p>
            <a:p>
              <a:r>
                <a:rPr lang="ja-JP" altLang="en-US" sz="400" dirty="0"/>
                <a:t>　　</a:t>
              </a:r>
              <a:r>
                <a:rPr lang="en-US" altLang="ja-JP" sz="400" dirty="0"/>
                <a:t>: Process</a:t>
              </a:r>
            </a:p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Information</a:t>
              </a:r>
              <a:endParaRPr kumimoji="1" lang="ja-JP" altLang="en-US" sz="400" dirty="0"/>
            </a:p>
          </p:txBody>
        </p:sp>
        <p:cxnSp>
          <p:nvCxnSpPr>
            <p:cNvPr id="104" name="直線コネクタ 103">
              <a:extLst>
                <a:ext uri="{FF2B5EF4-FFF2-40B4-BE49-F238E27FC236}">
                  <a16:creationId xmlns:a16="http://schemas.microsoft.com/office/drawing/2014/main" id="{1F9B397D-1C3B-9475-EF55-82AB4CBC73A5}"/>
                </a:ext>
              </a:extLst>
            </p:cNvPr>
            <p:cNvCxnSpPr>
              <a:cxnSpLocks/>
              <a:stCxn id="82" idx="3"/>
              <a:endCxn id="80" idx="1"/>
            </p:cNvCxnSpPr>
            <p:nvPr/>
          </p:nvCxnSpPr>
          <p:spPr>
            <a:xfrm>
              <a:off x="9355391" y="1827407"/>
              <a:ext cx="368888" cy="72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CCB3BCF6-0E9F-2974-5F72-3777540FC74F}"/>
                </a:ext>
              </a:extLst>
            </p:cNvPr>
            <p:cNvCxnSpPr>
              <a:cxnSpLocks/>
              <a:stCxn id="83" idx="3"/>
              <a:endCxn id="80" idx="1"/>
            </p:cNvCxnSpPr>
            <p:nvPr/>
          </p:nvCxnSpPr>
          <p:spPr>
            <a:xfrm flipV="1">
              <a:off x="9355791" y="2549444"/>
              <a:ext cx="368488" cy="7220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D1858D0B-F2A2-4642-F32F-16C213E3FC93}"/>
                </a:ext>
              </a:extLst>
            </p:cNvPr>
            <p:cNvCxnSpPr>
              <a:cxnSpLocks/>
              <a:stCxn id="80" idx="3"/>
              <a:endCxn id="79" idx="1"/>
            </p:cNvCxnSpPr>
            <p:nvPr/>
          </p:nvCxnSpPr>
          <p:spPr>
            <a:xfrm>
              <a:off x="10641780" y="2549444"/>
              <a:ext cx="368488" cy="141788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67EC5EA1-2C86-9A29-90FC-349679A4ABDE}"/>
                </a:ext>
              </a:extLst>
            </p:cNvPr>
            <p:cNvCxnSpPr>
              <a:cxnSpLocks/>
              <a:stCxn id="81" idx="3"/>
              <a:endCxn id="79" idx="1"/>
            </p:cNvCxnSpPr>
            <p:nvPr/>
          </p:nvCxnSpPr>
          <p:spPr>
            <a:xfrm flipV="1">
              <a:off x="10641780" y="3967327"/>
              <a:ext cx="368488" cy="141788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9596D692-1973-02C6-A251-C365F95A54C6}"/>
                </a:ext>
              </a:extLst>
            </p:cNvPr>
            <p:cNvSpPr txBox="1"/>
            <p:nvPr/>
          </p:nvSpPr>
          <p:spPr>
            <a:xfrm rot="5400000">
              <a:off x="7826150" y="3097666"/>
              <a:ext cx="533602" cy="34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00" dirty="0"/>
                <a:t>…</a:t>
              </a:r>
              <a:endParaRPr kumimoji="1" lang="ja-JP" altLang="en-US" sz="400" dirty="0"/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3D7DF65F-5FDB-440F-B456-A0AF6DE89DB7}"/>
                </a:ext>
              </a:extLst>
            </p:cNvPr>
            <p:cNvSpPr txBox="1"/>
            <p:nvPr/>
          </p:nvSpPr>
          <p:spPr>
            <a:xfrm rot="5400000">
              <a:off x="7826150" y="4543972"/>
              <a:ext cx="533602" cy="34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00" dirty="0"/>
                <a:t>…</a:t>
              </a:r>
              <a:endParaRPr kumimoji="1" lang="ja-JP" altLang="en-US" sz="400" dirty="0"/>
            </a:p>
          </p:txBody>
        </p:sp>
        <p:sp>
          <p:nvSpPr>
            <p:cNvPr id="110" name="四角形: 角を丸くする 109">
              <a:extLst>
                <a:ext uri="{FF2B5EF4-FFF2-40B4-BE49-F238E27FC236}">
                  <a16:creationId xmlns:a16="http://schemas.microsoft.com/office/drawing/2014/main" id="{BA35C257-A9C0-7A9D-6D8A-3825414F7A21}"/>
                </a:ext>
              </a:extLst>
            </p:cNvPr>
            <p:cNvSpPr/>
            <p:nvPr/>
          </p:nvSpPr>
          <p:spPr>
            <a:xfrm>
              <a:off x="7134227" y="6192346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400" dirty="0"/>
                <a:t>Direction</a:t>
              </a:r>
              <a:endParaRPr kumimoji="1" lang="ja-JP" altLang="en-US" sz="400" dirty="0"/>
            </a:p>
          </p:txBody>
        </p:sp>
        <p:grpSp>
          <p:nvGrpSpPr>
            <p:cNvPr id="111" name="グループ化 110">
              <a:extLst>
                <a:ext uri="{FF2B5EF4-FFF2-40B4-BE49-F238E27FC236}">
                  <a16:creationId xmlns:a16="http://schemas.microsoft.com/office/drawing/2014/main" id="{6CBD34A9-4769-3BCA-B0FC-E84A75C87D71}"/>
                </a:ext>
              </a:extLst>
            </p:cNvPr>
            <p:cNvGrpSpPr/>
            <p:nvPr/>
          </p:nvGrpSpPr>
          <p:grpSpPr>
            <a:xfrm>
              <a:off x="10282473" y="5940000"/>
              <a:ext cx="205124" cy="360001"/>
              <a:chOff x="9721614" y="5921242"/>
              <a:chExt cx="163486" cy="397955"/>
            </a:xfrm>
          </p:grpSpPr>
          <p:cxnSp>
            <p:nvCxnSpPr>
              <p:cNvPr id="112" name="直線コネクタ 111">
                <a:extLst>
                  <a:ext uri="{FF2B5EF4-FFF2-40B4-BE49-F238E27FC236}">
                    <a16:creationId xmlns:a16="http://schemas.microsoft.com/office/drawing/2014/main" id="{D2C20D06-DA20-E94A-1D67-71EE83C6B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14" y="5921242"/>
                <a:ext cx="16345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直線コネクタ 112">
                <a:extLst>
                  <a:ext uri="{FF2B5EF4-FFF2-40B4-BE49-F238E27FC236}">
                    <a16:creationId xmlns:a16="http://schemas.microsoft.com/office/drawing/2014/main" id="{CDB56F32-F280-5F13-C1EA-34A982900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29" y="6120220"/>
                <a:ext cx="163457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直線コネクタ 113">
                <a:extLst>
                  <a:ext uri="{FF2B5EF4-FFF2-40B4-BE49-F238E27FC236}">
                    <a16:creationId xmlns:a16="http://schemas.microsoft.com/office/drawing/2014/main" id="{4B10D2DE-F606-9FF8-4E06-2ECB9B2AF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43" y="6319197"/>
                <a:ext cx="1634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F5716981-1B50-6291-FDAB-78312C18188E}"/>
                </a:ext>
              </a:extLst>
            </p:cNvPr>
            <p:cNvSpPr/>
            <p:nvPr/>
          </p:nvSpPr>
          <p:spPr>
            <a:xfrm>
              <a:off x="10281167" y="6426000"/>
              <a:ext cx="206441" cy="100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 dirty="0"/>
            </a:p>
          </p:txBody>
        </p:sp>
        <p:sp>
          <p:nvSpPr>
            <p:cNvPr id="116" name="四角形: 角を丸くする 115">
              <a:extLst>
                <a:ext uri="{FF2B5EF4-FFF2-40B4-BE49-F238E27FC236}">
                  <a16:creationId xmlns:a16="http://schemas.microsoft.com/office/drawing/2014/main" id="{53F892C1-5963-EDCC-5623-425DBA7F8E6E}"/>
                </a:ext>
              </a:extLst>
            </p:cNvPr>
            <p:cNvSpPr/>
            <p:nvPr/>
          </p:nvSpPr>
          <p:spPr>
            <a:xfrm>
              <a:off x="10271584" y="6597469"/>
              <a:ext cx="216024" cy="10823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 dirty="0"/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8BE88832-11B9-ED58-BCE8-5D78DA6C9DDD}"/>
                </a:ext>
              </a:extLst>
            </p:cNvPr>
            <p:cNvSpPr txBox="1"/>
            <p:nvPr/>
          </p:nvSpPr>
          <p:spPr>
            <a:xfrm>
              <a:off x="8820624" y="1280402"/>
              <a:ext cx="703980" cy="348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Static</a:t>
              </a:r>
              <a:endParaRPr kumimoji="1" lang="ja-JP" altLang="en-US" sz="400" b="1" dirty="0"/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C70FD03E-6E68-BA03-81F1-0878D07E17FF}"/>
                </a:ext>
              </a:extLst>
            </p:cNvPr>
            <p:cNvSpPr txBox="1"/>
            <p:nvPr/>
          </p:nvSpPr>
          <p:spPr>
            <a:xfrm>
              <a:off x="8607424" y="2749118"/>
              <a:ext cx="863480" cy="348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Dynamic</a:t>
              </a:r>
              <a:endParaRPr kumimoji="1" lang="ja-JP" altLang="en-US" sz="400" b="1" dirty="0"/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02D3B9EC-A63E-250E-3369-AA200EAB4FC6}"/>
                </a:ext>
              </a:extLst>
            </p:cNvPr>
            <p:cNvSpPr txBox="1"/>
            <p:nvPr/>
          </p:nvSpPr>
          <p:spPr>
            <a:xfrm>
              <a:off x="8607424" y="5520992"/>
              <a:ext cx="863480" cy="348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Dynamic</a:t>
              </a:r>
              <a:endParaRPr kumimoji="1" lang="ja-JP" altLang="en-US" sz="400" b="1" dirty="0"/>
            </a:p>
          </p:txBody>
        </p:sp>
        <p:grpSp>
          <p:nvGrpSpPr>
            <p:cNvPr id="120" name="グループ化 119">
              <a:extLst>
                <a:ext uri="{FF2B5EF4-FFF2-40B4-BE49-F238E27FC236}">
                  <a16:creationId xmlns:a16="http://schemas.microsoft.com/office/drawing/2014/main" id="{3F23694C-7B9E-CA3D-F87D-A325F26363BE}"/>
                </a:ext>
              </a:extLst>
            </p:cNvPr>
            <p:cNvGrpSpPr/>
            <p:nvPr/>
          </p:nvGrpSpPr>
          <p:grpSpPr>
            <a:xfrm>
              <a:off x="1940964" y="4135902"/>
              <a:ext cx="4388933" cy="2540841"/>
              <a:chOff x="6118694" y="1744679"/>
              <a:chExt cx="6308057" cy="3651862"/>
            </a:xfrm>
          </p:grpSpPr>
          <p:grpSp>
            <p:nvGrpSpPr>
              <p:cNvPr id="121" name="グループ化 120">
                <a:extLst>
                  <a:ext uri="{FF2B5EF4-FFF2-40B4-BE49-F238E27FC236}">
                    <a16:creationId xmlns:a16="http://schemas.microsoft.com/office/drawing/2014/main" id="{51D83C7B-F16B-F86A-2B1B-982BB0EB216D}"/>
                  </a:ext>
                </a:extLst>
              </p:cNvPr>
              <p:cNvGrpSpPr/>
              <p:nvPr/>
            </p:nvGrpSpPr>
            <p:grpSpPr>
              <a:xfrm>
                <a:off x="6130165" y="1769772"/>
                <a:ext cx="6296586" cy="3297755"/>
                <a:chOff x="2639616" y="1556792"/>
                <a:chExt cx="6296586" cy="3297755"/>
              </a:xfrm>
            </p:grpSpPr>
            <p:pic>
              <p:nvPicPr>
                <p:cNvPr id="126" name="図 125">
                  <a:extLst>
                    <a:ext uri="{FF2B5EF4-FFF2-40B4-BE49-F238E27FC236}">
                      <a16:creationId xmlns:a16="http://schemas.microsoft.com/office/drawing/2014/main" id="{6BB65EA8-88F2-248B-29B6-FBF54512B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39616" y="1556792"/>
                  <a:ext cx="6035212" cy="3297755"/>
                </a:xfrm>
                <a:prstGeom prst="rect">
                  <a:avLst/>
                </a:prstGeom>
              </p:spPr>
            </p:pic>
            <p:sp>
              <p:nvSpPr>
                <p:cNvPr id="127" name="正方形/長方形 126">
                  <a:extLst>
                    <a:ext uri="{FF2B5EF4-FFF2-40B4-BE49-F238E27FC236}">
                      <a16:creationId xmlns:a16="http://schemas.microsoft.com/office/drawing/2014/main" id="{2C9EAFF1-9A53-BDA1-D160-A0152AF77272}"/>
                    </a:ext>
                  </a:extLst>
                </p:cNvPr>
                <p:cNvSpPr/>
                <p:nvPr/>
              </p:nvSpPr>
              <p:spPr>
                <a:xfrm>
                  <a:off x="4890853" y="2060848"/>
                  <a:ext cx="1349164" cy="2504044"/>
                </a:xfrm>
                <a:prstGeom prst="rect">
                  <a:avLst/>
                </a:prstGeom>
                <a:noFill/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600"/>
                </a:p>
              </p:txBody>
            </p:sp>
            <p:sp>
              <p:nvSpPr>
                <p:cNvPr id="128" name="楕円 127">
                  <a:extLst>
                    <a:ext uri="{FF2B5EF4-FFF2-40B4-BE49-F238E27FC236}">
                      <a16:creationId xmlns:a16="http://schemas.microsoft.com/office/drawing/2014/main" id="{4DE37490-AB45-F1FD-3246-56770C930B7F}"/>
                    </a:ext>
                  </a:extLst>
                </p:cNvPr>
                <p:cNvSpPr/>
                <p:nvPr/>
              </p:nvSpPr>
              <p:spPr>
                <a:xfrm>
                  <a:off x="6421673" y="1773626"/>
                  <a:ext cx="698352" cy="1459707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600"/>
                </a:p>
              </p:txBody>
            </p:sp>
            <p:sp>
              <p:nvSpPr>
                <p:cNvPr id="129" name="テキスト ボックス 128">
                  <a:extLst>
                    <a:ext uri="{FF2B5EF4-FFF2-40B4-BE49-F238E27FC236}">
                      <a16:creationId xmlns:a16="http://schemas.microsoft.com/office/drawing/2014/main" id="{5CD98C63-08E7-4D98-AA42-3F7C41104109}"/>
                    </a:ext>
                  </a:extLst>
                </p:cNvPr>
                <p:cNvSpPr txBox="1"/>
                <p:nvPr/>
              </p:nvSpPr>
              <p:spPr>
                <a:xfrm>
                  <a:off x="7064842" y="1673082"/>
                  <a:ext cx="1871360" cy="550187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500" b="1" dirty="0">
                      <a:solidFill>
                        <a:srgbClr val="FF0000"/>
                      </a:solidFill>
                    </a:rPr>
                    <a:t>Far from staff</a:t>
                  </a:r>
                  <a:endParaRPr kumimoji="1" lang="ja-JP" altLang="en-US" sz="5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ED22F279-698F-EC32-5B08-91E27E8F725F}"/>
                    </a:ext>
                  </a:extLst>
                </p:cNvPr>
                <p:cNvSpPr txBox="1"/>
                <p:nvPr/>
              </p:nvSpPr>
              <p:spPr>
                <a:xfrm>
                  <a:off x="7064842" y="2383677"/>
                  <a:ext cx="1871360" cy="80027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ja-JP" sz="500" b="1" dirty="0">
                      <a:solidFill>
                        <a:srgbClr val="FF0000"/>
                      </a:solidFill>
                    </a:rPr>
                    <a:t>Staff not seeing patient</a:t>
                  </a:r>
                  <a:endParaRPr kumimoji="1" lang="ja-JP" altLang="en-US" sz="500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22" name="テキスト ボックス 121">
                <a:extLst>
                  <a:ext uri="{FF2B5EF4-FFF2-40B4-BE49-F238E27FC236}">
                    <a16:creationId xmlns:a16="http://schemas.microsoft.com/office/drawing/2014/main" id="{8730060C-2AF4-69D7-E5EF-4F9AAF4EA58B}"/>
                  </a:ext>
                </a:extLst>
              </p:cNvPr>
              <p:cNvSpPr txBox="1"/>
              <p:nvPr/>
            </p:nvSpPr>
            <p:spPr>
              <a:xfrm>
                <a:off x="8268695" y="4746319"/>
                <a:ext cx="2767607" cy="650222"/>
              </a:xfrm>
              <a:prstGeom prst="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700" b="1" dirty="0">
                    <a:solidFill>
                      <a:srgbClr val="FF0000"/>
                    </a:solidFill>
                  </a:rPr>
                  <a:t>#1 Elderly</a:t>
                </a:r>
                <a:r>
                  <a:rPr kumimoji="1" lang="en-US" altLang="ja-JP" sz="700" dirty="0"/>
                  <a:t> patient</a:t>
                </a:r>
                <a:endParaRPr kumimoji="1" lang="ja-JP" altLang="en-US" sz="700" dirty="0"/>
              </a:p>
            </p:txBody>
          </p:sp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249CAF9B-4B4E-0BD0-D29B-6F642112206B}"/>
                  </a:ext>
                </a:extLst>
              </p:cNvPr>
              <p:cNvSpPr txBox="1"/>
              <p:nvPr/>
            </p:nvSpPr>
            <p:spPr>
              <a:xfrm>
                <a:off x="6454025" y="4260483"/>
                <a:ext cx="2108051" cy="719393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700" b="1" dirty="0">
                    <a:solidFill>
                      <a:srgbClr val="FF0000"/>
                    </a:solidFill>
                  </a:rPr>
                  <a:t>Wheelchair</a:t>
                </a:r>
                <a:endParaRPr kumimoji="1" lang="ja-JP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679DE570-4FB4-25ED-8B2F-5D52364D2770}"/>
                  </a:ext>
                </a:extLst>
              </p:cNvPr>
              <p:cNvSpPr txBox="1"/>
              <p:nvPr/>
            </p:nvSpPr>
            <p:spPr>
              <a:xfrm>
                <a:off x="6118694" y="1744679"/>
                <a:ext cx="2268810" cy="608717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b="1" dirty="0">
                    <a:solidFill>
                      <a:srgbClr val="FF0000"/>
                    </a:solidFill>
                  </a:rPr>
                  <a:t>Far from handrail</a:t>
                </a:r>
                <a:endParaRPr kumimoji="1" lang="ja-JP" altLang="en-US" sz="5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81121C3C-BE52-1131-8E2B-D890BD5A253C}"/>
                  </a:ext>
                </a:extLst>
              </p:cNvPr>
              <p:cNvSpPr txBox="1"/>
              <p:nvPr/>
            </p:nvSpPr>
            <p:spPr>
              <a:xfrm>
                <a:off x="7685499" y="2328421"/>
                <a:ext cx="1451406" cy="608717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b="1" dirty="0">
                    <a:solidFill>
                      <a:srgbClr val="FF0000"/>
                    </a:solidFill>
                  </a:rPr>
                  <a:t>Stand up</a:t>
                </a:r>
                <a:endParaRPr kumimoji="1" lang="ja-JP" altLang="en-US" sz="5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31" name="Picture 6" descr="ベテラン看護師さんのイラスト">
              <a:extLst>
                <a:ext uri="{FF2B5EF4-FFF2-40B4-BE49-F238E27FC236}">
                  <a16:creationId xmlns:a16="http://schemas.microsoft.com/office/drawing/2014/main" id="{BB6037A2-49E4-4D70-D6C9-72490B73A4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400"/>
            <a:stretch/>
          </p:blipFill>
          <p:spPr bwMode="auto">
            <a:xfrm>
              <a:off x="1952529" y="2752394"/>
              <a:ext cx="1116308" cy="1084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2" name="吹き出し: 四角形 131">
              <a:extLst>
                <a:ext uri="{FF2B5EF4-FFF2-40B4-BE49-F238E27FC236}">
                  <a16:creationId xmlns:a16="http://schemas.microsoft.com/office/drawing/2014/main" id="{269B76E0-C807-193D-8EDB-E92F9A8E49AC}"/>
                </a:ext>
              </a:extLst>
            </p:cNvPr>
            <p:cNvSpPr/>
            <p:nvPr/>
          </p:nvSpPr>
          <p:spPr>
            <a:xfrm>
              <a:off x="2945523" y="1410619"/>
              <a:ext cx="3153750" cy="1946373"/>
            </a:xfrm>
            <a:prstGeom prst="wedgeRectCallout">
              <a:avLst>
                <a:gd name="adj1" fmla="val -57779"/>
                <a:gd name="adj2" fmla="val 32553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700" b="1" dirty="0"/>
                <a:t>Notification Policy:</a:t>
              </a:r>
            </a:p>
            <a:p>
              <a:r>
                <a:rPr lang="en-US" altLang="ja-JP" sz="700" b="1" dirty="0"/>
                <a:t>Q: </a:t>
              </a:r>
              <a:r>
                <a:rPr kumimoji="1" lang="en-US" altLang="ja-JP" sz="700" b="1" dirty="0"/>
                <a:t>Which is more dangerous?</a:t>
              </a:r>
              <a:endParaRPr kumimoji="1" lang="en-US" altLang="ja-JP" sz="700" dirty="0"/>
            </a:p>
            <a:p>
              <a:r>
                <a:rPr kumimoji="1" lang="en-US" altLang="ja-JP" sz="700" b="1" dirty="0"/>
                <a:t>A:</a:t>
              </a:r>
            </a:p>
            <a:p>
              <a:pPr algn="ctr"/>
              <a:r>
                <a:rPr kumimoji="1" lang="en-US" altLang="ja-JP" sz="700" b="1" dirty="0"/>
                <a:t>Internal &lt;==    ==&gt; External</a:t>
              </a:r>
            </a:p>
            <a:p>
              <a:pPr algn="r"/>
              <a:r>
                <a:rPr kumimoji="1" lang="en-US" altLang="ja-JP" sz="700" b="1" dirty="0"/>
                <a:t>Et</a:t>
              </a:r>
              <a:r>
                <a:rPr lang="en-US" altLang="ja-JP" sz="700" b="1" dirty="0"/>
                <a:t>c.</a:t>
              </a:r>
              <a:endParaRPr kumimoji="1" lang="ja-JP" altLang="en-US" sz="700" b="1" dirty="0"/>
            </a:p>
          </p:txBody>
        </p:sp>
        <p:cxnSp>
          <p:nvCxnSpPr>
            <p:cNvPr id="133" name="コネクタ: カギ線 132">
              <a:extLst>
                <a:ext uri="{FF2B5EF4-FFF2-40B4-BE49-F238E27FC236}">
                  <a16:creationId xmlns:a16="http://schemas.microsoft.com/office/drawing/2014/main" id="{8558021D-16E4-E179-0709-7B9FDF2ADB22}"/>
                </a:ext>
              </a:extLst>
            </p:cNvPr>
            <p:cNvCxnSpPr>
              <a:stCxn id="132" idx="0"/>
              <a:endCxn id="78" idx="0"/>
            </p:cNvCxnSpPr>
            <p:nvPr/>
          </p:nvCxnSpPr>
          <p:spPr>
            <a:xfrm rot="5400000" flipH="1" flipV="1">
              <a:off x="6184566" y="-534749"/>
              <a:ext cx="283200" cy="3607537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コネクタ: カギ線 133">
              <a:extLst>
                <a:ext uri="{FF2B5EF4-FFF2-40B4-BE49-F238E27FC236}">
                  <a16:creationId xmlns:a16="http://schemas.microsoft.com/office/drawing/2014/main" id="{6FDEA4E2-7D30-D325-583E-CF80C3564251}"/>
                </a:ext>
              </a:extLst>
            </p:cNvPr>
            <p:cNvCxnSpPr>
              <a:cxnSpLocks/>
              <a:stCxn id="132" idx="0"/>
              <a:endCxn id="71" idx="0"/>
            </p:cNvCxnSpPr>
            <p:nvPr/>
          </p:nvCxnSpPr>
          <p:spPr>
            <a:xfrm rot="5400000" flipH="1" flipV="1">
              <a:off x="6886971" y="-1237154"/>
              <a:ext cx="283200" cy="5012346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コネクタ: カギ線 134">
              <a:extLst>
                <a:ext uri="{FF2B5EF4-FFF2-40B4-BE49-F238E27FC236}">
                  <a16:creationId xmlns:a16="http://schemas.microsoft.com/office/drawing/2014/main" id="{D8CFAAF8-4D66-439C-1E5F-30B21A82A77E}"/>
                </a:ext>
              </a:extLst>
            </p:cNvPr>
            <p:cNvCxnSpPr>
              <a:cxnSpLocks/>
              <a:stCxn id="132" idx="0"/>
              <a:endCxn id="72" idx="0"/>
            </p:cNvCxnSpPr>
            <p:nvPr/>
          </p:nvCxnSpPr>
          <p:spPr>
            <a:xfrm rot="5400000" flipH="1" flipV="1">
              <a:off x="7522463" y="-1872644"/>
              <a:ext cx="283199" cy="6283329"/>
            </a:xfrm>
            <a:prstGeom prst="bentConnector3">
              <a:avLst>
                <a:gd name="adj1" fmla="val 1807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5AA16408-E2A6-4D8B-B890-31C52077B1E6}"/>
                </a:ext>
              </a:extLst>
            </p:cNvPr>
            <p:cNvSpPr/>
            <p:nvPr/>
          </p:nvSpPr>
          <p:spPr>
            <a:xfrm>
              <a:off x="3077617" y="2474172"/>
              <a:ext cx="936104" cy="34565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</p:grpSp>
      <p:grpSp>
        <p:nvGrpSpPr>
          <p:cNvPr id="204" name="グループ化 203">
            <a:extLst>
              <a:ext uri="{FF2B5EF4-FFF2-40B4-BE49-F238E27FC236}">
                <a16:creationId xmlns:a16="http://schemas.microsoft.com/office/drawing/2014/main" id="{ED93BF85-A89C-FD41-2F09-88FE61BBBC5C}"/>
              </a:ext>
            </a:extLst>
          </p:cNvPr>
          <p:cNvGrpSpPr/>
          <p:nvPr/>
        </p:nvGrpSpPr>
        <p:grpSpPr>
          <a:xfrm>
            <a:off x="6853017" y="1199028"/>
            <a:ext cx="4576257" cy="2557315"/>
            <a:chOff x="1945554" y="1127419"/>
            <a:chExt cx="9982213" cy="5578284"/>
          </a:xfrm>
        </p:grpSpPr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E615068F-7311-7040-E53B-F41EEC6966A9}"/>
                </a:ext>
              </a:extLst>
            </p:cNvPr>
            <p:cNvSpPr/>
            <p:nvPr/>
          </p:nvSpPr>
          <p:spPr>
            <a:xfrm>
              <a:off x="9289485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513033DF-7734-D638-E8F3-01B988455ED4}"/>
                </a:ext>
              </a:extLst>
            </p:cNvPr>
            <p:cNvSpPr/>
            <p:nvPr/>
          </p:nvSpPr>
          <p:spPr>
            <a:xfrm>
              <a:off x="10560468" y="1127420"/>
              <a:ext cx="490517" cy="45448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6CEB6CBD-91AB-1370-862F-DDAF277954F0}"/>
                </a:ext>
              </a:extLst>
            </p:cNvPr>
            <p:cNvSpPr/>
            <p:nvPr/>
          </p:nvSpPr>
          <p:spPr>
            <a:xfrm>
              <a:off x="7038565" y="5520993"/>
              <a:ext cx="2343431" cy="10652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B8539CF1-40C2-D058-1BAB-7AB75FDC36FC}"/>
                </a:ext>
              </a:extLst>
            </p:cNvPr>
            <p:cNvSpPr/>
            <p:nvPr/>
          </p:nvSpPr>
          <p:spPr>
            <a:xfrm>
              <a:off x="7038565" y="2749119"/>
              <a:ext cx="2343431" cy="11928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BADAF61A-3592-FBD5-B63C-D56A1F6A90DE}"/>
                </a:ext>
              </a:extLst>
            </p:cNvPr>
            <p:cNvSpPr/>
            <p:nvPr/>
          </p:nvSpPr>
          <p:spPr>
            <a:xfrm>
              <a:off x="7038565" y="4161134"/>
              <a:ext cx="2343431" cy="11293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143" name="テキスト ボックス 142">
              <a:extLst>
                <a:ext uri="{FF2B5EF4-FFF2-40B4-BE49-F238E27FC236}">
                  <a16:creationId xmlns:a16="http://schemas.microsoft.com/office/drawing/2014/main" id="{3BA12ECD-A69F-5601-59A2-0824B4619589}"/>
                </a:ext>
              </a:extLst>
            </p:cNvPr>
            <p:cNvSpPr txBox="1"/>
            <p:nvPr/>
          </p:nvSpPr>
          <p:spPr>
            <a:xfrm>
              <a:off x="8820624" y="4161134"/>
              <a:ext cx="679049" cy="3356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Static</a:t>
              </a:r>
              <a:endParaRPr kumimoji="1" lang="ja-JP" altLang="en-US" sz="400" b="1" dirty="0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E094A878-2D72-A99B-7F70-2DE26B9C335D}"/>
                </a:ext>
              </a:extLst>
            </p:cNvPr>
            <p:cNvSpPr/>
            <p:nvPr/>
          </p:nvSpPr>
          <p:spPr>
            <a:xfrm>
              <a:off x="7038565" y="1280401"/>
              <a:ext cx="2343431" cy="1232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B1D4FD5D-E06C-82B6-7F64-155F615FC89C}"/>
                </a:ext>
              </a:extLst>
            </p:cNvPr>
            <p:cNvSpPr/>
            <p:nvPr/>
          </p:nvSpPr>
          <p:spPr>
            <a:xfrm>
              <a:off x="7884676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146" name="四角形: 角を丸くする 145">
              <a:extLst>
                <a:ext uri="{FF2B5EF4-FFF2-40B4-BE49-F238E27FC236}">
                  <a16:creationId xmlns:a16="http://schemas.microsoft.com/office/drawing/2014/main" id="{91C82618-9FCA-B1BB-E9F8-F96A16BF5B2C}"/>
                </a:ext>
              </a:extLst>
            </p:cNvPr>
            <p:cNvSpPr/>
            <p:nvPr/>
          </p:nvSpPr>
          <p:spPr>
            <a:xfrm>
              <a:off x="11010267" y="3723435"/>
              <a:ext cx="917500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b="1" dirty="0"/>
                <a:t>Total risk</a:t>
              </a:r>
              <a:endParaRPr kumimoji="1" lang="ja-JP" altLang="en-US" sz="400" b="1" dirty="0"/>
            </a:p>
          </p:txBody>
        </p:sp>
        <p:sp>
          <p:nvSpPr>
            <p:cNvPr id="147" name="四角形: 角を丸くする 146">
              <a:extLst>
                <a:ext uri="{FF2B5EF4-FFF2-40B4-BE49-F238E27FC236}">
                  <a16:creationId xmlns:a16="http://schemas.microsoft.com/office/drawing/2014/main" id="{891A125E-2E17-D014-59DA-BD7B8897D806}"/>
                </a:ext>
              </a:extLst>
            </p:cNvPr>
            <p:cNvSpPr/>
            <p:nvPr/>
          </p:nvSpPr>
          <p:spPr>
            <a:xfrm>
              <a:off x="9724280" y="2305552"/>
              <a:ext cx="917500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Internal</a:t>
              </a:r>
              <a:endParaRPr kumimoji="1" lang="ja-JP" altLang="en-US" sz="400" dirty="0"/>
            </a:p>
          </p:txBody>
        </p:sp>
        <p:sp>
          <p:nvSpPr>
            <p:cNvPr id="148" name="四角形: 角を丸くする 147">
              <a:extLst>
                <a:ext uri="{FF2B5EF4-FFF2-40B4-BE49-F238E27FC236}">
                  <a16:creationId xmlns:a16="http://schemas.microsoft.com/office/drawing/2014/main" id="{A1EC127E-E285-08F2-9514-7F837C2B2BB6}"/>
                </a:ext>
              </a:extLst>
            </p:cNvPr>
            <p:cNvSpPr/>
            <p:nvPr/>
          </p:nvSpPr>
          <p:spPr>
            <a:xfrm>
              <a:off x="9724280" y="5141316"/>
              <a:ext cx="917500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External</a:t>
              </a:r>
              <a:endParaRPr kumimoji="1" lang="ja-JP" altLang="en-US" sz="400" dirty="0"/>
            </a:p>
          </p:txBody>
        </p:sp>
        <p:sp>
          <p:nvSpPr>
            <p:cNvPr id="149" name="四角形: 角を丸くする 148">
              <a:extLst>
                <a:ext uri="{FF2B5EF4-FFF2-40B4-BE49-F238E27FC236}">
                  <a16:creationId xmlns:a16="http://schemas.microsoft.com/office/drawing/2014/main" id="{C80EF2FA-20A5-CDBD-4C1D-10B963B8D19C}"/>
                </a:ext>
              </a:extLst>
            </p:cNvPr>
            <p:cNvSpPr/>
            <p:nvPr/>
          </p:nvSpPr>
          <p:spPr>
            <a:xfrm>
              <a:off x="8329951" y="1583515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Attribution</a:t>
              </a:r>
              <a:endParaRPr kumimoji="1" lang="ja-JP" altLang="en-US" sz="400" dirty="0"/>
            </a:p>
          </p:txBody>
        </p:sp>
        <p:sp>
          <p:nvSpPr>
            <p:cNvPr id="150" name="四角形: 角を丸くする 149">
              <a:extLst>
                <a:ext uri="{FF2B5EF4-FFF2-40B4-BE49-F238E27FC236}">
                  <a16:creationId xmlns:a16="http://schemas.microsoft.com/office/drawing/2014/main" id="{91FBBC21-CA79-1114-5AF4-CFE45855ED52}"/>
                </a:ext>
              </a:extLst>
            </p:cNvPr>
            <p:cNvSpPr/>
            <p:nvPr/>
          </p:nvSpPr>
          <p:spPr>
            <a:xfrm>
              <a:off x="8330351" y="3027591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Action</a:t>
              </a:r>
              <a:endParaRPr kumimoji="1" lang="ja-JP" altLang="en-US" sz="400" dirty="0"/>
            </a:p>
          </p:txBody>
        </p:sp>
        <p:sp>
          <p:nvSpPr>
            <p:cNvPr id="151" name="四角形: 角を丸くする 150">
              <a:extLst>
                <a:ext uri="{FF2B5EF4-FFF2-40B4-BE49-F238E27FC236}">
                  <a16:creationId xmlns:a16="http://schemas.microsoft.com/office/drawing/2014/main" id="{EF05A7DD-EF31-5DB3-1540-A837D2DF15D5}"/>
                </a:ext>
              </a:extLst>
            </p:cNvPr>
            <p:cNvSpPr/>
            <p:nvPr/>
          </p:nvSpPr>
          <p:spPr>
            <a:xfrm>
              <a:off x="8329951" y="4471674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Objects</a:t>
              </a:r>
              <a:endParaRPr kumimoji="1" lang="ja-JP" altLang="en-US" sz="400" dirty="0"/>
            </a:p>
          </p:txBody>
        </p:sp>
        <p:sp>
          <p:nvSpPr>
            <p:cNvPr id="152" name="四角形: 角を丸くする 151">
              <a:extLst>
                <a:ext uri="{FF2B5EF4-FFF2-40B4-BE49-F238E27FC236}">
                  <a16:creationId xmlns:a16="http://schemas.microsoft.com/office/drawing/2014/main" id="{499C0FE8-19E1-66A5-AC09-CB6B5EB8A68C}"/>
                </a:ext>
              </a:extLst>
            </p:cNvPr>
            <p:cNvSpPr/>
            <p:nvPr/>
          </p:nvSpPr>
          <p:spPr>
            <a:xfrm>
              <a:off x="8329951" y="5810958"/>
              <a:ext cx="1025441" cy="48778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Surrounding staff</a:t>
              </a:r>
              <a:endParaRPr kumimoji="1" lang="ja-JP" altLang="en-US" sz="400" dirty="0"/>
            </a:p>
          </p:txBody>
        </p:sp>
        <p:sp>
          <p:nvSpPr>
            <p:cNvPr id="153" name="四角形: 角を丸くする 152">
              <a:extLst>
                <a:ext uri="{FF2B5EF4-FFF2-40B4-BE49-F238E27FC236}">
                  <a16:creationId xmlns:a16="http://schemas.microsoft.com/office/drawing/2014/main" id="{331AFED4-AE00-3671-FC19-90E86C59458D}"/>
                </a:ext>
              </a:extLst>
            </p:cNvPr>
            <p:cNvSpPr/>
            <p:nvPr/>
          </p:nvSpPr>
          <p:spPr>
            <a:xfrm>
              <a:off x="7134228" y="1340392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Patient</a:t>
              </a:r>
              <a:endParaRPr kumimoji="1" lang="ja-JP" altLang="en-US" sz="400" dirty="0"/>
            </a:p>
          </p:txBody>
        </p:sp>
        <p:sp>
          <p:nvSpPr>
            <p:cNvPr id="154" name="四角形: 角を丸くする 153">
              <a:extLst>
                <a:ext uri="{FF2B5EF4-FFF2-40B4-BE49-F238E27FC236}">
                  <a16:creationId xmlns:a16="http://schemas.microsoft.com/office/drawing/2014/main" id="{772195E9-C959-945D-619F-9B951DEA7FD5}"/>
                </a:ext>
              </a:extLst>
            </p:cNvPr>
            <p:cNvSpPr/>
            <p:nvPr/>
          </p:nvSpPr>
          <p:spPr>
            <a:xfrm>
              <a:off x="7134228" y="1990259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Age</a:t>
              </a:r>
              <a:endParaRPr kumimoji="1" lang="ja-JP" altLang="en-US" sz="400" dirty="0"/>
            </a:p>
          </p:txBody>
        </p:sp>
        <p:sp>
          <p:nvSpPr>
            <p:cNvPr id="155" name="四角形: 角を丸くする 154">
              <a:extLst>
                <a:ext uri="{FF2B5EF4-FFF2-40B4-BE49-F238E27FC236}">
                  <a16:creationId xmlns:a16="http://schemas.microsoft.com/office/drawing/2014/main" id="{0A9D1ED3-A822-D840-BD76-077B6C837A1F}"/>
                </a:ext>
              </a:extLst>
            </p:cNvPr>
            <p:cNvSpPr/>
            <p:nvPr/>
          </p:nvSpPr>
          <p:spPr>
            <a:xfrm>
              <a:off x="7134228" y="2733906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Stand up</a:t>
              </a:r>
              <a:endParaRPr kumimoji="1" lang="ja-JP" altLang="en-US" sz="400" dirty="0"/>
            </a:p>
          </p:txBody>
        </p:sp>
        <p:sp>
          <p:nvSpPr>
            <p:cNvPr id="156" name="四角形: 角を丸くする 155">
              <a:extLst>
                <a:ext uri="{FF2B5EF4-FFF2-40B4-BE49-F238E27FC236}">
                  <a16:creationId xmlns:a16="http://schemas.microsoft.com/office/drawing/2014/main" id="{F7B4AE91-8237-A113-99D1-31EE03274466}"/>
                </a:ext>
              </a:extLst>
            </p:cNvPr>
            <p:cNvSpPr/>
            <p:nvPr/>
          </p:nvSpPr>
          <p:spPr>
            <a:xfrm>
              <a:off x="7134228" y="3513776"/>
              <a:ext cx="827234" cy="324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Action </a:t>
              </a:r>
              <a:r>
                <a:rPr kumimoji="1" lang="en-US" altLang="ja-JP" sz="400" i="1" dirty="0"/>
                <a:t>n</a:t>
              </a:r>
              <a:endParaRPr kumimoji="1" lang="ja-JP" altLang="en-US" sz="400" i="1" dirty="0"/>
            </a:p>
          </p:txBody>
        </p:sp>
        <p:sp>
          <p:nvSpPr>
            <p:cNvPr id="157" name="四角形: 角を丸くする 156">
              <a:extLst>
                <a:ext uri="{FF2B5EF4-FFF2-40B4-BE49-F238E27FC236}">
                  <a16:creationId xmlns:a16="http://schemas.microsoft.com/office/drawing/2014/main" id="{C41788BF-EADE-CF55-50EF-0363AAEB38CD}"/>
                </a:ext>
              </a:extLst>
            </p:cNvPr>
            <p:cNvSpPr/>
            <p:nvPr/>
          </p:nvSpPr>
          <p:spPr>
            <a:xfrm>
              <a:off x="7070167" y="4253908"/>
              <a:ext cx="955356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Handrail</a:t>
              </a:r>
              <a:endParaRPr kumimoji="1" lang="ja-JP" altLang="en-US" sz="400" dirty="0"/>
            </a:p>
          </p:txBody>
        </p:sp>
        <p:sp>
          <p:nvSpPr>
            <p:cNvPr id="158" name="四角形: 角を丸くする 157">
              <a:extLst>
                <a:ext uri="{FF2B5EF4-FFF2-40B4-BE49-F238E27FC236}">
                  <a16:creationId xmlns:a16="http://schemas.microsoft.com/office/drawing/2014/main" id="{5709A1CB-64A4-66C2-E1E5-CB2471BB9A89}"/>
                </a:ext>
              </a:extLst>
            </p:cNvPr>
            <p:cNvSpPr/>
            <p:nvPr/>
          </p:nvSpPr>
          <p:spPr>
            <a:xfrm>
              <a:off x="7070167" y="4853062"/>
              <a:ext cx="955356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Wheelchair</a:t>
              </a:r>
              <a:endParaRPr kumimoji="1" lang="ja-JP" altLang="en-US" sz="400" i="1" dirty="0"/>
            </a:p>
          </p:txBody>
        </p:sp>
        <p:sp>
          <p:nvSpPr>
            <p:cNvPr id="159" name="四角形: 角を丸くする 158">
              <a:extLst>
                <a:ext uri="{FF2B5EF4-FFF2-40B4-BE49-F238E27FC236}">
                  <a16:creationId xmlns:a16="http://schemas.microsoft.com/office/drawing/2014/main" id="{5A6F4336-FB40-8EDB-8B2D-19F0E6A3B55F}"/>
                </a:ext>
              </a:extLst>
            </p:cNvPr>
            <p:cNvSpPr/>
            <p:nvPr/>
          </p:nvSpPr>
          <p:spPr>
            <a:xfrm>
              <a:off x="7134228" y="5593192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Distance</a:t>
              </a:r>
              <a:endParaRPr kumimoji="1" lang="ja-JP" altLang="en-US" sz="400" dirty="0"/>
            </a:p>
          </p:txBody>
        </p: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9463A2C9-3FDA-1FAF-0382-7D5132462B02}"/>
                </a:ext>
              </a:extLst>
            </p:cNvPr>
            <p:cNvCxnSpPr>
              <a:cxnSpLocks/>
              <a:stCxn id="153" idx="3"/>
              <a:endCxn id="149" idx="1"/>
            </p:cNvCxnSpPr>
            <p:nvPr/>
          </p:nvCxnSpPr>
          <p:spPr>
            <a:xfrm>
              <a:off x="7961462" y="1502474"/>
              <a:ext cx="368488" cy="32493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F51CF54E-F33A-61E7-49D7-FF7A8AF6308B}"/>
                </a:ext>
              </a:extLst>
            </p:cNvPr>
            <p:cNvCxnSpPr>
              <a:cxnSpLocks/>
              <a:stCxn id="154" idx="3"/>
              <a:endCxn id="149" idx="1"/>
            </p:cNvCxnSpPr>
            <p:nvPr/>
          </p:nvCxnSpPr>
          <p:spPr>
            <a:xfrm flipV="1">
              <a:off x="7961462" y="1827407"/>
              <a:ext cx="368488" cy="32493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直線コネクタ 161">
              <a:extLst>
                <a:ext uri="{FF2B5EF4-FFF2-40B4-BE49-F238E27FC236}">
                  <a16:creationId xmlns:a16="http://schemas.microsoft.com/office/drawing/2014/main" id="{E95FE545-73A7-CB50-84F5-ED1FDA51D6A5}"/>
                </a:ext>
              </a:extLst>
            </p:cNvPr>
            <p:cNvCxnSpPr>
              <a:cxnSpLocks/>
              <a:stCxn id="156" idx="3"/>
              <a:endCxn id="150" idx="1"/>
            </p:cNvCxnSpPr>
            <p:nvPr/>
          </p:nvCxnSpPr>
          <p:spPr>
            <a:xfrm flipV="1">
              <a:off x="7961462" y="3271482"/>
              <a:ext cx="368888" cy="4043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E9CC7B1F-9074-787D-C805-7735888CE7D6}"/>
                </a:ext>
              </a:extLst>
            </p:cNvPr>
            <p:cNvCxnSpPr>
              <a:cxnSpLocks/>
              <a:stCxn id="155" idx="3"/>
              <a:endCxn id="150" idx="1"/>
            </p:cNvCxnSpPr>
            <p:nvPr/>
          </p:nvCxnSpPr>
          <p:spPr>
            <a:xfrm>
              <a:off x="7961462" y="2895988"/>
              <a:ext cx="368888" cy="375495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58CEF515-DF82-851D-3E83-9D4C03883BCA}"/>
                </a:ext>
              </a:extLst>
            </p:cNvPr>
            <p:cNvCxnSpPr>
              <a:cxnSpLocks/>
              <a:stCxn id="157" idx="3"/>
              <a:endCxn id="151" idx="1"/>
            </p:cNvCxnSpPr>
            <p:nvPr/>
          </p:nvCxnSpPr>
          <p:spPr>
            <a:xfrm>
              <a:off x="8025523" y="4415990"/>
              <a:ext cx="304428" cy="2995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B38CEA0A-884B-964A-70B5-A76C1CED8398}"/>
                </a:ext>
              </a:extLst>
            </p:cNvPr>
            <p:cNvCxnSpPr>
              <a:cxnSpLocks/>
              <a:stCxn id="158" idx="3"/>
              <a:endCxn id="151" idx="1"/>
            </p:cNvCxnSpPr>
            <p:nvPr/>
          </p:nvCxnSpPr>
          <p:spPr>
            <a:xfrm flipV="1">
              <a:off x="8025523" y="4715566"/>
              <a:ext cx="304428" cy="29957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直線コネクタ 165">
              <a:extLst>
                <a:ext uri="{FF2B5EF4-FFF2-40B4-BE49-F238E27FC236}">
                  <a16:creationId xmlns:a16="http://schemas.microsoft.com/office/drawing/2014/main" id="{CEFC5D36-5B36-D0FF-87B2-9D09444AA1E8}"/>
                </a:ext>
              </a:extLst>
            </p:cNvPr>
            <p:cNvCxnSpPr>
              <a:cxnSpLocks/>
              <a:stCxn id="159" idx="3"/>
              <a:endCxn id="152" idx="1"/>
            </p:cNvCxnSpPr>
            <p:nvPr/>
          </p:nvCxnSpPr>
          <p:spPr>
            <a:xfrm>
              <a:off x="7961462" y="5755275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線コネクタ 166">
              <a:extLst>
                <a:ext uri="{FF2B5EF4-FFF2-40B4-BE49-F238E27FC236}">
                  <a16:creationId xmlns:a16="http://schemas.microsoft.com/office/drawing/2014/main" id="{97AAF37D-A184-975D-875B-46350B0C6C00}"/>
                </a:ext>
              </a:extLst>
            </p:cNvPr>
            <p:cNvCxnSpPr>
              <a:cxnSpLocks/>
              <a:stCxn id="177" idx="3"/>
              <a:endCxn id="152" idx="1"/>
            </p:cNvCxnSpPr>
            <p:nvPr/>
          </p:nvCxnSpPr>
          <p:spPr>
            <a:xfrm flipV="1">
              <a:off x="7961462" y="6054851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線コネクタ 167">
              <a:extLst>
                <a:ext uri="{FF2B5EF4-FFF2-40B4-BE49-F238E27FC236}">
                  <a16:creationId xmlns:a16="http://schemas.microsoft.com/office/drawing/2014/main" id="{34975220-EB67-3F4D-650C-1FC14E0E8CA5}"/>
                </a:ext>
              </a:extLst>
            </p:cNvPr>
            <p:cNvCxnSpPr>
              <a:cxnSpLocks/>
              <a:stCxn id="152" idx="3"/>
              <a:endCxn id="148" idx="1"/>
            </p:cNvCxnSpPr>
            <p:nvPr/>
          </p:nvCxnSpPr>
          <p:spPr>
            <a:xfrm flipV="1">
              <a:off x="9355392" y="5385209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線コネクタ 168">
              <a:extLst>
                <a:ext uri="{FF2B5EF4-FFF2-40B4-BE49-F238E27FC236}">
                  <a16:creationId xmlns:a16="http://schemas.microsoft.com/office/drawing/2014/main" id="{991A9E46-97CD-FF30-1197-CF15AA08EE87}"/>
                </a:ext>
              </a:extLst>
            </p:cNvPr>
            <p:cNvCxnSpPr>
              <a:cxnSpLocks/>
              <a:stCxn id="151" idx="3"/>
              <a:endCxn id="148" idx="1"/>
            </p:cNvCxnSpPr>
            <p:nvPr/>
          </p:nvCxnSpPr>
          <p:spPr>
            <a:xfrm>
              <a:off x="9355392" y="4715565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44D24E80-23B2-A56D-4DBE-A0E340695D8F}"/>
                </a:ext>
              </a:extLst>
            </p:cNvPr>
            <p:cNvSpPr txBox="1"/>
            <p:nvPr/>
          </p:nvSpPr>
          <p:spPr>
            <a:xfrm>
              <a:off x="10199576" y="5787105"/>
              <a:ext cx="1619643" cy="87276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Fuzzy reasoning</a:t>
              </a:r>
            </a:p>
            <a:p>
              <a:r>
                <a:rPr lang="ja-JP" altLang="en-US" sz="400" dirty="0"/>
                <a:t>　　</a:t>
              </a:r>
              <a:r>
                <a:rPr lang="en-US" altLang="ja-JP" sz="400" dirty="0"/>
                <a:t>: Pairwise comparison</a:t>
              </a:r>
            </a:p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Others</a:t>
              </a:r>
            </a:p>
            <a:p>
              <a:r>
                <a:rPr lang="ja-JP" altLang="en-US" sz="400" dirty="0"/>
                <a:t>　　</a:t>
              </a:r>
              <a:r>
                <a:rPr lang="en-US" altLang="ja-JP" sz="400" dirty="0"/>
                <a:t>: Process</a:t>
              </a:r>
            </a:p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Information</a:t>
              </a:r>
              <a:endParaRPr kumimoji="1" lang="ja-JP" altLang="en-US" sz="400" dirty="0"/>
            </a:p>
          </p:txBody>
        </p:sp>
        <p:cxnSp>
          <p:nvCxnSpPr>
            <p:cNvPr id="171" name="直線コネクタ 170">
              <a:extLst>
                <a:ext uri="{FF2B5EF4-FFF2-40B4-BE49-F238E27FC236}">
                  <a16:creationId xmlns:a16="http://schemas.microsoft.com/office/drawing/2014/main" id="{8CBFF9E2-72EA-1060-32CE-CF16D6106201}"/>
                </a:ext>
              </a:extLst>
            </p:cNvPr>
            <p:cNvCxnSpPr>
              <a:cxnSpLocks/>
              <a:stCxn id="149" idx="3"/>
              <a:endCxn id="147" idx="1"/>
            </p:cNvCxnSpPr>
            <p:nvPr/>
          </p:nvCxnSpPr>
          <p:spPr>
            <a:xfrm>
              <a:off x="9355391" y="1827407"/>
              <a:ext cx="368888" cy="72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線コネクタ 171">
              <a:extLst>
                <a:ext uri="{FF2B5EF4-FFF2-40B4-BE49-F238E27FC236}">
                  <a16:creationId xmlns:a16="http://schemas.microsoft.com/office/drawing/2014/main" id="{6CE5274E-D1F5-1881-D6DF-974645C062BC}"/>
                </a:ext>
              </a:extLst>
            </p:cNvPr>
            <p:cNvCxnSpPr>
              <a:cxnSpLocks/>
              <a:stCxn id="150" idx="3"/>
              <a:endCxn id="147" idx="1"/>
            </p:cNvCxnSpPr>
            <p:nvPr/>
          </p:nvCxnSpPr>
          <p:spPr>
            <a:xfrm flipV="1">
              <a:off x="9355791" y="2549444"/>
              <a:ext cx="368488" cy="7220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線コネクタ 172">
              <a:extLst>
                <a:ext uri="{FF2B5EF4-FFF2-40B4-BE49-F238E27FC236}">
                  <a16:creationId xmlns:a16="http://schemas.microsoft.com/office/drawing/2014/main" id="{5F7C9D8A-99B1-9258-2553-515109E9A97C}"/>
                </a:ext>
              </a:extLst>
            </p:cNvPr>
            <p:cNvCxnSpPr>
              <a:cxnSpLocks/>
              <a:stCxn id="147" idx="3"/>
              <a:endCxn id="146" idx="1"/>
            </p:cNvCxnSpPr>
            <p:nvPr/>
          </p:nvCxnSpPr>
          <p:spPr>
            <a:xfrm>
              <a:off x="10641780" y="2549444"/>
              <a:ext cx="368488" cy="141788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線コネクタ 173">
              <a:extLst>
                <a:ext uri="{FF2B5EF4-FFF2-40B4-BE49-F238E27FC236}">
                  <a16:creationId xmlns:a16="http://schemas.microsoft.com/office/drawing/2014/main" id="{AD0848BE-B135-2B3F-DA82-1DCD817C5266}"/>
                </a:ext>
              </a:extLst>
            </p:cNvPr>
            <p:cNvCxnSpPr>
              <a:cxnSpLocks/>
              <a:stCxn id="148" idx="3"/>
              <a:endCxn id="146" idx="1"/>
            </p:cNvCxnSpPr>
            <p:nvPr/>
          </p:nvCxnSpPr>
          <p:spPr>
            <a:xfrm flipV="1">
              <a:off x="10641780" y="3967327"/>
              <a:ext cx="368488" cy="141788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テキスト ボックス 174">
              <a:extLst>
                <a:ext uri="{FF2B5EF4-FFF2-40B4-BE49-F238E27FC236}">
                  <a16:creationId xmlns:a16="http://schemas.microsoft.com/office/drawing/2014/main" id="{9B6AA80D-0BCC-D792-40BC-68AEE2E22808}"/>
                </a:ext>
              </a:extLst>
            </p:cNvPr>
            <p:cNvSpPr txBox="1"/>
            <p:nvPr/>
          </p:nvSpPr>
          <p:spPr>
            <a:xfrm rot="5400000">
              <a:off x="7835599" y="3103827"/>
              <a:ext cx="514707" cy="335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00" dirty="0"/>
                <a:t>…</a:t>
              </a:r>
              <a:endParaRPr kumimoji="1" lang="ja-JP" altLang="en-US" sz="400" dirty="0"/>
            </a:p>
          </p:txBody>
        </p:sp>
        <p:sp>
          <p:nvSpPr>
            <p:cNvPr id="176" name="テキスト ボックス 175">
              <a:extLst>
                <a:ext uri="{FF2B5EF4-FFF2-40B4-BE49-F238E27FC236}">
                  <a16:creationId xmlns:a16="http://schemas.microsoft.com/office/drawing/2014/main" id="{C618AE2F-C17A-16F1-E08E-C2A5A94387EB}"/>
                </a:ext>
              </a:extLst>
            </p:cNvPr>
            <p:cNvSpPr txBox="1"/>
            <p:nvPr/>
          </p:nvSpPr>
          <p:spPr>
            <a:xfrm rot="5400000">
              <a:off x="7835599" y="4550135"/>
              <a:ext cx="514707" cy="335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00" dirty="0"/>
                <a:t>…</a:t>
              </a:r>
              <a:endParaRPr kumimoji="1" lang="ja-JP" altLang="en-US" sz="400" dirty="0"/>
            </a:p>
          </p:txBody>
        </p:sp>
        <p:sp>
          <p:nvSpPr>
            <p:cNvPr id="177" name="四角形: 角を丸くする 176">
              <a:extLst>
                <a:ext uri="{FF2B5EF4-FFF2-40B4-BE49-F238E27FC236}">
                  <a16:creationId xmlns:a16="http://schemas.microsoft.com/office/drawing/2014/main" id="{31A3F0F1-BE54-EA08-43A0-189AA7257A06}"/>
                </a:ext>
              </a:extLst>
            </p:cNvPr>
            <p:cNvSpPr/>
            <p:nvPr/>
          </p:nvSpPr>
          <p:spPr>
            <a:xfrm>
              <a:off x="7134227" y="6192346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400" dirty="0"/>
                <a:t>Direction</a:t>
              </a:r>
              <a:endParaRPr kumimoji="1" lang="ja-JP" altLang="en-US" sz="400" dirty="0"/>
            </a:p>
          </p:txBody>
        </p:sp>
        <p:grpSp>
          <p:nvGrpSpPr>
            <p:cNvPr id="178" name="グループ化 177">
              <a:extLst>
                <a:ext uri="{FF2B5EF4-FFF2-40B4-BE49-F238E27FC236}">
                  <a16:creationId xmlns:a16="http://schemas.microsoft.com/office/drawing/2014/main" id="{E97C57EE-7465-9356-E070-A2129E9E837E}"/>
                </a:ext>
              </a:extLst>
            </p:cNvPr>
            <p:cNvGrpSpPr/>
            <p:nvPr/>
          </p:nvGrpSpPr>
          <p:grpSpPr>
            <a:xfrm>
              <a:off x="10282473" y="5940000"/>
              <a:ext cx="205124" cy="360001"/>
              <a:chOff x="9721614" y="5921242"/>
              <a:chExt cx="163486" cy="397955"/>
            </a:xfrm>
          </p:grpSpPr>
          <p:cxnSp>
            <p:nvCxnSpPr>
              <p:cNvPr id="179" name="直線コネクタ 178">
                <a:extLst>
                  <a:ext uri="{FF2B5EF4-FFF2-40B4-BE49-F238E27FC236}">
                    <a16:creationId xmlns:a16="http://schemas.microsoft.com/office/drawing/2014/main" id="{3136E99A-916B-D1A4-377D-853481739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14" y="5921242"/>
                <a:ext cx="16345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直線コネクタ 179">
                <a:extLst>
                  <a:ext uri="{FF2B5EF4-FFF2-40B4-BE49-F238E27FC236}">
                    <a16:creationId xmlns:a16="http://schemas.microsoft.com/office/drawing/2014/main" id="{093B0342-C6EB-9B8B-4267-49B71FB01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29" y="6120220"/>
                <a:ext cx="163457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直線コネクタ 180">
                <a:extLst>
                  <a:ext uri="{FF2B5EF4-FFF2-40B4-BE49-F238E27FC236}">
                    <a16:creationId xmlns:a16="http://schemas.microsoft.com/office/drawing/2014/main" id="{ACA9C3A1-D95F-0F0A-E87A-F23D043422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43" y="6319197"/>
                <a:ext cx="1634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76BF1C91-28EE-75E4-BACB-CBDDE1B38FF7}"/>
                </a:ext>
              </a:extLst>
            </p:cNvPr>
            <p:cNvSpPr/>
            <p:nvPr/>
          </p:nvSpPr>
          <p:spPr>
            <a:xfrm>
              <a:off x="10281167" y="6426000"/>
              <a:ext cx="206441" cy="100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 dirty="0"/>
            </a:p>
          </p:txBody>
        </p:sp>
        <p:sp>
          <p:nvSpPr>
            <p:cNvPr id="183" name="四角形: 角を丸くする 182">
              <a:extLst>
                <a:ext uri="{FF2B5EF4-FFF2-40B4-BE49-F238E27FC236}">
                  <a16:creationId xmlns:a16="http://schemas.microsoft.com/office/drawing/2014/main" id="{E7073C74-AD77-90ED-289D-47B39889B355}"/>
                </a:ext>
              </a:extLst>
            </p:cNvPr>
            <p:cNvSpPr/>
            <p:nvPr/>
          </p:nvSpPr>
          <p:spPr>
            <a:xfrm>
              <a:off x="10271584" y="6597469"/>
              <a:ext cx="216024" cy="10823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 dirty="0"/>
            </a:p>
          </p:txBody>
        </p:sp>
        <p:sp>
          <p:nvSpPr>
            <p:cNvPr id="184" name="テキスト ボックス 183">
              <a:extLst>
                <a:ext uri="{FF2B5EF4-FFF2-40B4-BE49-F238E27FC236}">
                  <a16:creationId xmlns:a16="http://schemas.microsoft.com/office/drawing/2014/main" id="{8285D0F1-30F0-6952-756A-35E66AC0E278}"/>
                </a:ext>
              </a:extLst>
            </p:cNvPr>
            <p:cNvSpPr txBox="1"/>
            <p:nvPr/>
          </p:nvSpPr>
          <p:spPr>
            <a:xfrm>
              <a:off x="8820624" y="1280400"/>
              <a:ext cx="679049" cy="3356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Static</a:t>
              </a:r>
              <a:endParaRPr kumimoji="1" lang="ja-JP" altLang="en-US" sz="400" b="1" dirty="0"/>
            </a:p>
          </p:txBody>
        </p:sp>
        <p:sp>
          <p:nvSpPr>
            <p:cNvPr id="185" name="テキスト ボックス 184">
              <a:extLst>
                <a:ext uri="{FF2B5EF4-FFF2-40B4-BE49-F238E27FC236}">
                  <a16:creationId xmlns:a16="http://schemas.microsoft.com/office/drawing/2014/main" id="{96F49F81-A94B-BCBC-23D8-3BC11BDAF613}"/>
                </a:ext>
              </a:extLst>
            </p:cNvPr>
            <p:cNvSpPr txBox="1"/>
            <p:nvPr/>
          </p:nvSpPr>
          <p:spPr>
            <a:xfrm>
              <a:off x="8607426" y="2749119"/>
              <a:ext cx="832901" cy="3356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Dynamic</a:t>
              </a:r>
              <a:endParaRPr kumimoji="1" lang="ja-JP" altLang="en-US" sz="400" b="1" dirty="0"/>
            </a:p>
          </p:txBody>
        </p:sp>
        <p:sp>
          <p:nvSpPr>
            <p:cNvPr id="186" name="テキスト ボックス 185">
              <a:extLst>
                <a:ext uri="{FF2B5EF4-FFF2-40B4-BE49-F238E27FC236}">
                  <a16:creationId xmlns:a16="http://schemas.microsoft.com/office/drawing/2014/main" id="{B61813DD-2B69-7827-8F13-E8899077A486}"/>
                </a:ext>
              </a:extLst>
            </p:cNvPr>
            <p:cNvSpPr txBox="1"/>
            <p:nvPr/>
          </p:nvSpPr>
          <p:spPr>
            <a:xfrm>
              <a:off x="8607426" y="5520993"/>
              <a:ext cx="832901" cy="3356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Dynamic</a:t>
              </a:r>
              <a:endParaRPr kumimoji="1" lang="ja-JP" altLang="en-US" sz="400" b="1" dirty="0"/>
            </a:p>
          </p:txBody>
        </p:sp>
        <p:grpSp>
          <p:nvGrpSpPr>
            <p:cNvPr id="187" name="グループ化 186">
              <a:extLst>
                <a:ext uri="{FF2B5EF4-FFF2-40B4-BE49-F238E27FC236}">
                  <a16:creationId xmlns:a16="http://schemas.microsoft.com/office/drawing/2014/main" id="{4446ECEF-787C-3066-3206-5B673D907BCF}"/>
                </a:ext>
              </a:extLst>
            </p:cNvPr>
            <p:cNvGrpSpPr/>
            <p:nvPr/>
          </p:nvGrpSpPr>
          <p:grpSpPr>
            <a:xfrm>
              <a:off x="1945554" y="4135902"/>
              <a:ext cx="4388933" cy="2524821"/>
              <a:chOff x="6118694" y="1744679"/>
              <a:chExt cx="6308057" cy="3628836"/>
            </a:xfrm>
          </p:grpSpPr>
          <p:grpSp>
            <p:nvGrpSpPr>
              <p:cNvPr id="188" name="グループ化 187">
                <a:extLst>
                  <a:ext uri="{FF2B5EF4-FFF2-40B4-BE49-F238E27FC236}">
                    <a16:creationId xmlns:a16="http://schemas.microsoft.com/office/drawing/2014/main" id="{07593310-8015-1A9E-4B36-23B7BAD34808}"/>
                  </a:ext>
                </a:extLst>
              </p:cNvPr>
              <p:cNvGrpSpPr/>
              <p:nvPr/>
            </p:nvGrpSpPr>
            <p:grpSpPr>
              <a:xfrm>
                <a:off x="6130165" y="1769772"/>
                <a:ext cx="6296586" cy="3297755"/>
                <a:chOff x="2639616" y="1556792"/>
                <a:chExt cx="6296586" cy="3297755"/>
              </a:xfrm>
            </p:grpSpPr>
            <p:pic>
              <p:nvPicPr>
                <p:cNvPr id="193" name="図 192">
                  <a:extLst>
                    <a:ext uri="{FF2B5EF4-FFF2-40B4-BE49-F238E27FC236}">
                      <a16:creationId xmlns:a16="http://schemas.microsoft.com/office/drawing/2014/main" id="{E610C193-6434-3BBB-941A-1C71777CB4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39616" y="1556792"/>
                  <a:ext cx="6035212" cy="3297755"/>
                </a:xfrm>
                <a:prstGeom prst="rect">
                  <a:avLst/>
                </a:prstGeom>
              </p:spPr>
            </p:pic>
            <p:sp>
              <p:nvSpPr>
                <p:cNvPr id="194" name="正方形/長方形 193">
                  <a:extLst>
                    <a:ext uri="{FF2B5EF4-FFF2-40B4-BE49-F238E27FC236}">
                      <a16:creationId xmlns:a16="http://schemas.microsoft.com/office/drawing/2014/main" id="{D7EECFDA-A76C-4C1B-9161-18CE94631941}"/>
                    </a:ext>
                  </a:extLst>
                </p:cNvPr>
                <p:cNvSpPr/>
                <p:nvPr/>
              </p:nvSpPr>
              <p:spPr>
                <a:xfrm>
                  <a:off x="4890853" y="2060848"/>
                  <a:ext cx="1349164" cy="2504044"/>
                </a:xfrm>
                <a:prstGeom prst="rect">
                  <a:avLst/>
                </a:prstGeom>
                <a:noFill/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600"/>
                </a:p>
              </p:txBody>
            </p:sp>
            <p:sp>
              <p:nvSpPr>
                <p:cNvPr id="195" name="楕円 194">
                  <a:extLst>
                    <a:ext uri="{FF2B5EF4-FFF2-40B4-BE49-F238E27FC236}">
                      <a16:creationId xmlns:a16="http://schemas.microsoft.com/office/drawing/2014/main" id="{1D8CC625-39D7-7482-3CA5-F0CEFA7DB670}"/>
                    </a:ext>
                  </a:extLst>
                </p:cNvPr>
                <p:cNvSpPr/>
                <p:nvPr/>
              </p:nvSpPr>
              <p:spPr>
                <a:xfrm>
                  <a:off x="6421673" y="1773626"/>
                  <a:ext cx="698352" cy="1459707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600"/>
                </a:p>
              </p:txBody>
            </p:sp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741F2D04-0E30-EA07-AB6E-5CA4FD79ECF0}"/>
                    </a:ext>
                  </a:extLst>
                </p:cNvPr>
                <p:cNvSpPr txBox="1"/>
                <p:nvPr/>
              </p:nvSpPr>
              <p:spPr>
                <a:xfrm>
                  <a:off x="7064841" y="1673083"/>
                  <a:ext cx="1871361" cy="53070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500" b="1" dirty="0">
                      <a:solidFill>
                        <a:srgbClr val="FF0000"/>
                      </a:solidFill>
                    </a:rPr>
                    <a:t>Far from staff</a:t>
                  </a:r>
                  <a:endParaRPr kumimoji="1" lang="ja-JP" altLang="en-US" sz="500" b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7" name="テキスト ボックス 196">
                  <a:extLst>
                    <a:ext uri="{FF2B5EF4-FFF2-40B4-BE49-F238E27FC236}">
                      <a16:creationId xmlns:a16="http://schemas.microsoft.com/office/drawing/2014/main" id="{B396D2EA-E474-B27D-3B7D-A28144B8233D}"/>
                    </a:ext>
                  </a:extLst>
                </p:cNvPr>
                <p:cNvSpPr txBox="1"/>
                <p:nvPr/>
              </p:nvSpPr>
              <p:spPr>
                <a:xfrm>
                  <a:off x="7064841" y="2383675"/>
                  <a:ext cx="1871361" cy="771930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ja-JP" sz="500" b="1" dirty="0">
                      <a:solidFill>
                        <a:srgbClr val="FF0000"/>
                      </a:solidFill>
                    </a:rPr>
                    <a:t>Staff not seeing patient</a:t>
                  </a:r>
                  <a:endParaRPr kumimoji="1" lang="ja-JP" altLang="en-US" sz="500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189" name="テキスト ボックス 188">
                <a:extLst>
                  <a:ext uri="{FF2B5EF4-FFF2-40B4-BE49-F238E27FC236}">
                    <a16:creationId xmlns:a16="http://schemas.microsoft.com/office/drawing/2014/main" id="{B2818296-BA9F-C69B-00FC-ED837F6402F4}"/>
                  </a:ext>
                </a:extLst>
              </p:cNvPr>
              <p:cNvSpPr txBox="1"/>
              <p:nvPr/>
            </p:nvSpPr>
            <p:spPr>
              <a:xfrm>
                <a:off x="8268695" y="4746320"/>
                <a:ext cx="2669596" cy="627195"/>
              </a:xfrm>
              <a:prstGeom prst="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700" b="1" dirty="0">
                    <a:solidFill>
                      <a:srgbClr val="FF0000"/>
                    </a:solidFill>
                  </a:rPr>
                  <a:t>#1 Elderly</a:t>
                </a:r>
                <a:r>
                  <a:rPr kumimoji="1" lang="en-US" altLang="ja-JP" sz="700" dirty="0"/>
                  <a:t> patient</a:t>
                </a:r>
                <a:endParaRPr kumimoji="1" lang="ja-JP" altLang="en-US" sz="700" dirty="0"/>
              </a:p>
            </p:txBody>
          </p:sp>
          <p:sp>
            <p:nvSpPr>
              <p:cNvPr id="190" name="テキスト ボックス 189">
                <a:extLst>
                  <a:ext uri="{FF2B5EF4-FFF2-40B4-BE49-F238E27FC236}">
                    <a16:creationId xmlns:a16="http://schemas.microsoft.com/office/drawing/2014/main" id="{BD6C9A3D-6116-CDE1-0814-ECFE652C8EB5}"/>
                  </a:ext>
                </a:extLst>
              </p:cNvPr>
              <p:cNvSpPr txBox="1"/>
              <p:nvPr/>
            </p:nvSpPr>
            <p:spPr>
              <a:xfrm>
                <a:off x="6454023" y="4260484"/>
                <a:ext cx="2033397" cy="693916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700" b="1" dirty="0">
                    <a:solidFill>
                      <a:srgbClr val="FF0000"/>
                    </a:solidFill>
                  </a:rPr>
                  <a:t>Wheelchair</a:t>
                </a:r>
                <a:endParaRPr kumimoji="1" lang="ja-JP" altLang="en-US" sz="7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91" name="テキスト ボックス 190">
                <a:extLst>
                  <a:ext uri="{FF2B5EF4-FFF2-40B4-BE49-F238E27FC236}">
                    <a16:creationId xmlns:a16="http://schemas.microsoft.com/office/drawing/2014/main" id="{4091DB64-384B-3F2F-4D8F-B60CD24E71E9}"/>
                  </a:ext>
                </a:extLst>
              </p:cNvPr>
              <p:cNvSpPr txBox="1"/>
              <p:nvPr/>
            </p:nvSpPr>
            <p:spPr>
              <a:xfrm>
                <a:off x="6118694" y="1744679"/>
                <a:ext cx="2188462" cy="587159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b="1" dirty="0">
                    <a:solidFill>
                      <a:srgbClr val="FF0000"/>
                    </a:solidFill>
                  </a:rPr>
                  <a:t>Far from handrail</a:t>
                </a:r>
                <a:endParaRPr kumimoji="1" lang="ja-JP" altLang="en-US" sz="5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92" name="テキスト ボックス 191">
                <a:extLst>
                  <a:ext uri="{FF2B5EF4-FFF2-40B4-BE49-F238E27FC236}">
                    <a16:creationId xmlns:a16="http://schemas.microsoft.com/office/drawing/2014/main" id="{7595FE97-F810-A119-31BA-C5A28B712747}"/>
                  </a:ext>
                </a:extLst>
              </p:cNvPr>
              <p:cNvSpPr txBox="1"/>
              <p:nvPr/>
            </p:nvSpPr>
            <p:spPr>
              <a:xfrm>
                <a:off x="7685501" y="2328421"/>
                <a:ext cx="1400007" cy="587159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b="1" dirty="0">
                    <a:solidFill>
                      <a:srgbClr val="FF0000"/>
                    </a:solidFill>
                  </a:rPr>
                  <a:t>Stand up</a:t>
                </a:r>
                <a:endParaRPr kumimoji="1" lang="ja-JP" altLang="en-US" sz="500" b="1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198" name="Picture 6" descr="ベテラン看護師さんのイラスト">
              <a:extLst>
                <a:ext uri="{FF2B5EF4-FFF2-40B4-BE49-F238E27FC236}">
                  <a16:creationId xmlns:a16="http://schemas.microsoft.com/office/drawing/2014/main" id="{E591CFBB-C85A-59C6-B751-23B7112C1D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400"/>
            <a:stretch/>
          </p:blipFill>
          <p:spPr bwMode="auto">
            <a:xfrm>
              <a:off x="1957119" y="2752394"/>
              <a:ext cx="1116308" cy="1084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9" name="吹き出し: 四角形 198">
              <a:extLst>
                <a:ext uri="{FF2B5EF4-FFF2-40B4-BE49-F238E27FC236}">
                  <a16:creationId xmlns:a16="http://schemas.microsoft.com/office/drawing/2014/main" id="{A21FE3B9-977E-5265-C2FC-30D04B57BFE2}"/>
                </a:ext>
              </a:extLst>
            </p:cNvPr>
            <p:cNvSpPr/>
            <p:nvPr/>
          </p:nvSpPr>
          <p:spPr>
            <a:xfrm>
              <a:off x="2950113" y="1410619"/>
              <a:ext cx="3153750" cy="1946373"/>
            </a:xfrm>
            <a:prstGeom prst="wedgeRectCallout">
              <a:avLst>
                <a:gd name="adj1" fmla="val -57779"/>
                <a:gd name="adj2" fmla="val 32553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700" b="1" dirty="0"/>
                <a:t>Notification Policy:</a:t>
              </a:r>
            </a:p>
            <a:p>
              <a:r>
                <a:rPr lang="en-US" altLang="ja-JP" sz="700" b="1" dirty="0"/>
                <a:t>Q: </a:t>
              </a:r>
              <a:r>
                <a:rPr kumimoji="1" lang="en-US" altLang="ja-JP" sz="700" b="1" dirty="0"/>
                <a:t>Which is more dangerous?</a:t>
              </a:r>
              <a:endParaRPr kumimoji="1" lang="en-US" altLang="ja-JP" sz="700" dirty="0"/>
            </a:p>
            <a:p>
              <a:r>
                <a:rPr kumimoji="1" lang="en-US" altLang="ja-JP" sz="700" b="1" dirty="0"/>
                <a:t>A:</a:t>
              </a:r>
            </a:p>
            <a:p>
              <a:pPr algn="ctr"/>
              <a:r>
                <a:rPr kumimoji="1" lang="en-US" altLang="ja-JP" sz="700" b="1" dirty="0"/>
                <a:t>Internal &lt;==    ==&gt; External</a:t>
              </a:r>
            </a:p>
            <a:p>
              <a:pPr algn="r"/>
              <a:r>
                <a:rPr kumimoji="1" lang="en-US" altLang="ja-JP" sz="700" b="1" dirty="0"/>
                <a:t>Et</a:t>
              </a:r>
              <a:r>
                <a:rPr lang="en-US" altLang="ja-JP" sz="700" b="1" dirty="0"/>
                <a:t>c.</a:t>
              </a:r>
              <a:endParaRPr kumimoji="1" lang="ja-JP" altLang="en-US" sz="700" b="1" dirty="0"/>
            </a:p>
          </p:txBody>
        </p:sp>
        <p:cxnSp>
          <p:nvCxnSpPr>
            <p:cNvPr id="200" name="コネクタ: カギ線 199">
              <a:extLst>
                <a:ext uri="{FF2B5EF4-FFF2-40B4-BE49-F238E27FC236}">
                  <a16:creationId xmlns:a16="http://schemas.microsoft.com/office/drawing/2014/main" id="{B14CB6FF-9116-6A87-5CC8-43CBB61E616C}"/>
                </a:ext>
              </a:extLst>
            </p:cNvPr>
            <p:cNvCxnSpPr>
              <a:stCxn id="199" idx="0"/>
              <a:endCxn id="145" idx="0"/>
            </p:cNvCxnSpPr>
            <p:nvPr/>
          </p:nvCxnSpPr>
          <p:spPr>
            <a:xfrm rot="5400000" flipH="1" flipV="1">
              <a:off x="6186861" y="-532454"/>
              <a:ext cx="283200" cy="3602947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コネクタ: カギ線 200">
              <a:extLst>
                <a:ext uri="{FF2B5EF4-FFF2-40B4-BE49-F238E27FC236}">
                  <a16:creationId xmlns:a16="http://schemas.microsoft.com/office/drawing/2014/main" id="{4FE0B531-7A64-3E4F-E18B-5F4E2EA946AA}"/>
                </a:ext>
              </a:extLst>
            </p:cNvPr>
            <p:cNvCxnSpPr>
              <a:cxnSpLocks/>
              <a:stCxn id="199" idx="0"/>
              <a:endCxn id="138" idx="0"/>
            </p:cNvCxnSpPr>
            <p:nvPr/>
          </p:nvCxnSpPr>
          <p:spPr>
            <a:xfrm rot="5400000" flipH="1" flipV="1">
              <a:off x="6889266" y="-1234859"/>
              <a:ext cx="283200" cy="5007756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コネクタ: カギ線 201">
              <a:extLst>
                <a:ext uri="{FF2B5EF4-FFF2-40B4-BE49-F238E27FC236}">
                  <a16:creationId xmlns:a16="http://schemas.microsoft.com/office/drawing/2014/main" id="{9BE856FD-88F5-01E1-02D0-04FB29E6F5BC}"/>
                </a:ext>
              </a:extLst>
            </p:cNvPr>
            <p:cNvCxnSpPr>
              <a:cxnSpLocks/>
              <a:stCxn id="199" idx="0"/>
              <a:endCxn id="139" idx="0"/>
            </p:cNvCxnSpPr>
            <p:nvPr/>
          </p:nvCxnSpPr>
          <p:spPr>
            <a:xfrm rot="5400000" flipH="1" flipV="1">
              <a:off x="7524758" y="-1870349"/>
              <a:ext cx="283199" cy="6278739"/>
            </a:xfrm>
            <a:prstGeom prst="bentConnector3">
              <a:avLst>
                <a:gd name="adj1" fmla="val 1807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楕円 202">
              <a:extLst>
                <a:ext uri="{FF2B5EF4-FFF2-40B4-BE49-F238E27FC236}">
                  <a16:creationId xmlns:a16="http://schemas.microsoft.com/office/drawing/2014/main" id="{B661D30D-25B6-911D-58FC-5747CBC319AC}"/>
                </a:ext>
              </a:extLst>
            </p:cNvPr>
            <p:cNvSpPr/>
            <p:nvPr/>
          </p:nvSpPr>
          <p:spPr>
            <a:xfrm>
              <a:off x="5004159" y="2474172"/>
              <a:ext cx="936104" cy="34565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</p:grpSp>
      <p:grpSp>
        <p:nvGrpSpPr>
          <p:cNvPr id="270" name="グループ化 269">
            <a:extLst>
              <a:ext uri="{FF2B5EF4-FFF2-40B4-BE49-F238E27FC236}">
                <a16:creationId xmlns:a16="http://schemas.microsoft.com/office/drawing/2014/main" id="{47E86B76-1698-3B37-0493-468F3D6D5300}"/>
              </a:ext>
            </a:extLst>
          </p:cNvPr>
          <p:cNvGrpSpPr/>
          <p:nvPr/>
        </p:nvGrpSpPr>
        <p:grpSpPr>
          <a:xfrm>
            <a:off x="839416" y="4072632"/>
            <a:ext cx="4794737" cy="2679079"/>
            <a:chOff x="1944334" y="1127419"/>
            <a:chExt cx="9983433" cy="5578284"/>
          </a:xfrm>
        </p:grpSpPr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BD10D219-AC48-CCB0-A1AA-5736511098D8}"/>
                </a:ext>
              </a:extLst>
            </p:cNvPr>
            <p:cNvSpPr/>
            <p:nvPr/>
          </p:nvSpPr>
          <p:spPr>
            <a:xfrm>
              <a:off x="9289485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8CB0A2D9-AA45-5EBB-C5FB-36EA944107E8}"/>
                </a:ext>
              </a:extLst>
            </p:cNvPr>
            <p:cNvSpPr/>
            <p:nvPr/>
          </p:nvSpPr>
          <p:spPr>
            <a:xfrm>
              <a:off x="10560468" y="1127420"/>
              <a:ext cx="490517" cy="45448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B65172B5-7CB4-3010-FEFC-FCE7E2EF3EFB}"/>
                </a:ext>
              </a:extLst>
            </p:cNvPr>
            <p:cNvSpPr/>
            <p:nvPr/>
          </p:nvSpPr>
          <p:spPr>
            <a:xfrm>
              <a:off x="7038565" y="5520993"/>
              <a:ext cx="2343431" cy="10652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65BAFA18-A80D-8B8A-BE54-4113DE4C5B8D}"/>
                </a:ext>
              </a:extLst>
            </p:cNvPr>
            <p:cNvSpPr/>
            <p:nvPr/>
          </p:nvSpPr>
          <p:spPr>
            <a:xfrm>
              <a:off x="7038565" y="2749119"/>
              <a:ext cx="2343431" cy="11928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91951E18-9374-4B7A-45B3-B08344207BED}"/>
                </a:ext>
              </a:extLst>
            </p:cNvPr>
            <p:cNvSpPr/>
            <p:nvPr/>
          </p:nvSpPr>
          <p:spPr>
            <a:xfrm>
              <a:off x="7038565" y="4161134"/>
              <a:ext cx="2343431" cy="11293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210" name="テキスト ボックス 209">
              <a:extLst>
                <a:ext uri="{FF2B5EF4-FFF2-40B4-BE49-F238E27FC236}">
                  <a16:creationId xmlns:a16="http://schemas.microsoft.com/office/drawing/2014/main" id="{54634DFE-8AE7-DD6B-49D8-8CB546B24EB5}"/>
                </a:ext>
              </a:extLst>
            </p:cNvPr>
            <p:cNvSpPr txBox="1"/>
            <p:nvPr/>
          </p:nvSpPr>
          <p:spPr>
            <a:xfrm>
              <a:off x="8820623" y="4161135"/>
              <a:ext cx="648186" cy="320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Static</a:t>
              </a:r>
              <a:endParaRPr kumimoji="1" lang="ja-JP" altLang="en-US" sz="400" b="1" dirty="0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0ACEB260-E75E-9EB6-AF58-B8EB28C9DFE4}"/>
                </a:ext>
              </a:extLst>
            </p:cNvPr>
            <p:cNvSpPr/>
            <p:nvPr/>
          </p:nvSpPr>
          <p:spPr>
            <a:xfrm>
              <a:off x="7038565" y="1280401"/>
              <a:ext cx="2343431" cy="1232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400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59BAC53A-8F77-F062-07A4-5A33E209873C}"/>
                </a:ext>
              </a:extLst>
            </p:cNvPr>
            <p:cNvSpPr/>
            <p:nvPr/>
          </p:nvSpPr>
          <p:spPr>
            <a:xfrm>
              <a:off x="7884676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sp>
          <p:nvSpPr>
            <p:cNvPr id="213" name="四角形: 角を丸くする 212">
              <a:extLst>
                <a:ext uri="{FF2B5EF4-FFF2-40B4-BE49-F238E27FC236}">
                  <a16:creationId xmlns:a16="http://schemas.microsoft.com/office/drawing/2014/main" id="{157C50A9-0E68-7440-063B-E5BB46079B25}"/>
                </a:ext>
              </a:extLst>
            </p:cNvPr>
            <p:cNvSpPr/>
            <p:nvPr/>
          </p:nvSpPr>
          <p:spPr>
            <a:xfrm>
              <a:off x="11010267" y="3723435"/>
              <a:ext cx="917500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b="1" dirty="0"/>
                <a:t>Total risk</a:t>
              </a:r>
              <a:endParaRPr kumimoji="1" lang="ja-JP" altLang="en-US" sz="400" b="1" dirty="0"/>
            </a:p>
          </p:txBody>
        </p:sp>
        <p:sp>
          <p:nvSpPr>
            <p:cNvPr id="214" name="四角形: 角を丸くする 213">
              <a:extLst>
                <a:ext uri="{FF2B5EF4-FFF2-40B4-BE49-F238E27FC236}">
                  <a16:creationId xmlns:a16="http://schemas.microsoft.com/office/drawing/2014/main" id="{B4A3FC6D-9910-AD6F-8DA2-FF2DFEF7CAA1}"/>
                </a:ext>
              </a:extLst>
            </p:cNvPr>
            <p:cNvSpPr/>
            <p:nvPr/>
          </p:nvSpPr>
          <p:spPr>
            <a:xfrm>
              <a:off x="9724280" y="2305552"/>
              <a:ext cx="917500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Internal</a:t>
              </a:r>
              <a:endParaRPr kumimoji="1" lang="ja-JP" altLang="en-US" sz="400" dirty="0"/>
            </a:p>
          </p:txBody>
        </p:sp>
        <p:sp>
          <p:nvSpPr>
            <p:cNvPr id="215" name="四角形: 角を丸くする 214">
              <a:extLst>
                <a:ext uri="{FF2B5EF4-FFF2-40B4-BE49-F238E27FC236}">
                  <a16:creationId xmlns:a16="http://schemas.microsoft.com/office/drawing/2014/main" id="{442B131B-22FC-E6AE-8E81-EFE6FCC8221A}"/>
                </a:ext>
              </a:extLst>
            </p:cNvPr>
            <p:cNvSpPr/>
            <p:nvPr/>
          </p:nvSpPr>
          <p:spPr>
            <a:xfrm>
              <a:off x="9724280" y="5141316"/>
              <a:ext cx="917500" cy="4877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External</a:t>
              </a:r>
              <a:endParaRPr kumimoji="1" lang="ja-JP" altLang="en-US" sz="400" dirty="0"/>
            </a:p>
          </p:txBody>
        </p:sp>
        <p:sp>
          <p:nvSpPr>
            <p:cNvPr id="216" name="四角形: 角を丸くする 215">
              <a:extLst>
                <a:ext uri="{FF2B5EF4-FFF2-40B4-BE49-F238E27FC236}">
                  <a16:creationId xmlns:a16="http://schemas.microsoft.com/office/drawing/2014/main" id="{141F7D5B-6103-8537-77B7-7E99C5D522DD}"/>
                </a:ext>
              </a:extLst>
            </p:cNvPr>
            <p:cNvSpPr/>
            <p:nvPr/>
          </p:nvSpPr>
          <p:spPr>
            <a:xfrm>
              <a:off x="8329951" y="1583515"/>
              <a:ext cx="1025441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Attribution</a:t>
              </a:r>
              <a:endParaRPr kumimoji="1" lang="ja-JP" altLang="en-US" sz="400" dirty="0"/>
            </a:p>
          </p:txBody>
        </p:sp>
        <p:sp>
          <p:nvSpPr>
            <p:cNvPr id="217" name="四角形: 角を丸くする 216">
              <a:extLst>
                <a:ext uri="{FF2B5EF4-FFF2-40B4-BE49-F238E27FC236}">
                  <a16:creationId xmlns:a16="http://schemas.microsoft.com/office/drawing/2014/main" id="{6AE94F56-4E2C-9F9E-4469-187772C352F8}"/>
                </a:ext>
              </a:extLst>
            </p:cNvPr>
            <p:cNvSpPr/>
            <p:nvPr/>
          </p:nvSpPr>
          <p:spPr>
            <a:xfrm>
              <a:off x="8330351" y="3027591"/>
              <a:ext cx="1025441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Action</a:t>
              </a:r>
              <a:endParaRPr kumimoji="1" lang="ja-JP" altLang="en-US" sz="400" dirty="0"/>
            </a:p>
          </p:txBody>
        </p:sp>
        <p:sp>
          <p:nvSpPr>
            <p:cNvPr id="218" name="四角形: 角を丸くする 217">
              <a:extLst>
                <a:ext uri="{FF2B5EF4-FFF2-40B4-BE49-F238E27FC236}">
                  <a16:creationId xmlns:a16="http://schemas.microsoft.com/office/drawing/2014/main" id="{483B646D-97DE-E7E6-AE58-8E3534BF2006}"/>
                </a:ext>
              </a:extLst>
            </p:cNvPr>
            <p:cNvSpPr/>
            <p:nvPr/>
          </p:nvSpPr>
          <p:spPr>
            <a:xfrm>
              <a:off x="8329951" y="4471674"/>
              <a:ext cx="1025441" cy="4877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Objects</a:t>
              </a:r>
              <a:endParaRPr kumimoji="1" lang="ja-JP" altLang="en-US" sz="400" dirty="0"/>
            </a:p>
          </p:txBody>
        </p:sp>
        <p:sp>
          <p:nvSpPr>
            <p:cNvPr id="219" name="四角形: 角を丸くする 218">
              <a:extLst>
                <a:ext uri="{FF2B5EF4-FFF2-40B4-BE49-F238E27FC236}">
                  <a16:creationId xmlns:a16="http://schemas.microsoft.com/office/drawing/2014/main" id="{C2ABA82E-917F-BF4F-8BEC-7FD968320258}"/>
                </a:ext>
              </a:extLst>
            </p:cNvPr>
            <p:cNvSpPr/>
            <p:nvPr/>
          </p:nvSpPr>
          <p:spPr>
            <a:xfrm>
              <a:off x="8329951" y="5810958"/>
              <a:ext cx="1025441" cy="4877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Surrounding staff</a:t>
              </a:r>
              <a:endParaRPr kumimoji="1" lang="ja-JP" altLang="en-US" sz="400" dirty="0"/>
            </a:p>
          </p:txBody>
        </p:sp>
        <p:sp>
          <p:nvSpPr>
            <p:cNvPr id="220" name="四角形: 角を丸くする 219">
              <a:extLst>
                <a:ext uri="{FF2B5EF4-FFF2-40B4-BE49-F238E27FC236}">
                  <a16:creationId xmlns:a16="http://schemas.microsoft.com/office/drawing/2014/main" id="{205A061D-2F69-CF48-9143-0CA078996C61}"/>
                </a:ext>
              </a:extLst>
            </p:cNvPr>
            <p:cNvSpPr/>
            <p:nvPr/>
          </p:nvSpPr>
          <p:spPr>
            <a:xfrm>
              <a:off x="7134228" y="1340392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Patient</a:t>
              </a:r>
              <a:endParaRPr kumimoji="1" lang="ja-JP" altLang="en-US" sz="400" dirty="0"/>
            </a:p>
          </p:txBody>
        </p:sp>
        <p:sp>
          <p:nvSpPr>
            <p:cNvPr id="221" name="四角形: 角を丸くする 220">
              <a:extLst>
                <a:ext uri="{FF2B5EF4-FFF2-40B4-BE49-F238E27FC236}">
                  <a16:creationId xmlns:a16="http://schemas.microsoft.com/office/drawing/2014/main" id="{E6BC4CA3-CD79-A456-D432-1B86E82CEF0F}"/>
                </a:ext>
              </a:extLst>
            </p:cNvPr>
            <p:cNvSpPr/>
            <p:nvPr/>
          </p:nvSpPr>
          <p:spPr>
            <a:xfrm>
              <a:off x="7134228" y="1990259"/>
              <a:ext cx="827234" cy="3241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Age</a:t>
              </a:r>
              <a:endParaRPr kumimoji="1" lang="ja-JP" altLang="en-US" sz="400" dirty="0"/>
            </a:p>
          </p:txBody>
        </p:sp>
        <p:sp>
          <p:nvSpPr>
            <p:cNvPr id="222" name="四角形: 角を丸くする 221">
              <a:extLst>
                <a:ext uri="{FF2B5EF4-FFF2-40B4-BE49-F238E27FC236}">
                  <a16:creationId xmlns:a16="http://schemas.microsoft.com/office/drawing/2014/main" id="{60AFA69C-3511-8BA8-7F07-50D2FFCB3B9E}"/>
                </a:ext>
              </a:extLst>
            </p:cNvPr>
            <p:cNvSpPr/>
            <p:nvPr/>
          </p:nvSpPr>
          <p:spPr>
            <a:xfrm>
              <a:off x="7134228" y="2733906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Stand up</a:t>
              </a:r>
              <a:endParaRPr kumimoji="1" lang="ja-JP" altLang="en-US" sz="400" dirty="0"/>
            </a:p>
          </p:txBody>
        </p:sp>
        <p:sp>
          <p:nvSpPr>
            <p:cNvPr id="223" name="四角形: 角を丸くする 222">
              <a:extLst>
                <a:ext uri="{FF2B5EF4-FFF2-40B4-BE49-F238E27FC236}">
                  <a16:creationId xmlns:a16="http://schemas.microsoft.com/office/drawing/2014/main" id="{5B13F4B3-EA15-B016-0F51-2B0926018A36}"/>
                </a:ext>
              </a:extLst>
            </p:cNvPr>
            <p:cNvSpPr/>
            <p:nvPr/>
          </p:nvSpPr>
          <p:spPr>
            <a:xfrm>
              <a:off x="7134228" y="3513776"/>
              <a:ext cx="827234" cy="324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Action </a:t>
              </a:r>
              <a:r>
                <a:rPr kumimoji="1" lang="en-US" altLang="ja-JP" sz="400" i="1" dirty="0"/>
                <a:t>n</a:t>
              </a:r>
              <a:endParaRPr kumimoji="1" lang="ja-JP" altLang="en-US" sz="400" i="1" dirty="0"/>
            </a:p>
          </p:txBody>
        </p:sp>
        <p:sp>
          <p:nvSpPr>
            <p:cNvPr id="224" name="四角形: 角を丸くする 223">
              <a:extLst>
                <a:ext uri="{FF2B5EF4-FFF2-40B4-BE49-F238E27FC236}">
                  <a16:creationId xmlns:a16="http://schemas.microsoft.com/office/drawing/2014/main" id="{A87299A9-918A-E694-4B1B-744AC2CB010C}"/>
                </a:ext>
              </a:extLst>
            </p:cNvPr>
            <p:cNvSpPr/>
            <p:nvPr/>
          </p:nvSpPr>
          <p:spPr>
            <a:xfrm>
              <a:off x="7070167" y="4253908"/>
              <a:ext cx="955356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Handrail</a:t>
              </a:r>
              <a:endParaRPr kumimoji="1" lang="ja-JP" altLang="en-US" sz="400" dirty="0"/>
            </a:p>
          </p:txBody>
        </p:sp>
        <p:sp>
          <p:nvSpPr>
            <p:cNvPr id="225" name="四角形: 角を丸くする 224">
              <a:extLst>
                <a:ext uri="{FF2B5EF4-FFF2-40B4-BE49-F238E27FC236}">
                  <a16:creationId xmlns:a16="http://schemas.microsoft.com/office/drawing/2014/main" id="{87F65FC7-597D-0273-BFB6-1792568DE99E}"/>
                </a:ext>
              </a:extLst>
            </p:cNvPr>
            <p:cNvSpPr/>
            <p:nvPr/>
          </p:nvSpPr>
          <p:spPr>
            <a:xfrm>
              <a:off x="7070167" y="4853062"/>
              <a:ext cx="955356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Wheelchair</a:t>
              </a:r>
              <a:endParaRPr kumimoji="1" lang="ja-JP" altLang="en-US" sz="400" i="1" dirty="0"/>
            </a:p>
          </p:txBody>
        </p:sp>
        <p:sp>
          <p:nvSpPr>
            <p:cNvPr id="226" name="四角形: 角を丸くする 225">
              <a:extLst>
                <a:ext uri="{FF2B5EF4-FFF2-40B4-BE49-F238E27FC236}">
                  <a16:creationId xmlns:a16="http://schemas.microsoft.com/office/drawing/2014/main" id="{48DDFA40-B945-E7EC-D5CC-EB07BE36DA56}"/>
                </a:ext>
              </a:extLst>
            </p:cNvPr>
            <p:cNvSpPr/>
            <p:nvPr/>
          </p:nvSpPr>
          <p:spPr>
            <a:xfrm>
              <a:off x="7134228" y="5593192"/>
              <a:ext cx="827234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00" dirty="0"/>
                <a:t>Distance</a:t>
              </a:r>
              <a:endParaRPr kumimoji="1" lang="ja-JP" altLang="en-US" sz="400" dirty="0"/>
            </a:p>
          </p:txBody>
        </p:sp>
        <p:cxnSp>
          <p:nvCxnSpPr>
            <p:cNvPr id="227" name="直線コネクタ 226">
              <a:extLst>
                <a:ext uri="{FF2B5EF4-FFF2-40B4-BE49-F238E27FC236}">
                  <a16:creationId xmlns:a16="http://schemas.microsoft.com/office/drawing/2014/main" id="{FB4BE10B-7CC6-90FF-6AA1-74BD47E2F360}"/>
                </a:ext>
              </a:extLst>
            </p:cNvPr>
            <p:cNvCxnSpPr>
              <a:cxnSpLocks/>
              <a:stCxn id="220" idx="3"/>
              <a:endCxn id="216" idx="1"/>
            </p:cNvCxnSpPr>
            <p:nvPr/>
          </p:nvCxnSpPr>
          <p:spPr>
            <a:xfrm>
              <a:off x="7961462" y="1502474"/>
              <a:ext cx="368488" cy="32493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直線コネクタ 227">
              <a:extLst>
                <a:ext uri="{FF2B5EF4-FFF2-40B4-BE49-F238E27FC236}">
                  <a16:creationId xmlns:a16="http://schemas.microsoft.com/office/drawing/2014/main" id="{9D1CF96B-14F2-4A32-16BF-B356E6C88379}"/>
                </a:ext>
              </a:extLst>
            </p:cNvPr>
            <p:cNvCxnSpPr>
              <a:cxnSpLocks/>
              <a:stCxn id="221" idx="3"/>
              <a:endCxn id="216" idx="1"/>
            </p:cNvCxnSpPr>
            <p:nvPr/>
          </p:nvCxnSpPr>
          <p:spPr>
            <a:xfrm flipV="1">
              <a:off x="7961462" y="1827407"/>
              <a:ext cx="368488" cy="32493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直線コネクタ 228">
              <a:extLst>
                <a:ext uri="{FF2B5EF4-FFF2-40B4-BE49-F238E27FC236}">
                  <a16:creationId xmlns:a16="http://schemas.microsoft.com/office/drawing/2014/main" id="{B884DC0F-EAA7-EADE-EC5D-392C7E6B52AC}"/>
                </a:ext>
              </a:extLst>
            </p:cNvPr>
            <p:cNvCxnSpPr>
              <a:cxnSpLocks/>
              <a:stCxn id="223" idx="3"/>
              <a:endCxn id="217" idx="1"/>
            </p:cNvCxnSpPr>
            <p:nvPr/>
          </p:nvCxnSpPr>
          <p:spPr>
            <a:xfrm flipV="1">
              <a:off x="7961462" y="3271482"/>
              <a:ext cx="368888" cy="4043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直線コネクタ 229">
              <a:extLst>
                <a:ext uri="{FF2B5EF4-FFF2-40B4-BE49-F238E27FC236}">
                  <a16:creationId xmlns:a16="http://schemas.microsoft.com/office/drawing/2014/main" id="{E5BD0355-EFB7-3A5F-B0B9-C4974A4F421F}"/>
                </a:ext>
              </a:extLst>
            </p:cNvPr>
            <p:cNvCxnSpPr>
              <a:cxnSpLocks/>
              <a:stCxn id="222" idx="3"/>
              <a:endCxn id="217" idx="1"/>
            </p:cNvCxnSpPr>
            <p:nvPr/>
          </p:nvCxnSpPr>
          <p:spPr>
            <a:xfrm>
              <a:off x="7961462" y="2895988"/>
              <a:ext cx="368888" cy="375495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1" name="直線コネクタ 230">
              <a:extLst>
                <a:ext uri="{FF2B5EF4-FFF2-40B4-BE49-F238E27FC236}">
                  <a16:creationId xmlns:a16="http://schemas.microsoft.com/office/drawing/2014/main" id="{9FF2E2D2-6E34-3701-E168-EDA109DF7244}"/>
                </a:ext>
              </a:extLst>
            </p:cNvPr>
            <p:cNvCxnSpPr>
              <a:cxnSpLocks/>
              <a:stCxn id="224" idx="3"/>
              <a:endCxn id="218" idx="1"/>
            </p:cNvCxnSpPr>
            <p:nvPr/>
          </p:nvCxnSpPr>
          <p:spPr>
            <a:xfrm>
              <a:off x="8025523" y="4415990"/>
              <a:ext cx="304428" cy="2995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2" name="直線コネクタ 231">
              <a:extLst>
                <a:ext uri="{FF2B5EF4-FFF2-40B4-BE49-F238E27FC236}">
                  <a16:creationId xmlns:a16="http://schemas.microsoft.com/office/drawing/2014/main" id="{0EA87937-E782-D5DC-1D6F-1BCC4175A5BE}"/>
                </a:ext>
              </a:extLst>
            </p:cNvPr>
            <p:cNvCxnSpPr>
              <a:cxnSpLocks/>
              <a:stCxn id="225" idx="3"/>
              <a:endCxn id="218" idx="1"/>
            </p:cNvCxnSpPr>
            <p:nvPr/>
          </p:nvCxnSpPr>
          <p:spPr>
            <a:xfrm flipV="1">
              <a:off x="8025523" y="4715566"/>
              <a:ext cx="304428" cy="29957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直線コネクタ 232">
              <a:extLst>
                <a:ext uri="{FF2B5EF4-FFF2-40B4-BE49-F238E27FC236}">
                  <a16:creationId xmlns:a16="http://schemas.microsoft.com/office/drawing/2014/main" id="{D4A85B99-431F-DE60-6C00-8233CC9BDDF5}"/>
                </a:ext>
              </a:extLst>
            </p:cNvPr>
            <p:cNvCxnSpPr>
              <a:cxnSpLocks/>
              <a:stCxn id="226" idx="3"/>
              <a:endCxn id="219" idx="1"/>
            </p:cNvCxnSpPr>
            <p:nvPr/>
          </p:nvCxnSpPr>
          <p:spPr>
            <a:xfrm>
              <a:off x="7961462" y="5755275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直線コネクタ 233">
              <a:extLst>
                <a:ext uri="{FF2B5EF4-FFF2-40B4-BE49-F238E27FC236}">
                  <a16:creationId xmlns:a16="http://schemas.microsoft.com/office/drawing/2014/main" id="{615ADDBB-8F9F-5F4C-5F6B-73D9E8EE070D}"/>
                </a:ext>
              </a:extLst>
            </p:cNvPr>
            <p:cNvCxnSpPr>
              <a:cxnSpLocks/>
              <a:stCxn id="244" idx="3"/>
              <a:endCxn id="219" idx="1"/>
            </p:cNvCxnSpPr>
            <p:nvPr/>
          </p:nvCxnSpPr>
          <p:spPr>
            <a:xfrm flipV="1">
              <a:off x="7961462" y="6054851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直線コネクタ 234">
              <a:extLst>
                <a:ext uri="{FF2B5EF4-FFF2-40B4-BE49-F238E27FC236}">
                  <a16:creationId xmlns:a16="http://schemas.microsoft.com/office/drawing/2014/main" id="{EDE5F176-ACF2-9793-D795-93A9415ADA1D}"/>
                </a:ext>
              </a:extLst>
            </p:cNvPr>
            <p:cNvCxnSpPr>
              <a:cxnSpLocks/>
              <a:stCxn id="219" idx="3"/>
              <a:endCxn id="215" idx="1"/>
            </p:cNvCxnSpPr>
            <p:nvPr/>
          </p:nvCxnSpPr>
          <p:spPr>
            <a:xfrm flipV="1">
              <a:off x="9355392" y="5385209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直線コネクタ 235">
              <a:extLst>
                <a:ext uri="{FF2B5EF4-FFF2-40B4-BE49-F238E27FC236}">
                  <a16:creationId xmlns:a16="http://schemas.microsoft.com/office/drawing/2014/main" id="{E46EFF4C-C4C2-C6BF-32C4-5E974D6ABE27}"/>
                </a:ext>
              </a:extLst>
            </p:cNvPr>
            <p:cNvCxnSpPr>
              <a:cxnSpLocks/>
              <a:stCxn id="218" idx="3"/>
              <a:endCxn id="215" idx="1"/>
            </p:cNvCxnSpPr>
            <p:nvPr/>
          </p:nvCxnSpPr>
          <p:spPr>
            <a:xfrm>
              <a:off x="9355392" y="4715565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7" name="テキスト ボックス 236">
              <a:extLst>
                <a:ext uri="{FF2B5EF4-FFF2-40B4-BE49-F238E27FC236}">
                  <a16:creationId xmlns:a16="http://schemas.microsoft.com/office/drawing/2014/main" id="{2F7BD449-29BF-25A7-EB89-2605666D4B01}"/>
                </a:ext>
              </a:extLst>
            </p:cNvPr>
            <p:cNvSpPr txBox="1"/>
            <p:nvPr/>
          </p:nvSpPr>
          <p:spPr>
            <a:xfrm>
              <a:off x="10199576" y="5787106"/>
              <a:ext cx="1546030" cy="83309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Fuzzy reasoning</a:t>
              </a:r>
            </a:p>
            <a:p>
              <a:r>
                <a:rPr lang="ja-JP" altLang="en-US" sz="400" dirty="0"/>
                <a:t>　　</a:t>
              </a:r>
              <a:r>
                <a:rPr lang="en-US" altLang="ja-JP" sz="400" dirty="0"/>
                <a:t>: Pairwise comparison</a:t>
              </a:r>
            </a:p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Others</a:t>
              </a:r>
            </a:p>
            <a:p>
              <a:r>
                <a:rPr lang="ja-JP" altLang="en-US" sz="400" dirty="0"/>
                <a:t>　　</a:t>
              </a:r>
              <a:r>
                <a:rPr lang="en-US" altLang="ja-JP" sz="400" dirty="0"/>
                <a:t>: Process</a:t>
              </a:r>
            </a:p>
            <a:p>
              <a:r>
                <a:rPr kumimoji="1" lang="ja-JP" altLang="en-US" sz="400" dirty="0"/>
                <a:t>　　</a:t>
              </a:r>
              <a:r>
                <a:rPr kumimoji="1" lang="en-US" altLang="ja-JP" sz="400" dirty="0"/>
                <a:t>: Information</a:t>
              </a:r>
              <a:endParaRPr kumimoji="1" lang="ja-JP" altLang="en-US" sz="400" dirty="0"/>
            </a:p>
          </p:txBody>
        </p:sp>
        <p:cxnSp>
          <p:nvCxnSpPr>
            <p:cNvPr id="238" name="直線コネクタ 237">
              <a:extLst>
                <a:ext uri="{FF2B5EF4-FFF2-40B4-BE49-F238E27FC236}">
                  <a16:creationId xmlns:a16="http://schemas.microsoft.com/office/drawing/2014/main" id="{20F06646-6C0F-D7AD-629F-3C7DC725A4D8}"/>
                </a:ext>
              </a:extLst>
            </p:cNvPr>
            <p:cNvCxnSpPr>
              <a:cxnSpLocks/>
              <a:stCxn id="216" idx="3"/>
              <a:endCxn id="214" idx="1"/>
            </p:cNvCxnSpPr>
            <p:nvPr/>
          </p:nvCxnSpPr>
          <p:spPr>
            <a:xfrm>
              <a:off x="9355391" y="1827407"/>
              <a:ext cx="368888" cy="72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直線コネクタ 238">
              <a:extLst>
                <a:ext uri="{FF2B5EF4-FFF2-40B4-BE49-F238E27FC236}">
                  <a16:creationId xmlns:a16="http://schemas.microsoft.com/office/drawing/2014/main" id="{A9D2541A-8776-977A-6F34-D6CD22CBCC3B}"/>
                </a:ext>
              </a:extLst>
            </p:cNvPr>
            <p:cNvCxnSpPr>
              <a:cxnSpLocks/>
              <a:stCxn id="217" idx="3"/>
              <a:endCxn id="214" idx="1"/>
            </p:cNvCxnSpPr>
            <p:nvPr/>
          </p:nvCxnSpPr>
          <p:spPr>
            <a:xfrm flipV="1">
              <a:off x="9355791" y="2549444"/>
              <a:ext cx="368488" cy="7220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直線コネクタ 239">
              <a:extLst>
                <a:ext uri="{FF2B5EF4-FFF2-40B4-BE49-F238E27FC236}">
                  <a16:creationId xmlns:a16="http://schemas.microsoft.com/office/drawing/2014/main" id="{ABED5754-7995-F37A-67A2-29B8BA3B5DB0}"/>
                </a:ext>
              </a:extLst>
            </p:cNvPr>
            <p:cNvCxnSpPr>
              <a:cxnSpLocks/>
              <a:stCxn id="214" idx="3"/>
              <a:endCxn id="213" idx="1"/>
            </p:cNvCxnSpPr>
            <p:nvPr/>
          </p:nvCxnSpPr>
          <p:spPr>
            <a:xfrm>
              <a:off x="10641780" y="2549444"/>
              <a:ext cx="368488" cy="141788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直線コネクタ 240">
              <a:extLst>
                <a:ext uri="{FF2B5EF4-FFF2-40B4-BE49-F238E27FC236}">
                  <a16:creationId xmlns:a16="http://schemas.microsoft.com/office/drawing/2014/main" id="{881632DE-5F41-C186-8996-BEEE95F988B6}"/>
                </a:ext>
              </a:extLst>
            </p:cNvPr>
            <p:cNvCxnSpPr>
              <a:cxnSpLocks/>
              <a:stCxn id="215" idx="3"/>
              <a:endCxn id="213" idx="1"/>
            </p:cNvCxnSpPr>
            <p:nvPr/>
          </p:nvCxnSpPr>
          <p:spPr>
            <a:xfrm flipV="1">
              <a:off x="10641780" y="3967327"/>
              <a:ext cx="368488" cy="141788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2" name="テキスト ボックス 241">
              <a:extLst>
                <a:ext uri="{FF2B5EF4-FFF2-40B4-BE49-F238E27FC236}">
                  <a16:creationId xmlns:a16="http://schemas.microsoft.com/office/drawing/2014/main" id="{17BDB458-29F2-BC0C-3D29-1D7EBC87B615}"/>
                </a:ext>
              </a:extLst>
            </p:cNvPr>
            <p:cNvSpPr txBox="1"/>
            <p:nvPr/>
          </p:nvSpPr>
          <p:spPr>
            <a:xfrm rot="5400000">
              <a:off x="7847296" y="3111456"/>
              <a:ext cx="491312" cy="320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00" dirty="0"/>
                <a:t>…</a:t>
              </a:r>
              <a:endParaRPr kumimoji="1" lang="ja-JP" altLang="en-US" sz="400" dirty="0"/>
            </a:p>
          </p:txBody>
        </p:sp>
        <p:sp>
          <p:nvSpPr>
            <p:cNvPr id="243" name="テキスト ボックス 242">
              <a:extLst>
                <a:ext uri="{FF2B5EF4-FFF2-40B4-BE49-F238E27FC236}">
                  <a16:creationId xmlns:a16="http://schemas.microsoft.com/office/drawing/2014/main" id="{0A116AA9-E2FE-ADC3-1574-3B6992295B0A}"/>
                </a:ext>
              </a:extLst>
            </p:cNvPr>
            <p:cNvSpPr txBox="1"/>
            <p:nvPr/>
          </p:nvSpPr>
          <p:spPr>
            <a:xfrm rot="5400000">
              <a:off x="7847296" y="4557763"/>
              <a:ext cx="491312" cy="320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400" dirty="0"/>
                <a:t>…</a:t>
              </a:r>
              <a:endParaRPr kumimoji="1" lang="ja-JP" altLang="en-US" sz="400" dirty="0"/>
            </a:p>
          </p:txBody>
        </p:sp>
        <p:sp>
          <p:nvSpPr>
            <p:cNvPr id="244" name="四角形: 角を丸くする 243">
              <a:extLst>
                <a:ext uri="{FF2B5EF4-FFF2-40B4-BE49-F238E27FC236}">
                  <a16:creationId xmlns:a16="http://schemas.microsoft.com/office/drawing/2014/main" id="{AEB84C45-8390-CED0-3E91-084EC8D1DBDE}"/>
                </a:ext>
              </a:extLst>
            </p:cNvPr>
            <p:cNvSpPr/>
            <p:nvPr/>
          </p:nvSpPr>
          <p:spPr>
            <a:xfrm>
              <a:off x="7134227" y="6192346"/>
              <a:ext cx="827234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400" dirty="0"/>
                <a:t>Direction</a:t>
              </a:r>
              <a:endParaRPr kumimoji="1" lang="ja-JP" altLang="en-US" sz="400" dirty="0"/>
            </a:p>
          </p:txBody>
        </p: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9603D149-7B44-CAB1-7249-1D8B281B66B6}"/>
                </a:ext>
              </a:extLst>
            </p:cNvPr>
            <p:cNvGrpSpPr/>
            <p:nvPr/>
          </p:nvGrpSpPr>
          <p:grpSpPr>
            <a:xfrm>
              <a:off x="10282473" y="5940000"/>
              <a:ext cx="205124" cy="360001"/>
              <a:chOff x="9721614" y="5921242"/>
              <a:chExt cx="163486" cy="397955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B79F8843-EBCB-C00E-96E3-1F61A4111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14" y="5921242"/>
                <a:ext cx="16345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57F44406-56B7-E443-EB12-4C50269884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29" y="6120220"/>
                <a:ext cx="163457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4036F39E-AA91-F4F8-34C1-00BB7E091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43" y="6319197"/>
                <a:ext cx="1634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6BA9B222-211C-78EF-A59E-DED8348791CE}"/>
                </a:ext>
              </a:extLst>
            </p:cNvPr>
            <p:cNvSpPr/>
            <p:nvPr/>
          </p:nvSpPr>
          <p:spPr>
            <a:xfrm>
              <a:off x="10281167" y="6426000"/>
              <a:ext cx="206441" cy="100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 dirty="0"/>
            </a:p>
          </p:txBody>
        </p:sp>
        <p:sp>
          <p:nvSpPr>
            <p:cNvPr id="250" name="四角形: 角を丸くする 249">
              <a:extLst>
                <a:ext uri="{FF2B5EF4-FFF2-40B4-BE49-F238E27FC236}">
                  <a16:creationId xmlns:a16="http://schemas.microsoft.com/office/drawing/2014/main" id="{2CECA0FA-11D5-2AB2-DB5F-A0B0076E2AD1}"/>
                </a:ext>
              </a:extLst>
            </p:cNvPr>
            <p:cNvSpPr/>
            <p:nvPr/>
          </p:nvSpPr>
          <p:spPr>
            <a:xfrm>
              <a:off x="10271584" y="6597469"/>
              <a:ext cx="216024" cy="10823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400" dirty="0"/>
            </a:p>
          </p:txBody>
        </p:sp>
        <p:sp>
          <p:nvSpPr>
            <p:cNvPr id="251" name="テキスト ボックス 250">
              <a:extLst>
                <a:ext uri="{FF2B5EF4-FFF2-40B4-BE49-F238E27FC236}">
                  <a16:creationId xmlns:a16="http://schemas.microsoft.com/office/drawing/2014/main" id="{ED8CDA9A-C299-9A12-541C-FCD575729E5B}"/>
                </a:ext>
              </a:extLst>
            </p:cNvPr>
            <p:cNvSpPr txBox="1"/>
            <p:nvPr/>
          </p:nvSpPr>
          <p:spPr>
            <a:xfrm>
              <a:off x="8820623" y="1280402"/>
              <a:ext cx="648186" cy="320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Static</a:t>
              </a:r>
              <a:endParaRPr kumimoji="1" lang="ja-JP" altLang="en-US" sz="400" b="1" dirty="0"/>
            </a:p>
          </p:txBody>
        </p:sp>
        <p:sp>
          <p:nvSpPr>
            <p:cNvPr id="252" name="テキスト ボックス 251">
              <a:extLst>
                <a:ext uri="{FF2B5EF4-FFF2-40B4-BE49-F238E27FC236}">
                  <a16:creationId xmlns:a16="http://schemas.microsoft.com/office/drawing/2014/main" id="{B2BD3006-79DD-45EE-139C-421A72C32FF2}"/>
                </a:ext>
              </a:extLst>
            </p:cNvPr>
            <p:cNvSpPr txBox="1"/>
            <p:nvPr/>
          </p:nvSpPr>
          <p:spPr>
            <a:xfrm>
              <a:off x="8607424" y="2749119"/>
              <a:ext cx="795046" cy="320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Dynamic</a:t>
              </a:r>
              <a:endParaRPr kumimoji="1" lang="ja-JP" altLang="en-US" sz="400" b="1" dirty="0"/>
            </a:p>
          </p:txBody>
        </p:sp>
        <p:sp>
          <p:nvSpPr>
            <p:cNvPr id="253" name="テキスト ボックス 252">
              <a:extLst>
                <a:ext uri="{FF2B5EF4-FFF2-40B4-BE49-F238E27FC236}">
                  <a16:creationId xmlns:a16="http://schemas.microsoft.com/office/drawing/2014/main" id="{47B3BD4F-2450-B639-E24A-E4A1F913A13C}"/>
                </a:ext>
              </a:extLst>
            </p:cNvPr>
            <p:cNvSpPr txBox="1"/>
            <p:nvPr/>
          </p:nvSpPr>
          <p:spPr>
            <a:xfrm>
              <a:off x="8607424" y="5520993"/>
              <a:ext cx="795046" cy="3204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400" b="1" dirty="0"/>
                <a:t>Dynamic</a:t>
              </a:r>
              <a:endParaRPr kumimoji="1" lang="ja-JP" altLang="en-US" sz="400" b="1" dirty="0"/>
            </a:p>
          </p:txBody>
        </p:sp>
        <p:pic>
          <p:nvPicPr>
            <p:cNvPr id="254" name="Picture 6" descr="ベテラン看護師さんのイラスト">
              <a:extLst>
                <a:ext uri="{FF2B5EF4-FFF2-40B4-BE49-F238E27FC236}">
                  <a16:creationId xmlns:a16="http://schemas.microsoft.com/office/drawing/2014/main" id="{DDDFA8FB-43F0-F3D2-E794-FC78BEA2CE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400"/>
            <a:stretch/>
          </p:blipFill>
          <p:spPr bwMode="auto">
            <a:xfrm>
              <a:off x="1944334" y="2752394"/>
              <a:ext cx="1116308" cy="1084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5" name="吹き出し: 四角形 254">
              <a:extLst>
                <a:ext uri="{FF2B5EF4-FFF2-40B4-BE49-F238E27FC236}">
                  <a16:creationId xmlns:a16="http://schemas.microsoft.com/office/drawing/2014/main" id="{0325D52E-D729-6E1E-02BA-12B324AD8CF0}"/>
                </a:ext>
              </a:extLst>
            </p:cNvPr>
            <p:cNvSpPr/>
            <p:nvPr/>
          </p:nvSpPr>
          <p:spPr>
            <a:xfrm>
              <a:off x="2937328" y="1410619"/>
              <a:ext cx="3153750" cy="1946373"/>
            </a:xfrm>
            <a:prstGeom prst="wedgeRectCallout">
              <a:avLst>
                <a:gd name="adj1" fmla="val -57779"/>
                <a:gd name="adj2" fmla="val 32553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700" b="1" dirty="0"/>
                <a:t>Notification Policy:</a:t>
              </a:r>
            </a:p>
            <a:p>
              <a:r>
                <a:rPr lang="en-US" altLang="ja-JP" sz="700" b="1" dirty="0"/>
                <a:t>Q: </a:t>
              </a:r>
              <a:r>
                <a:rPr kumimoji="1" lang="en-US" altLang="ja-JP" sz="700" b="1" dirty="0"/>
                <a:t>Which is more dangerous?</a:t>
              </a:r>
              <a:endParaRPr kumimoji="1" lang="en-US" altLang="ja-JP" sz="700" dirty="0"/>
            </a:p>
            <a:p>
              <a:r>
                <a:rPr kumimoji="1" lang="en-US" altLang="ja-JP" sz="700" b="1" dirty="0"/>
                <a:t>A:</a:t>
              </a:r>
            </a:p>
            <a:p>
              <a:pPr algn="ctr"/>
              <a:r>
                <a:rPr kumimoji="1" lang="en-US" altLang="ja-JP" sz="700" b="1" dirty="0"/>
                <a:t>Internal &lt;==    ==&gt; External</a:t>
              </a:r>
            </a:p>
            <a:p>
              <a:pPr algn="r"/>
              <a:r>
                <a:rPr kumimoji="1" lang="en-US" altLang="ja-JP" sz="700" b="1" dirty="0"/>
                <a:t>Et</a:t>
              </a:r>
              <a:r>
                <a:rPr lang="en-US" altLang="ja-JP" sz="700" b="1" dirty="0"/>
                <a:t>c.</a:t>
              </a:r>
              <a:endParaRPr kumimoji="1" lang="ja-JP" altLang="en-US" sz="700" b="1" dirty="0"/>
            </a:p>
          </p:txBody>
        </p:sp>
        <p:cxnSp>
          <p:nvCxnSpPr>
            <p:cNvPr id="256" name="コネクタ: カギ線 255">
              <a:extLst>
                <a:ext uri="{FF2B5EF4-FFF2-40B4-BE49-F238E27FC236}">
                  <a16:creationId xmlns:a16="http://schemas.microsoft.com/office/drawing/2014/main" id="{81BF6A84-1383-797D-BB43-BDA6B32293F5}"/>
                </a:ext>
              </a:extLst>
            </p:cNvPr>
            <p:cNvCxnSpPr>
              <a:stCxn id="255" idx="0"/>
              <a:endCxn id="212" idx="0"/>
            </p:cNvCxnSpPr>
            <p:nvPr/>
          </p:nvCxnSpPr>
          <p:spPr>
            <a:xfrm rot="5400000" flipH="1" flipV="1">
              <a:off x="6180469" y="-538847"/>
              <a:ext cx="283200" cy="3615732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7" name="コネクタ: カギ線 256">
              <a:extLst>
                <a:ext uri="{FF2B5EF4-FFF2-40B4-BE49-F238E27FC236}">
                  <a16:creationId xmlns:a16="http://schemas.microsoft.com/office/drawing/2014/main" id="{8C14D1BA-4CE5-B016-2A45-086C3ECA5CB6}"/>
                </a:ext>
              </a:extLst>
            </p:cNvPr>
            <p:cNvCxnSpPr>
              <a:cxnSpLocks/>
              <a:stCxn id="255" idx="0"/>
              <a:endCxn id="205" idx="0"/>
            </p:cNvCxnSpPr>
            <p:nvPr/>
          </p:nvCxnSpPr>
          <p:spPr>
            <a:xfrm rot="5400000" flipH="1" flipV="1">
              <a:off x="6882873" y="-1241251"/>
              <a:ext cx="283200" cy="5020541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8" name="コネクタ: カギ線 257">
              <a:extLst>
                <a:ext uri="{FF2B5EF4-FFF2-40B4-BE49-F238E27FC236}">
                  <a16:creationId xmlns:a16="http://schemas.microsoft.com/office/drawing/2014/main" id="{A16418EB-730D-6436-46EA-19BC1FD6569C}"/>
                </a:ext>
              </a:extLst>
            </p:cNvPr>
            <p:cNvCxnSpPr>
              <a:cxnSpLocks/>
              <a:stCxn id="255" idx="0"/>
              <a:endCxn id="206" idx="0"/>
            </p:cNvCxnSpPr>
            <p:nvPr/>
          </p:nvCxnSpPr>
          <p:spPr>
            <a:xfrm rot="5400000" flipH="1" flipV="1">
              <a:off x="7518366" y="-1876742"/>
              <a:ext cx="283199" cy="6291524"/>
            </a:xfrm>
            <a:prstGeom prst="bentConnector3">
              <a:avLst>
                <a:gd name="adj1" fmla="val 1807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楕円 258">
              <a:extLst>
                <a:ext uri="{FF2B5EF4-FFF2-40B4-BE49-F238E27FC236}">
                  <a16:creationId xmlns:a16="http://schemas.microsoft.com/office/drawing/2014/main" id="{162415B8-566E-EB36-2E09-2D0A8204DEB5}"/>
                </a:ext>
              </a:extLst>
            </p:cNvPr>
            <p:cNvSpPr/>
            <p:nvPr/>
          </p:nvSpPr>
          <p:spPr>
            <a:xfrm>
              <a:off x="3038830" y="2474172"/>
              <a:ext cx="936104" cy="34565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00"/>
            </a:p>
          </p:txBody>
        </p:sp>
        <p:grpSp>
          <p:nvGrpSpPr>
            <p:cNvPr id="260" name="グループ化 259">
              <a:extLst>
                <a:ext uri="{FF2B5EF4-FFF2-40B4-BE49-F238E27FC236}">
                  <a16:creationId xmlns:a16="http://schemas.microsoft.com/office/drawing/2014/main" id="{4925947B-5AB1-9372-3EE8-72C5A4E4678E}"/>
                </a:ext>
              </a:extLst>
            </p:cNvPr>
            <p:cNvGrpSpPr/>
            <p:nvPr/>
          </p:nvGrpSpPr>
          <p:grpSpPr>
            <a:xfrm>
              <a:off x="1966285" y="3996893"/>
              <a:ext cx="4524455" cy="2374274"/>
              <a:chOff x="84399" y="1736678"/>
              <a:chExt cx="6448168" cy="3383771"/>
            </a:xfrm>
          </p:grpSpPr>
          <p:pic>
            <p:nvPicPr>
              <p:cNvPr id="261" name="図 260">
                <a:extLst>
                  <a:ext uri="{FF2B5EF4-FFF2-40B4-BE49-F238E27FC236}">
                    <a16:creationId xmlns:a16="http://schemas.microsoft.com/office/drawing/2014/main" id="{2FE26037-C06B-3539-D31B-CEB41756B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8092" t="28097" r="38520" b="28444"/>
              <a:stretch>
                <a:fillRect/>
              </a:stretch>
            </p:blipFill>
            <p:spPr>
              <a:xfrm>
                <a:off x="84399" y="1769772"/>
                <a:ext cx="5906914" cy="3297755"/>
              </a:xfrm>
              <a:prstGeom prst="rect">
                <a:avLst/>
              </a:prstGeom>
            </p:spPr>
          </p:pic>
          <p:sp>
            <p:nvSpPr>
              <p:cNvPr id="262" name="テキスト ボックス 261">
                <a:extLst>
                  <a:ext uri="{FF2B5EF4-FFF2-40B4-BE49-F238E27FC236}">
                    <a16:creationId xmlns:a16="http://schemas.microsoft.com/office/drawing/2014/main" id="{BD465100-B2E0-C102-1F89-D1E2788245FF}"/>
                  </a:ext>
                </a:extLst>
              </p:cNvPr>
              <p:cNvSpPr txBox="1"/>
              <p:nvPr/>
            </p:nvSpPr>
            <p:spPr>
              <a:xfrm>
                <a:off x="3553214" y="4618126"/>
                <a:ext cx="2326761" cy="502323"/>
              </a:xfrm>
              <a:prstGeom prst="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500" dirty="0"/>
                  <a:t>Middle-aged</a:t>
                </a:r>
                <a:r>
                  <a:rPr lang="ja-JP" altLang="en-US" sz="500" dirty="0"/>
                  <a:t> </a:t>
                </a:r>
                <a:r>
                  <a:rPr kumimoji="1" lang="en-US" altLang="ja-JP" sz="500" dirty="0"/>
                  <a:t>patient</a:t>
                </a:r>
                <a:endParaRPr kumimoji="1" lang="ja-JP" altLang="en-US" sz="500" dirty="0"/>
              </a:p>
            </p:txBody>
          </p:sp>
          <p:sp>
            <p:nvSpPr>
              <p:cNvPr id="263" name="楕円 262">
                <a:extLst>
                  <a:ext uri="{FF2B5EF4-FFF2-40B4-BE49-F238E27FC236}">
                    <a16:creationId xmlns:a16="http://schemas.microsoft.com/office/drawing/2014/main" id="{968F6D48-D858-095B-12B3-FA962B769304}"/>
                  </a:ext>
                </a:extLst>
              </p:cNvPr>
              <p:cNvSpPr/>
              <p:nvPr/>
            </p:nvSpPr>
            <p:spPr>
              <a:xfrm>
                <a:off x="4289197" y="2348217"/>
                <a:ext cx="698352" cy="1944879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"/>
              </a:p>
            </p:txBody>
          </p:sp>
          <p:sp>
            <p:nvSpPr>
              <p:cNvPr id="264" name="正方形/長方形 263">
                <a:extLst>
                  <a:ext uri="{FF2B5EF4-FFF2-40B4-BE49-F238E27FC236}">
                    <a16:creationId xmlns:a16="http://schemas.microsoft.com/office/drawing/2014/main" id="{9E5C81B7-C3B8-BB2C-F7A0-A3446EBEF26F}"/>
                  </a:ext>
                </a:extLst>
              </p:cNvPr>
              <p:cNvSpPr/>
              <p:nvPr/>
            </p:nvSpPr>
            <p:spPr>
              <a:xfrm>
                <a:off x="4306181" y="2780928"/>
                <a:ext cx="884435" cy="1728192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00"/>
              </a:p>
            </p:txBody>
          </p:sp>
          <p:sp>
            <p:nvSpPr>
              <p:cNvPr id="265" name="テキスト ボックス 264">
                <a:extLst>
                  <a:ext uri="{FF2B5EF4-FFF2-40B4-BE49-F238E27FC236}">
                    <a16:creationId xmlns:a16="http://schemas.microsoft.com/office/drawing/2014/main" id="{5A27A3C8-10BC-E121-E06D-35B214ABFAC3}"/>
                  </a:ext>
                </a:extLst>
              </p:cNvPr>
              <p:cNvSpPr txBox="1"/>
              <p:nvPr/>
            </p:nvSpPr>
            <p:spPr>
              <a:xfrm>
                <a:off x="3390417" y="1736678"/>
                <a:ext cx="2081215" cy="54798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00" dirty="0"/>
                  <a:t>The nurse </a:t>
                </a:r>
                <a:r>
                  <a:rPr kumimoji="1" lang="en-US" altLang="ja-JP" sz="300" b="1" dirty="0"/>
                  <a:t>supporting the patient</a:t>
                </a:r>
                <a:endParaRPr kumimoji="1" lang="ja-JP" altLang="en-US" sz="300" b="1" dirty="0"/>
              </a:p>
            </p:txBody>
          </p:sp>
          <p:sp>
            <p:nvSpPr>
              <p:cNvPr id="266" name="テキスト ボックス 265">
                <a:extLst>
                  <a:ext uri="{FF2B5EF4-FFF2-40B4-BE49-F238E27FC236}">
                    <a16:creationId xmlns:a16="http://schemas.microsoft.com/office/drawing/2014/main" id="{DF53FFC4-1363-5754-980F-F944CDEE03CC}"/>
                  </a:ext>
                </a:extLst>
              </p:cNvPr>
              <p:cNvSpPr txBox="1"/>
              <p:nvPr/>
            </p:nvSpPr>
            <p:spPr>
              <a:xfrm>
                <a:off x="254322" y="4416160"/>
                <a:ext cx="2207113" cy="54798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00" dirty="0"/>
                  <a:t>The nurse </a:t>
                </a:r>
                <a:r>
                  <a:rPr kumimoji="1" lang="en-US" altLang="ja-JP" sz="300" b="1" dirty="0"/>
                  <a:t>monitoring other patients</a:t>
                </a:r>
                <a:endParaRPr kumimoji="1" lang="ja-JP" altLang="en-US" sz="300" b="1" dirty="0"/>
              </a:p>
            </p:txBody>
          </p:sp>
          <p:sp>
            <p:nvSpPr>
              <p:cNvPr id="267" name="テキスト ボックス 266">
                <a:extLst>
                  <a:ext uri="{FF2B5EF4-FFF2-40B4-BE49-F238E27FC236}">
                    <a16:creationId xmlns:a16="http://schemas.microsoft.com/office/drawing/2014/main" id="{A836C9B2-889F-0102-5D7C-920854669A11}"/>
                  </a:ext>
                </a:extLst>
              </p:cNvPr>
              <p:cNvSpPr txBox="1"/>
              <p:nvPr/>
            </p:nvSpPr>
            <p:spPr>
              <a:xfrm>
                <a:off x="5271657" y="4066445"/>
                <a:ext cx="1018320" cy="555761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dirty="0"/>
                  <a:t>Chair</a:t>
                </a:r>
                <a:endParaRPr kumimoji="1" lang="ja-JP" altLang="en-US" sz="500" dirty="0"/>
              </a:p>
            </p:txBody>
          </p:sp>
          <p:sp>
            <p:nvSpPr>
              <p:cNvPr id="268" name="テキスト ボックス 267">
                <a:extLst>
                  <a:ext uri="{FF2B5EF4-FFF2-40B4-BE49-F238E27FC236}">
                    <a16:creationId xmlns:a16="http://schemas.microsoft.com/office/drawing/2014/main" id="{5039E1DC-B354-510E-D541-58F13AB4BC87}"/>
                  </a:ext>
                </a:extLst>
              </p:cNvPr>
              <p:cNvSpPr txBox="1"/>
              <p:nvPr/>
            </p:nvSpPr>
            <p:spPr>
              <a:xfrm>
                <a:off x="5271657" y="2726837"/>
                <a:ext cx="1260910" cy="555761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dirty="0"/>
                  <a:t>Handrail</a:t>
                </a:r>
                <a:endParaRPr kumimoji="1" lang="ja-JP" altLang="en-US" sz="500" dirty="0"/>
              </a:p>
            </p:txBody>
          </p:sp>
          <p:sp>
            <p:nvSpPr>
              <p:cNvPr id="269" name="テキスト ボックス 268">
                <a:extLst>
                  <a:ext uri="{FF2B5EF4-FFF2-40B4-BE49-F238E27FC236}">
                    <a16:creationId xmlns:a16="http://schemas.microsoft.com/office/drawing/2014/main" id="{273C8827-B3BF-159D-5B75-5970474ED1F2}"/>
                  </a:ext>
                </a:extLst>
              </p:cNvPr>
              <p:cNvSpPr txBox="1"/>
              <p:nvPr/>
            </p:nvSpPr>
            <p:spPr>
              <a:xfrm>
                <a:off x="3605041" y="4087635"/>
                <a:ext cx="988399" cy="555761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500" dirty="0"/>
                  <a:t>Cane</a:t>
                </a:r>
                <a:endParaRPr kumimoji="1" lang="ja-JP" altLang="en-US" sz="500" dirty="0"/>
              </a:p>
            </p:txBody>
          </p:sp>
        </p:grpSp>
      </p:grpSp>
      <p:grpSp>
        <p:nvGrpSpPr>
          <p:cNvPr id="336" name="グループ化 335">
            <a:extLst>
              <a:ext uri="{FF2B5EF4-FFF2-40B4-BE49-F238E27FC236}">
                <a16:creationId xmlns:a16="http://schemas.microsoft.com/office/drawing/2014/main" id="{25F3C98B-6288-98CF-53F8-3948FD5BEA0F}"/>
              </a:ext>
            </a:extLst>
          </p:cNvPr>
          <p:cNvGrpSpPr/>
          <p:nvPr/>
        </p:nvGrpSpPr>
        <p:grpSpPr>
          <a:xfrm>
            <a:off x="6744072" y="4077073"/>
            <a:ext cx="4785288" cy="2677342"/>
            <a:chOff x="1957541" y="1127419"/>
            <a:chExt cx="9970226" cy="5578284"/>
          </a:xfrm>
        </p:grpSpPr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67DA8F99-EA94-6EFE-08D2-C51F38DBACEA}"/>
                </a:ext>
              </a:extLst>
            </p:cNvPr>
            <p:cNvSpPr/>
            <p:nvPr/>
          </p:nvSpPr>
          <p:spPr>
            <a:xfrm>
              <a:off x="9289485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7CAC3674-8944-4845-1120-2DA4A8679DFC}"/>
                </a:ext>
              </a:extLst>
            </p:cNvPr>
            <p:cNvSpPr/>
            <p:nvPr/>
          </p:nvSpPr>
          <p:spPr>
            <a:xfrm>
              <a:off x="10560468" y="1127420"/>
              <a:ext cx="490517" cy="45448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78D84AD4-B194-501C-CE9A-DC93475DBB2F}"/>
                </a:ext>
              </a:extLst>
            </p:cNvPr>
            <p:cNvSpPr/>
            <p:nvPr/>
          </p:nvSpPr>
          <p:spPr>
            <a:xfrm>
              <a:off x="7038565" y="5520993"/>
              <a:ext cx="2343431" cy="106524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4B20D823-AF3B-C808-EF8C-F41A4B8805FB}"/>
                </a:ext>
              </a:extLst>
            </p:cNvPr>
            <p:cNvSpPr/>
            <p:nvPr/>
          </p:nvSpPr>
          <p:spPr>
            <a:xfrm>
              <a:off x="7038565" y="2749119"/>
              <a:ext cx="2343431" cy="11928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CEF53675-6CE0-7DC6-8DEB-FA762C2A181E}"/>
                </a:ext>
              </a:extLst>
            </p:cNvPr>
            <p:cNvSpPr/>
            <p:nvPr/>
          </p:nvSpPr>
          <p:spPr>
            <a:xfrm>
              <a:off x="7038565" y="4161134"/>
              <a:ext cx="2343431" cy="11293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276" name="テキスト ボックス 275">
              <a:extLst>
                <a:ext uri="{FF2B5EF4-FFF2-40B4-BE49-F238E27FC236}">
                  <a16:creationId xmlns:a16="http://schemas.microsoft.com/office/drawing/2014/main" id="{7D161356-20BC-6911-B608-2DC479A0089B}"/>
                </a:ext>
              </a:extLst>
            </p:cNvPr>
            <p:cNvSpPr txBox="1"/>
            <p:nvPr/>
          </p:nvSpPr>
          <p:spPr>
            <a:xfrm>
              <a:off x="8820625" y="4161134"/>
              <a:ext cx="629253" cy="3131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500" b="1" dirty="0"/>
                <a:t>Static</a:t>
              </a:r>
              <a:endParaRPr kumimoji="1" lang="ja-JP" altLang="en-US" sz="500" b="1" dirty="0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F0C96816-0595-CE51-5A19-772CA4488594}"/>
                </a:ext>
              </a:extLst>
            </p:cNvPr>
            <p:cNvSpPr/>
            <p:nvPr/>
          </p:nvSpPr>
          <p:spPr>
            <a:xfrm>
              <a:off x="7038565" y="1280401"/>
              <a:ext cx="2343431" cy="1232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70EDC14B-1C3D-0749-9CFB-5966799F7CC0}"/>
                </a:ext>
              </a:extLst>
            </p:cNvPr>
            <p:cNvSpPr/>
            <p:nvPr/>
          </p:nvSpPr>
          <p:spPr>
            <a:xfrm>
              <a:off x="7884676" y="1127419"/>
              <a:ext cx="490517" cy="55782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sp>
          <p:nvSpPr>
            <p:cNvPr id="279" name="四角形: 角を丸くする 278">
              <a:extLst>
                <a:ext uri="{FF2B5EF4-FFF2-40B4-BE49-F238E27FC236}">
                  <a16:creationId xmlns:a16="http://schemas.microsoft.com/office/drawing/2014/main" id="{C8D4BC5F-4783-A459-461E-C9F3B37E97D5}"/>
                </a:ext>
              </a:extLst>
            </p:cNvPr>
            <p:cNvSpPr/>
            <p:nvPr/>
          </p:nvSpPr>
          <p:spPr>
            <a:xfrm>
              <a:off x="11010267" y="3723435"/>
              <a:ext cx="917500" cy="48778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b="1" dirty="0"/>
                <a:t>Total risk</a:t>
              </a:r>
              <a:endParaRPr kumimoji="1" lang="ja-JP" altLang="en-US" sz="500" b="1" dirty="0"/>
            </a:p>
          </p:txBody>
        </p:sp>
        <p:sp>
          <p:nvSpPr>
            <p:cNvPr id="280" name="四角形: 角を丸くする 279">
              <a:extLst>
                <a:ext uri="{FF2B5EF4-FFF2-40B4-BE49-F238E27FC236}">
                  <a16:creationId xmlns:a16="http://schemas.microsoft.com/office/drawing/2014/main" id="{C8828D75-8714-D568-C5CC-9652736AB1E7}"/>
                </a:ext>
              </a:extLst>
            </p:cNvPr>
            <p:cNvSpPr/>
            <p:nvPr/>
          </p:nvSpPr>
          <p:spPr>
            <a:xfrm>
              <a:off x="9724280" y="2305552"/>
              <a:ext cx="917500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Internal</a:t>
              </a:r>
              <a:endParaRPr kumimoji="1" lang="ja-JP" altLang="en-US" sz="500" dirty="0"/>
            </a:p>
          </p:txBody>
        </p:sp>
        <p:sp>
          <p:nvSpPr>
            <p:cNvPr id="281" name="四角形: 角を丸くする 280">
              <a:extLst>
                <a:ext uri="{FF2B5EF4-FFF2-40B4-BE49-F238E27FC236}">
                  <a16:creationId xmlns:a16="http://schemas.microsoft.com/office/drawing/2014/main" id="{D8E5AB2E-3D80-F086-CFF3-E267691D9A23}"/>
                </a:ext>
              </a:extLst>
            </p:cNvPr>
            <p:cNvSpPr/>
            <p:nvPr/>
          </p:nvSpPr>
          <p:spPr>
            <a:xfrm>
              <a:off x="9724280" y="5141316"/>
              <a:ext cx="917500" cy="4877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External</a:t>
              </a:r>
              <a:endParaRPr kumimoji="1" lang="ja-JP" altLang="en-US" sz="500" dirty="0"/>
            </a:p>
          </p:txBody>
        </p:sp>
        <p:sp>
          <p:nvSpPr>
            <p:cNvPr id="282" name="四角形: 角を丸くする 281">
              <a:extLst>
                <a:ext uri="{FF2B5EF4-FFF2-40B4-BE49-F238E27FC236}">
                  <a16:creationId xmlns:a16="http://schemas.microsoft.com/office/drawing/2014/main" id="{7B556B12-30DF-2AC7-FC89-A8506530E92F}"/>
                </a:ext>
              </a:extLst>
            </p:cNvPr>
            <p:cNvSpPr/>
            <p:nvPr/>
          </p:nvSpPr>
          <p:spPr>
            <a:xfrm>
              <a:off x="8329951" y="1583515"/>
              <a:ext cx="1025441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Attribution</a:t>
              </a:r>
              <a:endParaRPr kumimoji="1" lang="ja-JP" altLang="en-US" sz="500" dirty="0"/>
            </a:p>
          </p:txBody>
        </p:sp>
        <p:sp>
          <p:nvSpPr>
            <p:cNvPr id="283" name="四角形: 角を丸くする 282">
              <a:extLst>
                <a:ext uri="{FF2B5EF4-FFF2-40B4-BE49-F238E27FC236}">
                  <a16:creationId xmlns:a16="http://schemas.microsoft.com/office/drawing/2014/main" id="{41D5F92D-5552-3983-07E1-115BBB1A5275}"/>
                </a:ext>
              </a:extLst>
            </p:cNvPr>
            <p:cNvSpPr/>
            <p:nvPr/>
          </p:nvSpPr>
          <p:spPr>
            <a:xfrm>
              <a:off x="8330351" y="3027591"/>
              <a:ext cx="1025441" cy="4877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Action</a:t>
              </a:r>
              <a:endParaRPr kumimoji="1" lang="ja-JP" altLang="en-US" sz="500" dirty="0"/>
            </a:p>
          </p:txBody>
        </p:sp>
        <p:sp>
          <p:nvSpPr>
            <p:cNvPr id="284" name="四角形: 角を丸くする 283">
              <a:extLst>
                <a:ext uri="{FF2B5EF4-FFF2-40B4-BE49-F238E27FC236}">
                  <a16:creationId xmlns:a16="http://schemas.microsoft.com/office/drawing/2014/main" id="{236DA649-2E35-FED0-F687-6AC353B43E93}"/>
                </a:ext>
              </a:extLst>
            </p:cNvPr>
            <p:cNvSpPr/>
            <p:nvPr/>
          </p:nvSpPr>
          <p:spPr>
            <a:xfrm>
              <a:off x="8329951" y="4471674"/>
              <a:ext cx="1025441" cy="4877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Objects</a:t>
              </a:r>
              <a:endParaRPr kumimoji="1" lang="ja-JP" altLang="en-US" sz="500" dirty="0"/>
            </a:p>
          </p:txBody>
        </p:sp>
        <p:sp>
          <p:nvSpPr>
            <p:cNvPr id="285" name="四角形: 角を丸くする 284">
              <a:extLst>
                <a:ext uri="{FF2B5EF4-FFF2-40B4-BE49-F238E27FC236}">
                  <a16:creationId xmlns:a16="http://schemas.microsoft.com/office/drawing/2014/main" id="{4556C92A-FEA8-A901-22DA-7C4F165B25EA}"/>
                </a:ext>
              </a:extLst>
            </p:cNvPr>
            <p:cNvSpPr/>
            <p:nvPr/>
          </p:nvSpPr>
          <p:spPr>
            <a:xfrm>
              <a:off x="8329951" y="5810958"/>
              <a:ext cx="1025441" cy="48778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Surrounding staff</a:t>
              </a:r>
              <a:endParaRPr kumimoji="1" lang="ja-JP" altLang="en-US" sz="500" dirty="0"/>
            </a:p>
          </p:txBody>
        </p:sp>
        <p:sp>
          <p:nvSpPr>
            <p:cNvPr id="286" name="四角形: 角を丸くする 285">
              <a:extLst>
                <a:ext uri="{FF2B5EF4-FFF2-40B4-BE49-F238E27FC236}">
                  <a16:creationId xmlns:a16="http://schemas.microsoft.com/office/drawing/2014/main" id="{93C39A50-1D42-3F23-1D32-EB0CFC6C1515}"/>
                </a:ext>
              </a:extLst>
            </p:cNvPr>
            <p:cNvSpPr/>
            <p:nvPr/>
          </p:nvSpPr>
          <p:spPr>
            <a:xfrm>
              <a:off x="7134228" y="1340392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Patient</a:t>
              </a:r>
              <a:endParaRPr kumimoji="1" lang="ja-JP" altLang="en-US" sz="500" dirty="0"/>
            </a:p>
          </p:txBody>
        </p:sp>
        <p:sp>
          <p:nvSpPr>
            <p:cNvPr id="287" name="四角形: 角を丸くする 286">
              <a:extLst>
                <a:ext uri="{FF2B5EF4-FFF2-40B4-BE49-F238E27FC236}">
                  <a16:creationId xmlns:a16="http://schemas.microsoft.com/office/drawing/2014/main" id="{1DC7827D-A905-34C9-9E0C-8B969CD2E704}"/>
                </a:ext>
              </a:extLst>
            </p:cNvPr>
            <p:cNvSpPr/>
            <p:nvPr/>
          </p:nvSpPr>
          <p:spPr>
            <a:xfrm>
              <a:off x="7134228" y="1990259"/>
              <a:ext cx="827234" cy="3241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Age</a:t>
              </a:r>
              <a:endParaRPr kumimoji="1" lang="ja-JP" altLang="en-US" sz="500" dirty="0"/>
            </a:p>
          </p:txBody>
        </p:sp>
        <p:sp>
          <p:nvSpPr>
            <p:cNvPr id="288" name="四角形: 角を丸くする 287">
              <a:extLst>
                <a:ext uri="{FF2B5EF4-FFF2-40B4-BE49-F238E27FC236}">
                  <a16:creationId xmlns:a16="http://schemas.microsoft.com/office/drawing/2014/main" id="{1CD04359-90AB-B86B-B6CC-C6F5458B7379}"/>
                </a:ext>
              </a:extLst>
            </p:cNvPr>
            <p:cNvSpPr/>
            <p:nvPr/>
          </p:nvSpPr>
          <p:spPr>
            <a:xfrm>
              <a:off x="7134228" y="2733906"/>
              <a:ext cx="827234" cy="32416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Stand up</a:t>
              </a:r>
              <a:endParaRPr kumimoji="1" lang="ja-JP" altLang="en-US" sz="500" dirty="0"/>
            </a:p>
          </p:txBody>
        </p:sp>
        <p:sp>
          <p:nvSpPr>
            <p:cNvPr id="289" name="四角形: 角を丸くする 288">
              <a:extLst>
                <a:ext uri="{FF2B5EF4-FFF2-40B4-BE49-F238E27FC236}">
                  <a16:creationId xmlns:a16="http://schemas.microsoft.com/office/drawing/2014/main" id="{209B5521-AD37-A3CF-063C-E404A9B6F6B2}"/>
                </a:ext>
              </a:extLst>
            </p:cNvPr>
            <p:cNvSpPr/>
            <p:nvPr/>
          </p:nvSpPr>
          <p:spPr>
            <a:xfrm>
              <a:off x="7134228" y="3513776"/>
              <a:ext cx="827234" cy="32416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Action </a:t>
              </a:r>
              <a:r>
                <a:rPr kumimoji="1" lang="en-US" altLang="ja-JP" sz="500" i="1" dirty="0"/>
                <a:t>n</a:t>
              </a:r>
              <a:endParaRPr kumimoji="1" lang="ja-JP" altLang="en-US" sz="500" i="1" dirty="0"/>
            </a:p>
          </p:txBody>
        </p:sp>
        <p:sp>
          <p:nvSpPr>
            <p:cNvPr id="290" name="四角形: 角を丸くする 289">
              <a:extLst>
                <a:ext uri="{FF2B5EF4-FFF2-40B4-BE49-F238E27FC236}">
                  <a16:creationId xmlns:a16="http://schemas.microsoft.com/office/drawing/2014/main" id="{0FD2025A-70B0-E925-E045-6D21642C9797}"/>
                </a:ext>
              </a:extLst>
            </p:cNvPr>
            <p:cNvSpPr/>
            <p:nvPr/>
          </p:nvSpPr>
          <p:spPr>
            <a:xfrm>
              <a:off x="7070167" y="4253908"/>
              <a:ext cx="955356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Handrail</a:t>
              </a:r>
              <a:endParaRPr kumimoji="1" lang="ja-JP" altLang="en-US" sz="500" dirty="0"/>
            </a:p>
          </p:txBody>
        </p:sp>
        <p:sp>
          <p:nvSpPr>
            <p:cNvPr id="291" name="四角形: 角を丸くする 290">
              <a:extLst>
                <a:ext uri="{FF2B5EF4-FFF2-40B4-BE49-F238E27FC236}">
                  <a16:creationId xmlns:a16="http://schemas.microsoft.com/office/drawing/2014/main" id="{8259321D-1969-19ED-2E3E-82E9E526C8C4}"/>
                </a:ext>
              </a:extLst>
            </p:cNvPr>
            <p:cNvSpPr/>
            <p:nvPr/>
          </p:nvSpPr>
          <p:spPr>
            <a:xfrm>
              <a:off x="7070167" y="4853062"/>
              <a:ext cx="955356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Wheelchair</a:t>
              </a:r>
              <a:endParaRPr kumimoji="1" lang="ja-JP" altLang="en-US" sz="500" i="1" dirty="0"/>
            </a:p>
          </p:txBody>
        </p:sp>
        <p:sp>
          <p:nvSpPr>
            <p:cNvPr id="292" name="四角形: 角を丸くする 291">
              <a:extLst>
                <a:ext uri="{FF2B5EF4-FFF2-40B4-BE49-F238E27FC236}">
                  <a16:creationId xmlns:a16="http://schemas.microsoft.com/office/drawing/2014/main" id="{94ACC28A-E088-C38A-AD38-11181D59B836}"/>
                </a:ext>
              </a:extLst>
            </p:cNvPr>
            <p:cNvSpPr/>
            <p:nvPr/>
          </p:nvSpPr>
          <p:spPr>
            <a:xfrm>
              <a:off x="7134228" y="5593192"/>
              <a:ext cx="827234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500" dirty="0"/>
                <a:t>Distance</a:t>
              </a:r>
              <a:endParaRPr kumimoji="1" lang="ja-JP" altLang="en-US" sz="500" dirty="0"/>
            </a:p>
          </p:txBody>
        </p:sp>
        <p:cxnSp>
          <p:nvCxnSpPr>
            <p:cNvPr id="293" name="直線コネクタ 292">
              <a:extLst>
                <a:ext uri="{FF2B5EF4-FFF2-40B4-BE49-F238E27FC236}">
                  <a16:creationId xmlns:a16="http://schemas.microsoft.com/office/drawing/2014/main" id="{1B2DD693-071C-0A44-9B43-92C79EC229F1}"/>
                </a:ext>
              </a:extLst>
            </p:cNvPr>
            <p:cNvCxnSpPr>
              <a:cxnSpLocks/>
              <a:stCxn id="286" idx="3"/>
              <a:endCxn id="282" idx="1"/>
            </p:cNvCxnSpPr>
            <p:nvPr/>
          </p:nvCxnSpPr>
          <p:spPr>
            <a:xfrm>
              <a:off x="7961462" y="1502474"/>
              <a:ext cx="368488" cy="32493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4" name="直線コネクタ 293">
              <a:extLst>
                <a:ext uri="{FF2B5EF4-FFF2-40B4-BE49-F238E27FC236}">
                  <a16:creationId xmlns:a16="http://schemas.microsoft.com/office/drawing/2014/main" id="{D5D3F304-CB4F-FBAF-48A8-9A9629879820}"/>
                </a:ext>
              </a:extLst>
            </p:cNvPr>
            <p:cNvCxnSpPr>
              <a:cxnSpLocks/>
              <a:stCxn id="287" idx="3"/>
              <a:endCxn id="282" idx="1"/>
            </p:cNvCxnSpPr>
            <p:nvPr/>
          </p:nvCxnSpPr>
          <p:spPr>
            <a:xfrm flipV="1">
              <a:off x="7961462" y="1827407"/>
              <a:ext cx="368488" cy="32493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直線コネクタ 294">
              <a:extLst>
                <a:ext uri="{FF2B5EF4-FFF2-40B4-BE49-F238E27FC236}">
                  <a16:creationId xmlns:a16="http://schemas.microsoft.com/office/drawing/2014/main" id="{4D281CF5-2CB8-6619-44C5-3712F17900B8}"/>
                </a:ext>
              </a:extLst>
            </p:cNvPr>
            <p:cNvCxnSpPr>
              <a:cxnSpLocks/>
              <a:stCxn id="289" idx="3"/>
              <a:endCxn id="283" idx="1"/>
            </p:cNvCxnSpPr>
            <p:nvPr/>
          </p:nvCxnSpPr>
          <p:spPr>
            <a:xfrm flipV="1">
              <a:off x="7961462" y="3271482"/>
              <a:ext cx="368888" cy="4043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6" name="直線コネクタ 295">
              <a:extLst>
                <a:ext uri="{FF2B5EF4-FFF2-40B4-BE49-F238E27FC236}">
                  <a16:creationId xmlns:a16="http://schemas.microsoft.com/office/drawing/2014/main" id="{CADD7CFC-6996-AE88-5123-3A7FC44098C9}"/>
                </a:ext>
              </a:extLst>
            </p:cNvPr>
            <p:cNvCxnSpPr>
              <a:cxnSpLocks/>
              <a:stCxn id="288" idx="3"/>
              <a:endCxn id="283" idx="1"/>
            </p:cNvCxnSpPr>
            <p:nvPr/>
          </p:nvCxnSpPr>
          <p:spPr>
            <a:xfrm>
              <a:off x="7961462" y="2895988"/>
              <a:ext cx="368888" cy="375495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7" name="直線コネクタ 296">
              <a:extLst>
                <a:ext uri="{FF2B5EF4-FFF2-40B4-BE49-F238E27FC236}">
                  <a16:creationId xmlns:a16="http://schemas.microsoft.com/office/drawing/2014/main" id="{C860A227-4882-20F3-5546-E2B5C155A2A8}"/>
                </a:ext>
              </a:extLst>
            </p:cNvPr>
            <p:cNvCxnSpPr>
              <a:cxnSpLocks/>
              <a:stCxn id="290" idx="3"/>
              <a:endCxn id="284" idx="1"/>
            </p:cNvCxnSpPr>
            <p:nvPr/>
          </p:nvCxnSpPr>
          <p:spPr>
            <a:xfrm>
              <a:off x="8025523" y="4415990"/>
              <a:ext cx="304428" cy="299576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8" name="直線コネクタ 297">
              <a:extLst>
                <a:ext uri="{FF2B5EF4-FFF2-40B4-BE49-F238E27FC236}">
                  <a16:creationId xmlns:a16="http://schemas.microsoft.com/office/drawing/2014/main" id="{5D8A62D7-4385-E97C-5F92-8590B1252BCF}"/>
                </a:ext>
              </a:extLst>
            </p:cNvPr>
            <p:cNvCxnSpPr>
              <a:cxnSpLocks/>
              <a:stCxn id="291" idx="3"/>
              <a:endCxn id="284" idx="1"/>
            </p:cNvCxnSpPr>
            <p:nvPr/>
          </p:nvCxnSpPr>
          <p:spPr>
            <a:xfrm flipV="1">
              <a:off x="8025523" y="4715566"/>
              <a:ext cx="304428" cy="29957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直線コネクタ 298">
              <a:extLst>
                <a:ext uri="{FF2B5EF4-FFF2-40B4-BE49-F238E27FC236}">
                  <a16:creationId xmlns:a16="http://schemas.microsoft.com/office/drawing/2014/main" id="{4F3FA252-0F15-B35E-C6A0-42E9B7690E2D}"/>
                </a:ext>
              </a:extLst>
            </p:cNvPr>
            <p:cNvCxnSpPr>
              <a:cxnSpLocks/>
              <a:stCxn id="292" idx="3"/>
              <a:endCxn id="285" idx="1"/>
            </p:cNvCxnSpPr>
            <p:nvPr/>
          </p:nvCxnSpPr>
          <p:spPr>
            <a:xfrm>
              <a:off x="7961462" y="5755275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直線コネクタ 299">
              <a:extLst>
                <a:ext uri="{FF2B5EF4-FFF2-40B4-BE49-F238E27FC236}">
                  <a16:creationId xmlns:a16="http://schemas.microsoft.com/office/drawing/2014/main" id="{97CB8C97-1269-53E3-D4AF-EACB564FC1BD}"/>
                </a:ext>
              </a:extLst>
            </p:cNvPr>
            <p:cNvCxnSpPr>
              <a:cxnSpLocks/>
              <a:stCxn id="310" idx="3"/>
              <a:endCxn id="285" idx="1"/>
            </p:cNvCxnSpPr>
            <p:nvPr/>
          </p:nvCxnSpPr>
          <p:spPr>
            <a:xfrm flipV="1">
              <a:off x="7961462" y="6054851"/>
              <a:ext cx="368488" cy="2995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直線コネクタ 300">
              <a:extLst>
                <a:ext uri="{FF2B5EF4-FFF2-40B4-BE49-F238E27FC236}">
                  <a16:creationId xmlns:a16="http://schemas.microsoft.com/office/drawing/2014/main" id="{5CB32506-D121-F45B-E9F0-566FCE98BFD5}"/>
                </a:ext>
              </a:extLst>
            </p:cNvPr>
            <p:cNvCxnSpPr>
              <a:cxnSpLocks/>
              <a:stCxn id="285" idx="3"/>
              <a:endCxn id="281" idx="1"/>
            </p:cNvCxnSpPr>
            <p:nvPr/>
          </p:nvCxnSpPr>
          <p:spPr>
            <a:xfrm flipV="1">
              <a:off x="9355392" y="5385209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直線コネクタ 301">
              <a:extLst>
                <a:ext uri="{FF2B5EF4-FFF2-40B4-BE49-F238E27FC236}">
                  <a16:creationId xmlns:a16="http://schemas.microsoft.com/office/drawing/2014/main" id="{E212B4D5-3210-EE06-6A9A-0842A00026F3}"/>
                </a:ext>
              </a:extLst>
            </p:cNvPr>
            <p:cNvCxnSpPr>
              <a:cxnSpLocks/>
              <a:stCxn id="284" idx="3"/>
              <a:endCxn id="281" idx="1"/>
            </p:cNvCxnSpPr>
            <p:nvPr/>
          </p:nvCxnSpPr>
          <p:spPr>
            <a:xfrm>
              <a:off x="9355392" y="4715565"/>
              <a:ext cx="368888" cy="66964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3" name="テキスト ボックス 302">
              <a:extLst>
                <a:ext uri="{FF2B5EF4-FFF2-40B4-BE49-F238E27FC236}">
                  <a16:creationId xmlns:a16="http://schemas.microsoft.com/office/drawing/2014/main" id="{4950BE1A-65C1-5D8D-7F46-01C9E5D64004}"/>
                </a:ext>
              </a:extLst>
            </p:cNvPr>
            <p:cNvSpPr txBox="1"/>
            <p:nvPr/>
          </p:nvSpPr>
          <p:spPr>
            <a:xfrm>
              <a:off x="10199578" y="5787105"/>
              <a:ext cx="1634511" cy="88249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500" dirty="0"/>
                <a:t>　　</a:t>
              </a:r>
              <a:r>
                <a:rPr kumimoji="1" lang="en-US" altLang="ja-JP" sz="500" dirty="0"/>
                <a:t>: Fuzzy reasoning</a:t>
              </a:r>
            </a:p>
            <a:p>
              <a:r>
                <a:rPr lang="ja-JP" altLang="en-US" sz="500" dirty="0"/>
                <a:t>　　</a:t>
              </a:r>
              <a:r>
                <a:rPr lang="en-US" altLang="ja-JP" sz="500" dirty="0"/>
                <a:t>: Pairwise comparison</a:t>
              </a:r>
            </a:p>
            <a:p>
              <a:r>
                <a:rPr kumimoji="1" lang="ja-JP" altLang="en-US" sz="500" dirty="0"/>
                <a:t>　　</a:t>
              </a:r>
              <a:r>
                <a:rPr kumimoji="1" lang="en-US" altLang="ja-JP" sz="500" dirty="0"/>
                <a:t>: Others</a:t>
              </a:r>
            </a:p>
            <a:p>
              <a:r>
                <a:rPr lang="ja-JP" altLang="en-US" sz="500" dirty="0"/>
                <a:t>　　</a:t>
              </a:r>
              <a:r>
                <a:rPr lang="en-US" altLang="ja-JP" sz="500" dirty="0"/>
                <a:t>: Process</a:t>
              </a:r>
            </a:p>
            <a:p>
              <a:r>
                <a:rPr kumimoji="1" lang="ja-JP" altLang="en-US" sz="500" dirty="0"/>
                <a:t>　　</a:t>
              </a:r>
              <a:r>
                <a:rPr kumimoji="1" lang="en-US" altLang="ja-JP" sz="500" dirty="0"/>
                <a:t>: Information</a:t>
              </a:r>
              <a:endParaRPr kumimoji="1" lang="ja-JP" altLang="en-US" sz="500" dirty="0"/>
            </a:p>
          </p:txBody>
        </p:sp>
        <p:cxnSp>
          <p:nvCxnSpPr>
            <p:cNvPr id="304" name="直線コネクタ 303">
              <a:extLst>
                <a:ext uri="{FF2B5EF4-FFF2-40B4-BE49-F238E27FC236}">
                  <a16:creationId xmlns:a16="http://schemas.microsoft.com/office/drawing/2014/main" id="{F99355D9-51BE-69F5-737D-AD5E599562F9}"/>
                </a:ext>
              </a:extLst>
            </p:cNvPr>
            <p:cNvCxnSpPr>
              <a:cxnSpLocks/>
              <a:stCxn id="282" idx="3"/>
              <a:endCxn id="280" idx="1"/>
            </p:cNvCxnSpPr>
            <p:nvPr/>
          </p:nvCxnSpPr>
          <p:spPr>
            <a:xfrm>
              <a:off x="9355391" y="1827407"/>
              <a:ext cx="368888" cy="72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5" name="直線コネクタ 304">
              <a:extLst>
                <a:ext uri="{FF2B5EF4-FFF2-40B4-BE49-F238E27FC236}">
                  <a16:creationId xmlns:a16="http://schemas.microsoft.com/office/drawing/2014/main" id="{DE7FCC10-9AA8-A5DC-5742-434FAF2DFF47}"/>
                </a:ext>
              </a:extLst>
            </p:cNvPr>
            <p:cNvCxnSpPr>
              <a:cxnSpLocks/>
              <a:stCxn id="283" idx="3"/>
              <a:endCxn id="280" idx="1"/>
            </p:cNvCxnSpPr>
            <p:nvPr/>
          </p:nvCxnSpPr>
          <p:spPr>
            <a:xfrm flipV="1">
              <a:off x="9355791" y="2549444"/>
              <a:ext cx="368488" cy="72203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直線コネクタ 305">
              <a:extLst>
                <a:ext uri="{FF2B5EF4-FFF2-40B4-BE49-F238E27FC236}">
                  <a16:creationId xmlns:a16="http://schemas.microsoft.com/office/drawing/2014/main" id="{47972DE1-5FE2-20BD-20A6-37051113A5FD}"/>
                </a:ext>
              </a:extLst>
            </p:cNvPr>
            <p:cNvCxnSpPr>
              <a:cxnSpLocks/>
              <a:stCxn id="280" idx="3"/>
              <a:endCxn id="279" idx="1"/>
            </p:cNvCxnSpPr>
            <p:nvPr/>
          </p:nvCxnSpPr>
          <p:spPr>
            <a:xfrm>
              <a:off x="10641780" y="2549444"/>
              <a:ext cx="368488" cy="141788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直線コネクタ 306">
              <a:extLst>
                <a:ext uri="{FF2B5EF4-FFF2-40B4-BE49-F238E27FC236}">
                  <a16:creationId xmlns:a16="http://schemas.microsoft.com/office/drawing/2014/main" id="{F7CCC3F0-DBB1-A6D3-A12F-F486FDB61323}"/>
                </a:ext>
              </a:extLst>
            </p:cNvPr>
            <p:cNvCxnSpPr>
              <a:cxnSpLocks/>
              <a:stCxn id="281" idx="3"/>
              <a:endCxn id="279" idx="1"/>
            </p:cNvCxnSpPr>
            <p:nvPr/>
          </p:nvCxnSpPr>
          <p:spPr>
            <a:xfrm flipV="1">
              <a:off x="10641780" y="3967327"/>
              <a:ext cx="368488" cy="141788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8" name="テキスト ボックス 307">
              <a:extLst>
                <a:ext uri="{FF2B5EF4-FFF2-40B4-BE49-F238E27FC236}">
                  <a16:creationId xmlns:a16="http://schemas.microsoft.com/office/drawing/2014/main" id="{C78AEFB6-9456-82E3-B4EE-915B4EA3CA55}"/>
                </a:ext>
              </a:extLst>
            </p:cNvPr>
            <p:cNvSpPr txBox="1"/>
            <p:nvPr/>
          </p:nvSpPr>
          <p:spPr>
            <a:xfrm rot="5400000">
              <a:off x="7862840" y="3115098"/>
              <a:ext cx="460225" cy="313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500" dirty="0"/>
                <a:t>…</a:t>
              </a:r>
              <a:endParaRPr kumimoji="1" lang="ja-JP" altLang="en-US" sz="500" dirty="0"/>
            </a:p>
          </p:txBody>
        </p:sp>
        <p:sp>
          <p:nvSpPr>
            <p:cNvPr id="309" name="テキスト ボックス 308">
              <a:extLst>
                <a:ext uri="{FF2B5EF4-FFF2-40B4-BE49-F238E27FC236}">
                  <a16:creationId xmlns:a16="http://schemas.microsoft.com/office/drawing/2014/main" id="{99879CB7-3840-1E99-BE49-28D0B2A607C2}"/>
                </a:ext>
              </a:extLst>
            </p:cNvPr>
            <p:cNvSpPr txBox="1"/>
            <p:nvPr/>
          </p:nvSpPr>
          <p:spPr>
            <a:xfrm rot="5400000">
              <a:off x="7862840" y="4561403"/>
              <a:ext cx="460225" cy="313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500" dirty="0"/>
                <a:t>…</a:t>
              </a:r>
              <a:endParaRPr kumimoji="1" lang="ja-JP" altLang="en-US" sz="500" dirty="0"/>
            </a:p>
          </p:txBody>
        </p:sp>
        <p:sp>
          <p:nvSpPr>
            <p:cNvPr id="310" name="四角形: 角を丸くする 309">
              <a:extLst>
                <a:ext uri="{FF2B5EF4-FFF2-40B4-BE49-F238E27FC236}">
                  <a16:creationId xmlns:a16="http://schemas.microsoft.com/office/drawing/2014/main" id="{71BB66F3-D655-7139-4059-4F28B2E10685}"/>
                </a:ext>
              </a:extLst>
            </p:cNvPr>
            <p:cNvSpPr/>
            <p:nvPr/>
          </p:nvSpPr>
          <p:spPr>
            <a:xfrm>
              <a:off x="7134227" y="6192346"/>
              <a:ext cx="827234" cy="3241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500" dirty="0"/>
                <a:t>Direction</a:t>
              </a:r>
              <a:endParaRPr kumimoji="1" lang="ja-JP" altLang="en-US" sz="500" dirty="0"/>
            </a:p>
          </p:txBody>
        </p:sp>
        <p:grpSp>
          <p:nvGrpSpPr>
            <p:cNvPr id="311" name="グループ化 310">
              <a:extLst>
                <a:ext uri="{FF2B5EF4-FFF2-40B4-BE49-F238E27FC236}">
                  <a16:creationId xmlns:a16="http://schemas.microsoft.com/office/drawing/2014/main" id="{639AC6CB-612A-7E84-82F1-C02471B462F0}"/>
                </a:ext>
              </a:extLst>
            </p:cNvPr>
            <p:cNvGrpSpPr/>
            <p:nvPr/>
          </p:nvGrpSpPr>
          <p:grpSpPr>
            <a:xfrm>
              <a:off x="10282473" y="5940000"/>
              <a:ext cx="205124" cy="360001"/>
              <a:chOff x="9721614" y="5921242"/>
              <a:chExt cx="163486" cy="397955"/>
            </a:xfrm>
          </p:grpSpPr>
          <p:cxnSp>
            <p:nvCxnSpPr>
              <p:cNvPr id="312" name="直線コネクタ 311">
                <a:extLst>
                  <a:ext uri="{FF2B5EF4-FFF2-40B4-BE49-F238E27FC236}">
                    <a16:creationId xmlns:a16="http://schemas.microsoft.com/office/drawing/2014/main" id="{E52D162F-7C1E-0DC7-2804-E0FAC089B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14" y="5921242"/>
                <a:ext cx="16345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直線コネクタ 312">
                <a:extLst>
                  <a:ext uri="{FF2B5EF4-FFF2-40B4-BE49-F238E27FC236}">
                    <a16:creationId xmlns:a16="http://schemas.microsoft.com/office/drawing/2014/main" id="{18FADF38-60F5-E5A1-1561-549E9DD761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29" y="6120220"/>
                <a:ext cx="163457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4" name="直線コネクタ 313">
                <a:extLst>
                  <a:ext uri="{FF2B5EF4-FFF2-40B4-BE49-F238E27FC236}">
                    <a16:creationId xmlns:a16="http://schemas.microsoft.com/office/drawing/2014/main" id="{071EA5E2-79C8-86BA-631F-9E016FA925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43" y="6319197"/>
                <a:ext cx="1634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2E9C3043-D1E8-C442-1586-9D4E063E27F8}"/>
                </a:ext>
              </a:extLst>
            </p:cNvPr>
            <p:cNvSpPr/>
            <p:nvPr/>
          </p:nvSpPr>
          <p:spPr>
            <a:xfrm>
              <a:off x="10281167" y="6426000"/>
              <a:ext cx="206441" cy="1007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500" dirty="0"/>
            </a:p>
          </p:txBody>
        </p:sp>
        <p:sp>
          <p:nvSpPr>
            <p:cNvPr id="316" name="四角形: 角を丸くする 315">
              <a:extLst>
                <a:ext uri="{FF2B5EF4-FFF2-40B4-BE49-F238E27FC236}">
                  <a16:creationId xmlns:a16="http://schemas.microsoft.com/office/drawing/2014/main" id="{DDF7BFE4-2D6A-0A72-E737-EF5F94BD6495}"/>
                </a:ext>
              </a:extLst>
            </p:cNvPr>
            <p:cNvSpPr/>
            <p:nvPr/>
          </p:nvSpPr>
          <p:spPr>
            <a:xfrm>
              <a:off x="10271584" y="6597469"/>
              <a:ext cx="216024" cy="10823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500" dirty="0"/>
            </a:p>
          </p:txBody>
        </p:sp>
        <p:sp>
          <p:nvSpPr>
            <p:cNvPr id="317" name="テキスト ボックス 316">
              <a:extLst>
                <a:ext uri="{FF2B5EF4-FFF2-40B4-BE49-F238E27FC236}">
                  <a16:creationId xmlns:a16="http://schemas.microsoft.com/office/drawing/2014/main" id="{916185B2-1006-3CBE-EDDA-E3FE4C547F27}"/>
                </a:ext>
              </a:extLst>
            </p:cNvPr>
            <p:cNvSpPr txBox="1"/>
            <p:nvPr/>
          </p:nvSpPr>
          <p:spPr>
            <a:xfrm>
              <a:off x="8820625" y="1280401"/>
              <a:ext cx="629253" cy="3131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500" b="1" dirty="0"/>
                <a:t>Static</a:t>
              </a:r>
              <a:endParaRPr kumimoji="1" lang="ja-JP" altLang="en-US" sz="500" b="1" dirty="0"/>
            </a:p>
          </p:txBody>
        </p:sp>
        <p:sp>
          <p:nvSpPr>
            <p:cNvPr id="318" name="テキスト ボックス 317">
              <a:extLst>
                <a:ext uri="{FF2B5EF4-FFF2-40B4-BE49-F238E27FC236}">
                  <a16:creationId xmlns:a16="http://schemas.microsoft.com/office/drawing/2014/main" id="{30BFAD95-C02F-3BFB-429C-D8138C58D237}"/>
                </a:ext>
              </a:extLst>
            </p:cNvPr>
            <p:cNvSpPr txBox="1"/>
            <p:nvPr/>
          </p:nvSpPr>
          <p:spPr>
            <a:xfrm>
              <a:off x="8607425" y="2749119"/>
              <a:ext cx="795313" cy="3131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500" b="1" dirty="0"/>
                <a:t>Dynamic</a:t>
              </a:r>
              <a:endParaRPr kumimoji="1" lang="ja-JP" altLang="en-US" sz="500" b="1" dirty="0"/>
            </a:p>
          </p:txBody>
        </p:sp>
        <p:sp>
          <p:nvSpPr>
            <p:cNvPr id="319" name="テキスト ボックス 318">
              <a:extLst>
                <a:ext uri="{FF2B5EF4-FFF2-40B4-BE49-F238E27FC236}">
                  <a16:creationId xmlns:a16="http://schemas.microsoft.com/office/drawing/2014/main" id="{F30814E0-A900-935A-0BAF-FB194A3EE7AE}"/>
                </a:ext>
              </a:extLst>
            </p:cNvPr>
            <p:cNvSpPr txBox="1"/>
            <p:nvPr/>
          </p:nvSpPr>
          <p:spPr>
            <a:xfrm>
              <a:off x="8607425" y="5520992"/>
              <a:ext cx="795313" cy="3131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500" b="1" dirty="0"/>
                <a:t>Dynamic</a:t>
              </a:r>
              <a:endParaRPr kumimoji="1" lang="ja-JP" altLang="en-US" sz="500" b="1" dirty="0"/>
            </a:p>
          </p:txBody>
        </p:sp>
        <p:pic>
          <p:nvPicPr>
            <p:cNvPr id="320" name="Picture 6" descr="ベテラン看護師さんのイラスト">
              <a:extLst>
                <a:ext uri="{FF2B5EF4-FFF2-40B4-BE49-F238E27FC236}">
                  <a16:creationId xmlns:a16="http://schemas.microsoft.com/office/drawing/2014/main" id="{E1D12814-786A-7753-4ABA-D9B754E6A3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400"/>
            <a:stretch/>
          </p:blipFill>
          <p:spPr bwMode="auto">
            <a:xfrm>
              <a:off x="1957541" y="2752394"/>
              <a:ext cx="1116308" cy="1084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1" name="吹き出し: 四角形 320">
              <a:extLst>
                <a:ext uri="{FF2B5EF4-FFF2-40B4-BE49-F238E27FC236}">
                  <a16:creationId xmlns:a16="http://schemas.microsoft.com/office/drawing/2014/main" id="{BE4EE5D2-1F47-78CC-2EAA-FFDACF07EC73}"/>
                </a:ext>
              </a:extLst>
            </p:cNvPr>
            <p:cNvSpPr/>
            <p:nvPr/>
          </p:nvSpPr>
          <p:spPr>
            <a:xfrm>
              <a:off x="2950535" y="1410619"/>
              <a:ext cx="3153750" cy="1946373"/>
            </a:xfrm>
            <a:prstGeom prst="wedgeRectCallout">
              <a:avLst>
                <a:gd name="adj1" fmla="val -57779"/>
                <a:gd name="adj2" fmla="val 32553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800" b="1" dirty="0"/>
                <a:t>Notification Policy:</a:t>
              </a:r>
            </a:p>
            <a:p>
              <a:r>
                <a:rPr lang="en-US" altLang="ja-JP" sz="800" b="1" dirty="0"/>
                <a:t>Q: </a:t>
              </a:r>
              <a:r>
                <a:rPr kumimoji="1" lang="en-US" altLang="ja-JP" sz="800" b="1" dirty="0"/>
                <a:t>Which is more dangerous?</a:t>
              </a:r>
              <a:endParaRPr kumimoji="1" lang="en-US" altLang="ja-JP" sz="800" dirty="0"/>
            </a:p>
            <a:p>
              <a:r>
                <a:rPr kumimoji="1" lang="en-US" altLang="ja-JP" sz="800" b="1" dirty="0"/>
                <a:t>A:</a:t>
              </a:r>
            </a:p>
            <a:p>
              <a:pPr algn="ctr"/>
              <a:r>
                <a:rPr kumimoji="1" lang="en-US" altLang="ja-JP" sz="800" b="1" dirty="0"/>
                <a:t>Internal &lt;==    ==&gt; External</a:t>
              </a:r>
            </a:p>
            <a:p>
              <a:pPr algn="r"/>
              <a:r>
                <a:rPr kumimoji="1" lang="en-US" altLang="ja-JP" sz="800" b="1" dirty="0"/>
                <a:t>Et</a:t>
              </a:r>
              <a:r>
                <a:rPr lang="en-US" altLang="ja-JP" sz="800" b="1" dirty="0"/>
                <a:t>c.</a:t>
              </a:r>
              <a:endParaRPr kumimoji="1" lang="ja-JP" altLang="en-US" sz="800" b="1" dirty="0"/>
            </a:p>
          </p:txBody>
        </p:sp>
        <p:cxnSp>
          <p:nvCxnSpPr>
            <p:cNvPr id="322" name="コネクタ: カギ線 321">
              <a:extLst>
                <a:ext uri="{FF2B5EF4-FFF2-40B4-BE49-F238E27FC236}">
                  <a16:creationId xmlns:a16="http://schemas.microsoft.com/office/drawing/2014/main" id="{A089E10D-607F-91E2-7B97-7F9794A86880}"/>
                </a:ext>
              </a:extLst>
            </p:cNvPr>
            <p:cNvCxnSpPr>
              <a:stCxn id="321" idx="0"/>
              <a:endCxn id="278" idx="0"/>
            </p:cNvCxnSpPr>
            <p:nvPr/>
          </p:nvCxnSpPr>
          <p:spPr>
            <a:xfrm rot="5400000" flipH="1" flipV="1">
              <a:off x="6187072" y="-532243"/>
              <a:ext cx="283200" cy="3602525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3" name="コネクタ: カギ線 322">
              <a:extLst>
                <a:ext uri="{FF2B5EF4-FFF2-40B4-BE49-F238E27FC236}">
                  <a16:creationId xmlns:a16="http://schemas.microsoft.com/office/drawing/2014/main" id="{D095231B-88CF-860C-CF30-E71E6CFEFEB3}"/>
                </a:ext>
              </a:extLst>
            </p:cNvPr>
            <p:cNvCxnSpPr>
              <a:cxnSpLocks/>
              <a:stCxn id="321" idx="0"/>
              <a:endCxn id="271" idx="0"/>
            </p:cNvCxnSpPr>
            <p:nvPr/>
          </p:nvCxnSpPr>
          <p:spPr>
            <a:xfrm rot="5400000" flipH="1" flipV="1">
              <a:off x="6889477" y="-1234648"/>
              <a:ext cx="283200" cy="5007334"/>
            </a:xfrm>
            <a:prstGeom prst="bentConnector3">
              <a:avLst>
                <a:gd name="adj1" fmla="val 1807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4" name="コネクタ: カギ線 323">
              <a:extLst>
                <a:ext uri="{FF2B5EF4-FFF2-40B4-BE49-F238E27FC236}">
                  <a16:creationId xmlns:a16="http://schemas.microsoft.com/office/drawing/2014/main" id="{CD167432-45DC-804E-1023-AA0190CAC8F3}"/>
                </a:ext>
              </a:extLst>
            </p:cNvPr>
            <p:cNvCxnSpPr>
              <a:cxnSpLocks/>
              <a:stCxn id="321" idx="0"/>
              <a:endCxn id="272" idx="0"/>
            </p:cNvCxnSpPr>
            <p:nvPr/>
          </p:nvCxnSpPr>
          <p:spPr>
            <a:xfrm rot="5400000" flipH="1" flipV="1">
              <a:off x="7524969" y="-1870138"/>
              <a:ext cx="283199" cy="6278317"/>
            </a:xfrm>
            <a:prstGeom prst="bentConnector3">
              <a:avLst>
                <a:gd name="adj1" fmla="val 1807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楕円 324">
              <a:extLst>
                <a:ext uri="{FF2B5EF4-FFF2-40B4-BE49-F238E27FC236}">
                  <a16:creationId xmlns:a16="http://schemas.microsoft.com/office/drawing/2014/main" id="{C2ADBDCE-BFD8-271A-32B9-323954B8E470}"/>
                </a:ext>
              </a:extLst>
            </p:cNvPr>
            <p:cNvSpPr/>
            <p:nvPr/>
          </p:nvSpPr>
          <p:spPr>
            <a:xfrm>
              <a:off x="5007420" y="2474172"/>
              <a:ext cx="936104" cy="34565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grpSp>
          <p:nvGrpSpPr>
            <p:cNvPr id="326" name="グループ化 325">
              <a:extLst>
                <a:ext uri="{FF2B5EF4-FFF2-40B4-BE49-F238E27FC236}">
                  <a16:creationId xmlns:a16="http://schemas.microsoft.com/office/drawing/2014/main" id="{A5E8F36E-1AD2-D9E9-93C1-71A713C5DB87}"/>
                </a:ext>
              </a:extLst>
            </p:cNvPr>
            <p:cNvGrpSpPr/>
            <p:nvPr/>
          </p:nvGrpSpPr>
          <p:grpSpPr>
            <a:xfrm>
              <a:off x="1979492" y="3996893"/>
              <a:ext cx="4508918" cy="2363422"/>
              <a:chOff x="84399" y="1736678"/>
              <a:chExt cx="6426025" cy="3368306"/>
            </a:xfrm>
          </p:grpSpPr>
          <p:pic>
            <p:nvPicPr>
              <p:cNvPr id="327" name="図 326">
                <a:extLst>
                  <a:ext uri="{FF2B5EF4-FFF2-40B4-BE49-F238E27FC236}">
                    <a16:creationId xmlns:a16="http://schemas.microsoft.com/office/drawing/2014/main" id="{346688B5-CFB8-3C72-451E-88D2F6902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8092" t="28097" r="38520" b="28444"/>
              <a:stretch>
                <a:fillRect/>
              </a:stretch>
            </p:blipFill>
            <p:spPr>
              <a:xfrm>
                <a:off x="84399" y="1769772"/>
                <a:ext cx="5906914" cy="3297755"/>
              </a:xfrm>
              <a:prstGeom prst="rect">
                <a:avLst/>
              </a:prstGeom>
            </p:spPr>
          </p:pic>
          <p:sp>
            <p:nvSpPr>
              <p:cNvPr id="328" name="テキスト ボックス 327">
                <a:extLst>
                  <a:ext uri="{FF2B5EF4-FFF2-40B4-BE49-F238E27FC236}">
                    <a16:creationId xmlns:a16="http://schemas.microsoft.com/office/drawing/2014/main" id="{C15EC3B4-A229-6975-0413-ED8B9C7A3AD9}"/>
                  </a:ext>
                </a:extLst>
              </p:cNvPr>
              <p:cNvSpPr txBox="1"/>
              <p:nvPr/>
            </p:nvSpPr>
            <p:spPr>
              <a:xfrm>
                <a:off x="3553213" y="4618127"/>
                <a:ext cx="2326762" cy="486857"/>
              </a:xfrm>
              <a:prstGeom prst="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600" dirty="0"/>
                  <a:t>Middle-aged</a:t>
                </a:r>
                <a:r>
                  <a:rPr lang="ja-JP" altLang="en-US" sz="600" dirty="0"/>
                  <a:t> </a:t>
                </a:r>
                <a:r>
                  <a:rPr kumimoji="1" lang="en-US" altLang="ja-JP" sz="600" dirty="0"/>
                  <a:t>patient</a:t>
                </a:r>
                <a:endParaRPr kumimoji="1" lang="ja-JP" altLang="en-US" sz="600" dirty="0"/>
              </a:p>
            </p:txBody>
          </p:sp>
          <p:sp>
            <p:nvSpPr>
              <p:cNvPr id="329" name="楕円 328">
                <a:extLst>
                  <a:ext uri="{FF2B5EF4-FFF2-40B4-BE49-F238E27FC236}">
                    <a16:creationId xmlns:a16="http://schemas.microsoft.com/office/drawing/2014/main" id="{25D09442-F4EF-78DF-E082-AD39EA2303FD}"/>
                  </a:ext>
                </a:extLst>
              </p:cNvPr>
              <p:cNvSpPr/>
              <p:nvPr/>
            </p:nvSpPr>
            <p:spPr>
              <a:xfrm>
                <a:off x="4289197" y="2348217"/>
                <a:ext cx="698352" cy="1944879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/>
              </a:p>
            </p:txBody>
          </p:sp>
          <p:sp>
            <p:nvSpPr>
              <p:cNvPr id="330" name="正方形/長方形 329">
                <a:extLst>
                  <a:ext uri="{FF2B5EF4-FFF2-40B4-BE49-F238E27FC236}">
                    <a16:creationId xmlns:a16="http://schemas.microsoft.com/office/drawing/2014/main" id="{DBC3C605-65EA-0865-03C5-6E753FC8BDDE}"/>
                  </a:ext>
                </a:extLst>
              </p:cNvPr>
              <p:cNvSpPr/>
              <p:nvPr/>
            </p:nvSpPr>
            <p:spPr>
              <a:xfrm>
                <a:off x="4306181" y="2780928"/>
                <a:ext cx="884435" cy="1728192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/>
              </a:p>
            </p:txBody>
          </p:sp>
          <p:sp>
            <p:nvSpPr>
              <p:cNvPr id="331" name="テキスト ボックス 330">
                <a:extLst>
                  <a:ext uri="{FF2B5EF4-FFF2-40B4-BE49-F238E27FC236}">
                    <a16:creationId xmlns:a16="http://schemas.microsoft.com/office/drawing/2014/main" id="{A63BE7B4-72F1-B5C0-2EE0-EC415DC18D82}"/>
                  </a:ext>
                </a:extLst>
              </p:cNvPr>
              <p:cNvSpPr txBox="1"/>
              <p:nvPr/>
            </p:nvSpPr>
            <p:spPr>
              <a:xfrm>
                <a:off x="3390416" y="1736678"/>
                <a:ext cx="2081216" cy="56800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400" dirty="0"/>
                  <a:t>The nurse </a:t>
                </a:r>
                <a:r>
                  <a:rPr kumimoji="1" lang="en-US" altLang="ja-JP" sz="400" b="1" dirty="0"/>
                  <a:t>supporting the patient</a:t>
                </a:r>
                <a:endParaRPr kumimoji="1" lang="ja-JP" altLang="en-US" sz="400" b="1" dirty="0"/>
              </a:p>
            </p:txBody>
          </p:sp>
          <p:sp>
            <p:nvSpPr>
              <p:cNvPr id="332" name="テキスト ボックス 331">
                <a:extLst>
                  <a:ext uri="{FF2B5EF4-FFF2-40B4-BE49-F238E27FC236}">
                    <a16:creationId xmlns:a16="http://schemas.microsoft.com/office/drawing/2014/main" id="{41320A4D-5DBA-1DEE-67D9-F948062EFAC6}"/>
                  </a:ext>
                </a:extLst>
              </p:cNvPr>
              <p:cNvSpPr txBox="1"/>
              <p:nvPr/>
            </p:nvSpPr>
            <p:spPr>
              <a:xfrm>
                <a:off x="254322" y="4416159"/>
                <a:ext cx="2207110" cy="56800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400" dirty="0"/>
                  <a:t>The nurse </a:t>
                </a:r>
                <a:r>
                  <a:rPr kumimoji="1" lang="en-US" altLang="ja-JP" sz="400" b="1" dirty="0"/>
                  <a:t>monitoring other patients</a:t>
                </a:r>
                <a:endParaRPr kumimoji="1" lang="ja-JP" altLang="en-US" sz="400" b="1" dirty="0"/>
              </a:p>
            </p:txBody>
          </p:sp>
          <p:sp>
            <p:nvSpPr>
              <p:cNvPr id="333" name="テキスト ボックス 332">
                <a:extLst>
                  <a:ext uri="{FF2B5EF4-FFF2-40B4-BE49-F238E27FC236}">
                    <a16:creationId xmlns:a16="http://schemas.microsoft.com/office/drawing/2014/main" id="{43703D5F-7777-A631-2C53-C61892444F03}"/>
                  </a:ext>
                </a:extLst>
              </p:cNvPr>
              <p:cNvSpPr txBox="1"/>
              <p:nvPr/>
            </p:nvSpPr>
            <p:spPr>
              <a:xfrm>
                <a:off x="5271655" y="4066448"/>
                <a:ext cx="980036" cy="538650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600" dirty="0"/>
                  <a:t>Chair</a:t>
                </a:r>
                <a:endParaRPr kumimoji="1" lang="ja-JP" altLang="en-US" sz="600" dirty="0"/>
              </a:p>
            </p:txBody>
          </p:sp>
          <p:sp>
            <p:nvSpPr>
              <p:cNvPr id="334" name="テキスト ボックス 333">
                <a:extLst>
                  <a:ext uri="{FF2B5EF4-FFF2-40B4-BE49-F238E27FC236}">
                    <a16:creationId xmlns:a16="http://schemas.microsoft.com/office/drawing/2014/main" id="{2670147C-C1AE-5AB5-34C1-DBE7D9F95432}"/>
                  </a:ext>
                </a:extLst>
              </p:cNvPr>
              <p:cNvSpPr txBox="1"/>
              <p:nvPr/>
            </p:nvSpPr>
            <p:spPr>
              <a:xfrm>
                <a:off x="5271655" y="2726838"/>
                <a:ext cx="1238769" cy="538650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600" dirty="0"/>
                  <a:t>Handrail</a:t>
                </a:r>
                <a:endParaRPr kumimoji="1" lang="ja-JP" altLang="en-US" sz="600" dirty="0"/>
              </a:p>
            </p:txBody>
          </p:sp>
          <p:sp>
            <p:nvSpPr>
              <p:cNvPr id="335" name="テキスト ボックス 334">
                <a:extLst>
                  <a:ext uri="{FF2B5EF4-FFF2-40B4-BE49-F238E27FC236}">
                    <a16:creationId xmlns:a16="http://schemas.microsoft.com/office/drawing/2014/main" id="{6DEB2AAD-0519-22F8-1499-9F5ECB55E8EC}"/>
                  </a:ext>
                </a:extLst>
              </p:cNvPr>
              <p:cNvSpPr txBox="1"/>
              <p:nvPr/>
            </p:nvSpPr>
            <p:spPr>
              <a:xfrm>
                <a:off x="3605039" y="4087637"/>
                <a:ext cx="944592" cy="538650"/>
              </a:xfrm>
              <a:prstGeom prst="roundRect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en-US" altLang="ja-JP" sz="600" dirty="0"/>
                  <a:t>Cane</a:t>
                </a:r>
                <a:endParaRPr kumimoji="1" lang="ja-JP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810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1109C3-0B17-CFE8-FD41-1EA1FC33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提案システム全体像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60B015F-4B65-832A-3CB7-89798714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B36FB18-D2A6-B45D-AC33-7E238DE5C8CC}"/>
              </a:ext>
            </a:extLst>
          </p:cNvPr>
          <p:cNvSpPr/>
          <p:nvPr/>
        </p:nvSpPr>
        <p:spPr>
          <a:xfrm>
            <a:off x="2359201" y="3645024"/>
            <a:ext cx="2016225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5926033-9E6D-C16C-0358-B9851A5F80CE}"/>
              </a:ext>
            </a:extLst>
          </p:cNvPr>
          <p:cNvSpPr/>
          <p:nvPr/>
        </p:nvSpPr>
        <p:spPr>
          <a:xfrm>
            <a:off x="6725483" y="3645024"/>
            <a:ext cx="2195022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B996314-F78E-A0F0-245F-1FEFF2B6CF6D}"/>
              </a:ext>
            </a:extLst>
          </p:cNvPr>
          <p:cNvSpPr/>
          <p:nvPr/>
        </p:nvSpPr>
        <p:spPr>
          <a:xfrm>
            <a:off x="4447433" y="3645024"/>
            <a:ext cx="2232248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6B703F8-1127-F5A8-F595-DC77B35E5B36}"/>
              </a:ext>
            </a:extLst>
          </p:cNvPr>
          <p:cNvSpPr/>
          <p:nvPr/>
        </p:nvSpPr>
        <p:spPr>
          <a:xfrm>
            <a:off x="8983937" y="3645024"/>
            <a:ext cx="1944216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B69A1BF-8653-55C5-0D2A-E4FC9F0C6B4B}"/>
              </a:ext>
            </a:extLst>
          </p:cNvPr>
          <p:cNvSpPr/>
          <p:nvPr/>
        </p:nvSpPr>
        <p:spPr>
          <a:xfrm>
            <a:off x="4943813" y="974034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Bounding box RGB image</a:t>
            </a:r>
            <a:endParaRPr kumimoji="1" lang="ja-JP" altLang="en-US" sz="1200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2AB55D9-D5E3-AAA1-D0FA-D1411E47F545}"/>
              </a:ext>
            </a:extLst>
          </p:cNvPr>
          <p:cNvSpPr/>
          <p:nvPr/>
        </p:nvSpPr>
        <p:spPr>
          <a:xfrm>
            <a:off x="9055945" y="959148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Extracted </a:t>
            </a:r>
            <a:r>
              <a:rPr kumimoji="1" lang="en-US" altLang="ja-JP" sz="1200" dirty="0" err="1"/>
              <a:t>PointCloud</a:t>
            </a:r>
            <a:endParaRPr kumimoji="1" lang="ja-JP" altLang="en-US" sz="1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5448FD9-42E5-8C4E-DA72-EE08C88D40E8}"/>
              </a:ext>
            </a:extLst>
          </p:cNvPr>
          <p:cNvSpPr/>
          <p:nvPr/>
        </p:nvSpPr>
        <p:spPr>
          <a:xfrm>
            <a:off x="2863257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43E9D2B-7480-DC35-74C6-E4AEC72A9BEE}"/>
              </a:ext>
            </a:extLst>
          </p:cNvPr>
          <p:cNvSpPr/>
          <p:nvPr/>
        </p:nvSpPr>
        <p:spPr>
          <a:xfrm>
            <a:off x="5023497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CE32DEC-CEB2-29CC-744E-6D38F4E7AB3A}"/>
              </a:ext>
            </a:extLst>
          </p:cNvPr>
          <p:cNvSpPr/>
          <p:nvPr/>
        </p:nvSpPr>
        <p:spPr>
          <a:xfrm>
            <a:off x="7291809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D359CFFA-5F6A-4A71-E66B-6AFE96D21396}"/>
              </a:ext>
            </a:extLst>
          </p:cNvPr>
          <p:cNvSpPr/>
          <p:nvPr/>
        </p:nvSpPr>
        <p:spPr>
          <a:xfrm>
            <a:off x="9415985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8A31E99-2D68-EB3D-75F1-B25C7B2FF6E2}"/>
              </a:ext>
            </a:extLst>
          </p:cNvPr>
          <p:cNvSpPr/>
          <p:nvPr/>
        </p:nvSpPr>
        <p:spPr>
          <a:xfrm>
            <a:off x="5023497" y="5465820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AC2D9F50-48F3-A3B8-8B1B-1D740E9CE88B}"/>
              </a:ext>
            </a:extLst>
          </p:cNvPr>
          <p:cNvSpPr/>
          <p:nvPr/>
        </p:nvSpPr>
        <p:spPr>
          <a:xfrm>
            <a:off x="7291809" y="5500311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752D70C-71B0-78FF-1C91-FA07D655180C}"/>
              </a:ext>
            </a:extLst>
          </p:cNvPr>
          <p:cNvSpPr/>
          <p:nvPr/>
        </p:nvSpPr>
        <p:spPr>
          <a:xfrm>
            <a:off x="6121322" y="6189715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F64D583B-9D60-E50A-26F4-AE7EEC72DCE4}"/>
              </a:ext>
            </a:extLst>
          </p:cNvPr>
          <p:cNvSpPr/>
          <p:nvPr/>
        </p:nvSpPr>
        <p:spPr>
          <a:xfrm>
            <a:off x="2503217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6171A55-C585-9AD0-503A-E2D380F6FC2A}"/>
              </a:ext>
            </a:extLst>
          </p:cNvPr>
          <p:cNvSpPr/>
          <p:nvPr/>
        </p:nvSpPr>
        <p:spPr>
          <a:xfrm>
            <a:off x="3379577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7D3223B-281D-B8B6-6623-8CF789EC9A22}"/>
              </a:ext>
            </a:extLst>
          </p:cNvPr>
          <p:cNvSpPr/>
          <p:nvPr/>
        </p:nvSpPr>
        <p:spPr>
          <a:xfrm>
            <a:off x="4534868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1</a:t>
            </a:r>
            <a:endParaRPr kumimoji="1" lang="ja-JP" altLang="en-US" sz="1200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018E0416-4F71-66DE-7E49-309840262134}"/>
              </a:ext>
            </a:extLst>
          </p:cNvPr>
          <p:cNvSpPr/>
          <p:nvPr/>
        </p:nvSpPr>
        <p:spPr>
          <a:xfrm>
            <a:off x="5762167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21EB5A17-623A-3D79-0FD3-1EA33433E644}"/>
              </a:ext>
            </a:extLst>
          </p:cNvPr>
          <p:cNvSpPr/>
          <p:nvPr/>
        </p:nvSpPr>
        <p:spPr>
          <a:xfrm>
            <a:off x="6782018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1</a:t>
            </a:r>
            <a:endParaRPr kumimoji="1" lang="ja-JP" altLang="en-US" sz="1200" dirty="0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464A57A-B2A9-DBB0-7D92-9DBDA5A7F77F}"/>
              </a:ext>
            </a:extLst>
          </p:cNvPr>
          <p:cNvSpPr/>
          <p:nvPr/>
        </p:nvSpPr>
        <p:spPr>
          <a:xfrm>
            <a:off x="8009317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513AE49-5B83-12F9-87AA-17091BA1DD3E}"/>
              </a:ext>
            </a:extLst>
          </p:cNvPr>
          <p:cNvSpPr/>
          <p:nvPr/>
        </p:nvSpPr>
        <p:spPr>
          <a:xfrm>
            <a:off x="8996038" y="3779149"/>
            <a:ext cx="930422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BF128D0C-5C40-57BB-0FF2-7885986244CE}"/>
              </a:ext>
            </a:extLst>
          </p:cNvPr>
          <p:cNvSpPr/>
          <p:nvPr/>
        </p:nvSpPr>
        <p:spPr>
          <a:xfrm>
            <a:off x="9981223" y="3779149"/>
            <a:ext cx="930422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A63C335-7FE0-5439-C434-13832F5A0BF5}"/>
              </a:ext>
            </a:extLst>
          </p:cNvPr>
          <p:cNvSpPr txBox="1"/>
          <p:nvPr/>
        </p:nvSpPr>
        <p:spPr>
          <a:xfrm>
            <a:off x="5411228" y="3851157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6F06554-531B-8DE7-E3A0-AFE406AB2EF5}"/>
              </a:ext>
            </a:extLst>
          </p:cNvPr>
          <p:cNvSpPr txBox="1"/>
          <p:nvPr/>
        </p:nvSpPr>
        <p:spPr>
          <a:xfrm>
            <a:off x="7658378" y="3851157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E13E277-CF46-6FB6-5D50-941688B174D3}"/>
              </a:ext>
            </a:extLst>
          </p:cNvPr>
          <p:cNvCxnSpPr>
            <a:stCxn id="25" idx="2"/>
            <a:endCxn id="18" idx="0"/>
          </p:cNvCxnSpPr>
          <p:nvPr/>
        </p:nvCxnSpPr>
        <p:spPr>
          <a:xfrm>
            <a:off x="2935205" y="4283205"/>
            <a:ext cx="468052" cy="4932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A29E294-197B-7287-D34D-2C370955D8C8}"/>
              </a:ext>
            </a:extLst>
          </p:cNvPr>
          <p:cNvCxnSpPr>
            <a:cxnSpLocks/>
            <a:stCxn id="26" idx="2"/>
            <a:endCxn id="18" idx="0"/>
          </p:cNvCxnSpPr>
          <p:nvPr/>
        </p:nvCxnSpPr>
        <p:spPr>
          <a:xfrm flipH="1">
            <a:off x="3403257" y="4283205"/>
            <a:ext cx="408308" cy="4932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749EC46-D5BD-DEBA-2B66-974165082076}"/>
              </a:ext>
            </a:extLst>
          </p:cNvPr>
          <p:cNvCxnSpPr>
            <a:cxnSpLocks/>
            <a:stCxn id="28" idx="2"/>
            <a:endCxn id="19" idx="0"/>
          </p:cNvCxnSpPr>
          <p:nvPr/>
        </p:nvCxnSpPr>
        <p:spPr>
          <a:xfrm flipH="1">
            <a:off x="5563497" y="4283205"/>
            <a:ext cx="630658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F9800D28-F977-9F0B-C0AD-6F98FE768D85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>
          <a:xfrm flipH="1" flipV="1">
            <a:off x="4966856" y="4283205"/>
            <a:ext cx="596641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715F6B9-DC9B-AED5-44F8-E209F8D931F8}"/>
              </a:ext>
            </a:extLst>
          </p:cNvPr>
          <p:cNvCxnSpPr>
            <a:cxnSpLocks/>
            <a:stCxn id="20" idx="0"/>
            <a:endCxn id="29" idx="2"/>
          </p:cNvCxnSpPr>
          <p:nvPr/>
        </p:nvCxnSpPr>
        <p:spPr>
          <a:xfrm flipH="1" flipV="1">
            <a:off x="7214006" y="4283205"/>
            <a:ext cx="617803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6573051-65C8-1E52-6AEA-CAECDD27C2DA}"/>
              </a:ext>
            </a:extLst>
          </p:cNvPr>
          <p:cNvCxnSpPr>
            <a:cxnSpLocks/>
            <a:stCxn id="20" idx="0"/>
            <a:endCxn id="30" idx="2"/>
          </p:cNvCxnSpPr>
          <p:nvPr/>
        </p:nvCxnSpPr>
        <p:spPr>
          <a:xfrm flipV="1">
            <a:off x="7831809" y="4283205"/>
            <a:ext cx="609496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AC4F2E3-6871-F302-8C47-F4D2831EB246}"/>
              </a:ext>
            </a:extLst>
          </p:cNvPr>
          <p:cNvCxnSpPr>
            <a:cxnSpLocks/>
            <a:stCxn id="21" idx="0"/>
            <a:endCxn id="32" idx="2"/>
          </p:cNvCxnSpPr>
          <p:nvPr/>
        </p:nvCxnSpPr>
        <p:spPr>
          <a:xfrm flipV="1">
            <a:off x="9955985" y="4283205"/>
            <a:ext cx="490449" cy="4932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6D595F5C-2252-AD08-D459-3FF86276EE4F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9461249" y="4283205"/>
            <a:ext cx="494736" cy="4932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AA615D3-B7A4-8B0E-EF9E-3328F86D4495}"/>
              </a:ext>
            </a:extLst>
          </p:cNvPr>
          <p:cNvCxnSpPr>
            <a:cxnSpLocks/>
            <a:stCxn id="23" idx="0"/>
            <a:endCxn id="21" idx="2"/>
          </p:cNvCxnSpPr>
          <p:nvPr/>
        </p:nvCxnSpPr>
        <p:spPr>
          <a:xfrm flipV="1">
            <a:off x="7831809" y="5264201"/>
            <a:ext cx="2124176" cy="236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06FE98C-C477-5A0E-CB5B-9959704085D6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7831809" y="5264201"/>
            <a:ext cx="0" cy="236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99861EAD-C716-D8B8-6EFA-DC0D2B2E22E7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5563497" y="5264201"/>
            <a:ext cx="0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8FEFDFE9-B320-D336-23E8-41A8FC85941A}"/>
              </a:ext>
            </a:extLst>
          </p:cNvPr>
          <p:cNvCxnSpPr>
            <a:cxnSpLocks/>
            <a:stCxn id="22" idx="0"/>
            <a:endCxn id="18" idx="2"/>
          </p:cNvCxnSpPr>
          <p:nvPr/>
        </p:nvCxnSpPr>
        <p:spPr>
          <a:xfrm flipH="1" flipV="1">
            <a:off x="3403257" y="5264201"/>
            <a:ext cx="2160240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3B12438D-495F-39D1-89B5-303B69CDD9E2}"/>
              </a:ext>
            </a:extLst>
          </p:cNvPr>
          <p:cNvCxnSpPr>
            <a:cxnSpLocks/>
            <a:stCxn id="24" idx="0"/>
            <a:endCxn id="22" idx="2"/>
          </p:cNvCxnSpPr>
          <p:nvPr/>
        </p:nvCxnSpPr>
        <p:spPr>
          <a:xfrm flipH="1" flipV="1">
            <a:off x="5563497" y="5953604"/>
            <a:ext cx="1097825" cy="236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A662AB84-20AD-4AB3-3193-A6C4B9B73D93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6661322" y="5988095"/>
            <a:ext cx="1170487" cy="2016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D30E8E44-EF11-BA82-82A3-C7F556BDEC1C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9675629" y="1721921"/>
            <a:ext cx="0" cy="98699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D8A6D876-D125-A7E5-E711-43FFC418867B}"/>
              </a:ext>
            </a:extLst>
          </p:cNvPr>
          <p:cNvSpPr txBox="1"/>
          <p:nvPr/>
        </p:nvSpPr>
        <p:spPr>
          <a:xfrm>
            <a:off x="1375053" y="3892677"/>
            <a:ext cx="928487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b="1" dirty="0"/>
              <a:t>Features</a:t>
            </a:r>
            <a:endParaRPr lang="ja-JP" altLang="en-US" sz="1400" b="1" dirty="0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CC79E5AD-4754-5CC0-4A4C-9947E06FA30E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935205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794A35F2-AD08-B18C-712D-AA6692924707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3811565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7D708885-B928-ECF3-E978-6A45A710ED73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4966856" y="3284984"/>
            <a:ext cx="0" cy="4941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B9892295-D93E-C12C-4361-BA81065223D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194155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A8C4BF06-F766-1D87-3EBD-7FF522C84E9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214006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BA7D2F67-37C5-8DBC-A257-FE72EFC99BA2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8441305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7506B69A-42F0-A809-A778-8664A7FE50F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9461249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8B9F2B3-A1F7-EB66-42CB-320CFC65CF23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0446434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0BE1BF6-97E0-C8A8-CE30-036EB6C5B03B}"/>
              </a:ext>
            </a:extLst>
          </p:cNvPr>
          <p:cNvSpPr txBox="1"/>
          <p:nvPr/>
        </p:nvSpPr>
        <p:spPr>
          <a:xfrm>
            <a:off x="2768692" y="5496542"/>
            <a:ext cx="1863011" cy="138499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Static contents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Dynamic contents</a:t>
            </a:r>
            <a:endParaRPr kumimoji="1" lang="ja-JP" altLang="en-US" sz="1200" dirty="0"/>
          </a:p>
        </p:txBody>
      </p: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885C0D9E-6AE4-2300-BD44-FB1CFD8AC6FA}"/>
              </a:ext>
            </a:extLst>
          </p:cNvPr>
          <p:cNvGrpSpPr/>
          <p:nvPr/>
        </p:nvGrpSpPr>
        <p:grpSpPr>
          <a:xfrm>
            <a:off x="2851589" y="5649436"/>
            <a:ext cx="205124" cy="360001"/>
            <a:chOff x="9721614" y="5921242"/>
            <a:chExt cx="163486" cy="397955"/>
          </a:xfrm>
        </p:grpSpPr>
        <p:cxnSp>
          <p:nvCxnSpPr>
            <p:cNvPr id="86" name="直線コネクタ 85">
              <a:extLst>
                <a:ext uri="{FF2B5EF4-FFF2-40B4-BE49-F238E27FC236}">
                  <a16:creationId xmlns:a16="http://schemas.microsoft.com/office/drawing/2014/main" id="{793A4D68-B2EF-5E9A-FA81-8945ED6FBE88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3A4630E9-00EB-C704-2FBD-B203FD57C5EF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8D64E026-040E-9C34-3A85-6F666910B08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A145636B-4DAC-8472-FDF5-B48FADCAC7EF}"/>
              </a:ext>
            </a:extLst>
          </p:cNvPr>
          <p:cNvSpPr/>
          <p:nvPr/>
        </p:nvSpPr>
        <p:spPr>
          <a:xfrm>
            <a:off x="2850283" y="6135436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97B19C0B-C812-D6EC-E13F-F4926B4D084C}"/>
              </a:ext>
            </a:extLst>
          </p:cNvPr>
          <p:cNvSpPr/>
          <p:nvPr/>
        </p:nvSpPr>
        <p:spPr>
          <a:xfrm>
            <a:off x="2840700" y="6306905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0BA3718-67D3-0D71-0BA7-7B10D054D6AA}"/>
              </a:ext>
            </a:extLst>
          </p:cNvPr>
          <p:cNvSpPr txBox="1"/>
          <p:nvPr/>
        </p:nvSpPr>
        <p:spPr>
          <a:xfrm>
            <a:off x="1272902" y="4881809"/>
            <a:ext cx="1132788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b="1" dirty="0"/>
              <a:t>Risk factors</a:t>
            </a:r>
            <a:endParaRPr lang="ja-JP" altLang="en-US" sz="1400" b="1" dirty="0"/>
          </a:p>
        </p:txBody>
      </p: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D90A62AA-BCA6-C108-96A5-2080FC11DF2E}"/>
              </a:ext>
            </a:extLst>
          </p:cNvPr>
          <p:cNvCxnSpPr>
            <a:cxnSpLocks/>
          </p:cNvCxnSpPr>
          <p:nvPr/>
        </p:nvCxnSpPr>
        <p:spPr>
          <a:xfrm>
            <a:off x="1343472" y="3645024"/>
            <a:ext cx="1029714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1DEC4B3-B9D8-1583-EE32-44C37F9FA97E}"/>
              </a:ext>
            </a:extLst>
          </p:cNvPr>
          <p:cNvSpPr/>
          <p:nvPr/>
        </p:nvSpPr>
        <p:spPr>
          <a:xfrm>
            <a:off x="2503217" y="2717495"/>
            <a:ext cx="172819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VQA</a:t>
            </a:r>
            <a:endParaRPr kumimoji="1" lang="ja-JP" altLang="en-US" sz="1200" dirty="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DFEDD54C-E183-961C-36D5-C5685D4141AB}"/>
              </a:ext>
            </a:extLst>
          </p:cNvPr>
          <p:cNvSpPr/>
          <p:nvPr/>
        </p:nvSpPr>
        <p:spPr>
          <a:xfrm>
            <a:off x="4519440" y="2717495"/>
            <a:ext cx="208823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Pose similarity evaluator</a:t>
            </a: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0A442989-173F-6A05-9F10-06421AA51DE3}"/>
              </a:ext>
            </a:extLst>
          </p:cNvPr>
          <p:cNvSpPr/>
          <p:nvPr/>
        </p:nvSpPr>
        <p:spPr>
          <a:xfrm>
            <a:off x="6760263" y="2708920"/>
            <a:ext cx="2088232" cy="5601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VQA</a:t>
            </a:r>
            <a:endParaRPr kumimoji="1" lang="ja-JP" altLang="en-US" sz="1200" dirty="0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F72D8A9B-FADD-1C9D-DE20-5DBAAE7FA96C}"/>
              </a:ext>
            </a:extLst>
          </p:cNvPr>
          <p:cNvSpPr/>
          <p:nvPr/>
        </p:nvSpPr>
        <p:spPr>
          <a:xfrm>
            <a:off x="9055945" y="2717495"/>
            <a:ext cx="1800200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Relative position calculator</a:t>
            </a:r>
            <a:endParaRPr kumimoji="1" lang="ja-JP" altLang="en-US" sz="1200" dirty="0"/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D7793A66-F0C4-2A43-F52C-94DA8D74E32C}"/>
              </a:ext>
            </a:extLst>
          </p:cNvPr>
          <p:cNvCxnSpPr>
            <a:cxnSpLocks/>
          </p:cNvCxnSpPr>
          <p:nvPr/>
        </p:nvCxnSpPr>
        <p:spPr>
          <a:xfrm>
            <a:off x="1343472" y="4509120"/>
            <a:ext cx="1029714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9" name="Picture 6" descr="ベテラン看護師さんのイラスト">
            <a:extLst>
              <a:ext uri="{FF2B5EF4-FFF2-40B4-BE49-F238E27FC236}">
                <a16:creationId xmlns:a16="http://schemas.microsoft.com/office/drawing/2014/main" id="{4CF6C569-D225-6EC1-03AF-467557432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0"/>
          <a:stretch/>
        </p:blipFill>
        <p:spPr bwMode="auto">
          <a:xfrm>
            <a:off x="1225134" y="5647329"/>
            <a:ext cx="1116308" cy="108477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D34E6E60-9235-9098-E846-B06AE3DA964E}"/>
              </a:ext>
            </a:extLst>
          </p:cNvPr>
          <p:cNvSpPr txBox="1"/>
          <p:nvPr/>
        </p:nvSpPr>
        <p:spPr>
          <a:xfrm>
            <a:off x="1375053" y="2431921"/>
            <a:ext cx="928487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b="1" dirty="0"/>
              <a:t>Input</a:t>
            </a:r>
            <a:endParaRPr lang="ja-JP" altLang="en-US" sz="1400" b="1" dirty="0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AE06596A-C6F8-165F-5A71-4063590879FD}"/>
              </a:ext>
            </a:extLst>
          </p:cNvPr>
          <p:cNvSpPr txBox="1"/>
          <p:nvPr/>
        </p:nvSpPr>
        <p:spPr>
          <a:xfrm rot="16200000">
            <a:off x="-748039" y="5125704"/>
            <a:ext cx="3382376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dirty="0"/>
              <a:t>Questionnaire </a:t>
            </a:r>
            <a:r>
              <a:rPr lang="en-US" altLang="ja-JP" sz="1400" dirty="0">
                <a:sym typeface="Wingdings" panose="05000000000000000000" pitchFamily="2" charset="2"/>
              </a:rPr>
              <a:t> AHP weights / Fuzzy rules</a:t>
            </a:r>
            <a:endParaRPr lang="ja-JP" altLang="en-US" sz="1400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16D72436-FB5D-6250-7B55-75F71A609A64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1124329" y="4031177"/>
            <a:ext cx="250724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FC05E396-D3D4-FD42-D6BF-FCDEC5BB5A28}"/>
              </a:ext>
            </a:extLst>
          </p:cNvPr>
          <p:cNvCxnSpPr>
            <a:cxnSpLocks/>
            <a:stCxn id="92" idx="1"/>
          </p:cNvCxnSpPr>
          <p:nvPr/>
        </p:nvCxnSpPr>
        <p:spPr>
          <a:xfrm flipH="1">
            <a:off x="1124329" y="5020309"/>
            <a:ext cx="148573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20992B2A-54BC-427D-2247-AED7F3758084}"/>
              </a:ext>
            </a:extLst>
          </p:cNvPr>
          <p:cNvCxnSpPr>
            <a:cxnSpLocks/>
          </p:cNvCxnSpPr>
          <p:nvPr/>
        </p:nvCxnSpPr>
        <p:spPr>
          <a:xfrm>
            <a:off x="1127448" y="4019147"/>
            <a:ext cx="0" cy="2170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E9A8408D-5853-2953-0A59-A9670636DD31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1127448" y="6189715"/>
            <a:ext cx="976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4BC2DDE8-71C1-1F2F-650D-516CA38FF2C5}"/>
              </a:ext>
            </a:extLst>
          </p:cNvPr>
          <p:cNvCxnSpPr>
            <a:cxnSpLocks/>
          </p:cNvCxnSpPr>
          <p:nvPr/>
        </p:nvCxnSpPr>
        <p:spPr>
          <a:xfrm flipH="1">
            <a:off x="2359201" y="5803970"/>
            <a:ext cx="250724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左中かっこ 106">
            <a:extLst>
              <a:ext uri="{FF2B5EF4-FFF2-40B4-BE49-F238E27FC236}">
                <a16:creationId xmlns:a16="http://schemas.microsoft.com/office/drawing/2014/main" id="{F0F3A323-F277-0D4C-FAA8-2884858EBC80}"/>
              </a:ext>
            </a:extLst>
          </p:cNvPr>
          <p:cNvSpPr/>
          <p:nvPr/>
        </p:nvSpPr>
        <p:spPr>
          <a:xfrm>
            <a:off x="2583635" y="5515938"/>
            <a:ext cx="199997" cy="5760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8BE674CE-985D-4810-A7F4-97A0D8778B73}"/>
              </a:ext>
            </a:extLst>
          </p:cNvPr>
          <p:cNvSpPr/>
          <p:nvPr/>
        </p:nvSpPr>
        <p:spPr>
          <a:xfrm>
            <a:off x="2838569" y="6471667"/>
            <a:ext cx="265280" cy="155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0AD4CADE-E8AE-0965-114B-286F6E2D1910}"/>
              </a:ext>
            </a:extLst>
          </p:cNvPr>
          <p:cNvSpPr/>
          <p:nvPr/>
        </p:nvSpPr>
        <p:spPr>
          <a:xfrm>
            <a:off x="2838569" y="6669207"/>
            <a:ext cx="265280" cy="1553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0505CE7F-09F0-6AA5-855C-FC59561C24E1}"/>
              </a:ext>
            </a:extLst>
          </p:cNvPr>
          <p:cNvCxnSpPr>
            <a:cxnSpLocks/>
            <a:stCxn id="94" idx="0"/>
            <a:endCxn id="11" idx="2"/>
          </p:cNvCxnSpPr>
          <p:nvPr/>
        </p:nvCxnSpPr>
        <p:spPr>
          <a:xfrm rot="5400000" flipH="1" flipV="1">
            <a:off x="3975061" y="1129059"/>
            <a:ext cx="980688" cy="2196184"/>
          </a:xfrm>
          <a:prstGeom prst="bentConnector3">
            <a:avLst>
              <a:gd name="adj1" fmla="val 50000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E22488E0-2145-D34E-A3A5-BBE638360B4F}"/>
              </a:ext>
            </a:extLst>
          </p:cNvPr>
          <p:cNvCxnSpPr>
            <a:cxnSpLocks/>
            <a:stCxn id="95" idx="0"/>
            <a:endCxn id="11" idx="2"/>
          </p:cNvCxnSpPr>
          <p:nvPr/>
        </p:nvCxnSpPr>
        <p:spPr>
          <a:xfrm rot="16200000" flipV="1">
            <a:off x="5073183" y="2227121"/>
            <a:ext cx="980688" cy="59"/>
          </a:xfrm>
          <a:prstGeom prst="bentConnector3">
            <a:avLst>
              <a:gd name="adj1" fmla="val 50000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20">
            <a:extLst>
              <a:ext uri="{FF2B5EF4-FFF2-40B4-BE49-F238E27FC236}">
                <a16:creationId xmlns:a16="http://schemas.microsoft.com/office/drawing/2014/main" id="{BE41BC7B-16B4-C77E-2394-AFC319C40AF8}"/>
              </a:ext>
            </a:extLst>
          </p:cNvPr>
          <p:cNvCxnSpPr>
            <a:cxnSpLocks/>
            <a:stCxn id="96" idx="0"/>
            <a:endCxn id="11" idx="2"/>
          </p:cNvCxnSpPr>
          <p:nvPr/>
        </p:nvCxnSpPr>
        <p:spPr>
          <a:xfrm rot="16200000" flipV="1">
            <a:off x="6197882" y="1102423"/>
            <a:ext cx="972113" cy="2240882"/>
          </a:xfrm>
          <a:prstGeom prst="bentConnector3">
            <a:avLst>
              <a:gd name="adj1" fmla="val 50000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72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18798E-C063-6C14-E5D7-F0A39C90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999DFD-5459-3442-6DC2-7328B9AF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10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B3EE63C-3DA7-43F1-54CD-82CF646F2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42" y="0"/>
            <a:ext cx="7254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02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FB5EB8-FF51-C33B-167F-1AF0E64B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5FD646-1C72-0863-8102-0F74E651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2049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1A4C-027C-7590-E17F-B45693F2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480A4-83DC-7976-C4B2-BE3B287A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　危険度評価　人員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1D0583-9932-70B9-B7D3-1A91027D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12</a:t>
            </a:fld>
            <a:endParaRPr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4ED4535-E6E5-F8BB-A46C-6805F0937103}"/>
              </a:ext>
            </a:extLst>
          </p:cNvPr>
          <p:cNvCxnSpPr>
            <a:cxnSpLocks/>
          </p:cNvCxnSpPr>
          <p:nvPr/>
        </p:nvCxnSpPr>
        <p:spPr>
          <a:xfrm>
            <a:off x="695400" y="9174948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75B8132-C0E3-D781-4498-10FCF86BFE18}"/>
              </a:ext>
            </a:extLst>
          </p:cNvPr>
          <p:cNvCxnSpPr>
            <a:cxnSpLocks/>
          </p:cNvCxnSpPr>
          <p:nvPr/>
        </p:nvCxnSpPr>
        <p:spPr>
          <a:xfrm flipV="1">
            <a:off x="1055440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3F5315-1485-7BB1-AF67-11A703BCBCFF}"/>
              </a:ext>
            </a:extLst>
          </p:cNvPr>
          <p:cNvSpPr txBox="1"/>
          <p:nvPr/>
        </p:nvSpPr>
        <p:spPr>
          <a:xfrm>
            <a:off x="3020435" y="91616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3561D9-50C7-60A3-FC3C-12CF8CB36208}"/>
              </a:ext>
            </a:extLst>
          </p:cNvPr>
          <p:cNvSpPr txBox="1"/>
          <p:nvPr/>
        </p:nvSpPr>
        <p:spPr>
          <a:xfrm>
            <a:off x="708037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7D2182-7139-B098-FA00-22602F4220F1}"/>
              </a:ext>
            </a:extLst>
          </p:cNvPr>
          <p:cNvSpPr txBox="1"/>
          <p:nvPr/>
        </p:nvSpPr>
        <p:spPr>
          <a:xfrm>
            <a:off x="2614078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C1E73E-761D-981C-3BAB-C3E8DF990285}"/>
              </a:ext>
            </a:extLst>
          </p:cNvPr>
          <p:cNvSpPr txBox="1"/>
          <p:nvPr/>
        </p:nvSpPr>
        <p:spPr>
          <a:xfrm>
            <a:off x="749047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55AC4E-C8B3-D8FD-CA80-1A5EE4491E5B}"/>
              </a:ext>
            </a:extLst>
          </p:cNvPr>
          <p:cNvSpPr txBox="1"/>
          <p:nvPr/>
        </p:nvSpPr>
        <p:spPr>
          <a:xfrm rot="16200000">
            <a:off x="-594344" y="79148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E0BABA1-6C4E-46DE-2039-F042E030035F}"/>
              </a:ext>
            </a:extLst>
          </p:cNvPr>
          <p:cNvCxnSpPr>
            <a:cxnSpLocks/>
          </p:cNvCxnSpPr>
          <p:nvPr/>
        </p:nvCxnSpPr>
        <p:spPr>
          <a:xfrm>
            <a:off x="2855640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8E606F3-C416-D51D-AB06-4AA92C917A9B}"/>
              </a:ext>
            </a:extLst>
          </p:cNvPr>
          <p:cNvCxnSpPr>
            <a:cxnSpLocks/>
          </p:cNvCxnSpPr>
          <p:nvPr/>
        </p:nvCxnSpPr>
        <p:spPr>
          <a:xfrm>
            <a:off x="1055440" y="737474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88E7D46-28E0-1CF0-5070-BBB54D223A62}"/>
              </a:ext>
            </a:extLst>
          </p:cNvPr>
          <p:cNvCxnSpPr>
            <a:cxnSpLocks/>
          </p:cNvCxnSpPr>
          <p:nvPr/>
        </p:nvCxnSpPr>
        <p:spPr>
          <a:xfrm>
            <a:off x="1054269" y="7374748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9EF20BD-2D28-98E8-141A-DB0BE608AC13}"/>
              </a:ext>
            </a:extLst>
          </p:cNvPr>
          <p:cNvCxnSpPr>
            <a:cxnSpLocks/>
          </p:cNvCxnSpPr>
          <p:nvPr/>
        </p:nvCxnSpPr>
        <p:spPr>
          <a:xfrm>
            <a:off x="2853019" y="918653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7BA3FA1-597B-5D70-599C-DD98C24F211E}"/>
              </a:ext>
            </a:extLst>
          </p:cNvPr>
          <p:cNvCxnSpPr>
            <a:cxnSpLocks/>
          </p:cNvCxnSpPr>
          <p:nvPr/>
        </p:nvCxnSpPr>
        <p:spPr>
          <a:xfrm>
            <a:off x="695400" y="7374748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61A8685-CA17-CBFB-20AA-8AAA125EE289}"/>
              </a:ext>
            </a:extLst>
          </p:cNvPr>
          <p:cNvCxnSpPr>
            <a:cxnSpLocks/>
          </p:cNvCxnSpPr>
          <p:nvPr/>
        </p:nvCxnSpPr>
        <p:spPr>
          <a:xfrm>
            <a:off x="4292007" y="9174948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86B1F58-54C1-43FF-870E-7B8ACDD88383}"/>
              </a:ext>
            </a:extLst>
          </p:cNvPr>
          <p:cNvCxnSpPr>
            <a:cxnSpLocks/>
          </p:cNvCxnSpPr>
          <p:nvPr/>
        </p:nvCxnSpPr>
        <p:spPr>
          <a:xfrm flipV="1">
            <a:off x="4652047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F7C94CA-6436-0C1A-43A6-113D52EDF5E6}"/>
              </a:ext>
            </a:extLst>
          </p:cNvPr>
          <p:cNvSpPr txBox="1"/>
          <p:nvPr/>
        </p:nvSpPr>
        <p:spPr>
          <a:xfrm>
            <a:off x="6617042" y="91616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BD2CDB6-1702-6D50-417D-89AA7210D1F0}"/>
              </a:ext>
            </a:extLst>
          </p:cNvPr>
          <p:cNvSpPr txBox="1"/>
          <p:nvPr/>
        </p:nvSpPr>
        <p:spPr>
          <a:xfrm>
            <a:off x="4304644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EF24BFA-F2E2-DCD3-9404-75864BDDFD20}"/>
              </a:ext>
            </a:extLst>
          </p:cNvPr>
          <p:cNvSpPr txBox="1"/>
          <p:nvPr/>
        </p:nvSpPr>
        <p:spPr>
          <a:xfrm>
            <a:off x="6210685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1E2CD72-0907-28DA-B8A6-05ED5C214405}"/>
              </a:ext>
            </a:extLst>
          </p:cNvPr>
          <p:cNvSpPr txBox="1"/>
          <p:nvPr/>
        </p:nvSpPr>
        <p:spPr>
          <a:xfrm>
            <a:off x="4345654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9BFE306-1E84-10DB-4A0D-9A5975B5AC30}"/>
              </a:ext>
            </a:extLst>
          </p:cNvPr>
          <p:cNvSpPr txBox="1"/>
          <p:nvPr/>
        </p:nvSpPr>
        <p:spPr>
          <a:xfrm rot="16200000">
            <a:off x="3002263" y="79148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1518062A-B2EF-6F2C-E11C-C5B2F91F27D2}"/>
              </a:ext>
            </a:extLst>
          </p:cNvPr>
          <p:cNvCxnSpPr>
            <a:cxnSpLocks/>
          </p:cNvCxnSpPr>
          <p:nvPr/>
        </p:nvCxnSpPr>
        <p:spPr>
          <a:xfrm>
            <a:off x="6452247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5DEBC19A-C637-0152-7434-0240C7018F18}"/>
              </a:ext>
            </a:extLst>
          </p:cNvPr>
          <p:cNvCxnSpPr>
            <a:cxnSpLocks/>
          </p:cNvCxnSpPr>
          <p:nvPr/>
        </p:nvCxnSpPr>
        <p:spPr>
          <a:xfrm>
            <a:off x="4652047" y="737474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1CF6DCB-B9EB-C4E4-0AC5-3F5004665A12}"/>
              </a:ext>
            </a:extLst>
          </p:cNvPr>
          <p:cNvCxnSpPr>
            <a:cxnSpLocks/>
          </p:cNvCxnSpPr>
          <p:nvPr/>
        </p:nvCxnSpPr>
        <p:spPr>
          <a:xfrm flipV="1">
            <a:off x="4650876" y="7374748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E0369B4D-9B67-58C3-EE77-0E0829D97F89}"/>
              </a:ext>
            </a:extLst>
          </p:cNvPr>
          <p:cNvCxnSpPr>
            <a:cxnSpLocks/>
          </p:cNvCxnSpPr>
          <p:nvPr/>
        </p:nvCxnSpPr>
        <p:spPr>
          <a:xfrm>
            <a:off x="6449626" y="737951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17A3152-D19D-0F86-E506-A0D890492096}"/>
              </a:ext>
            </a:extLst>
          </p:cNvPr>
          <p:cNvCxnSpPr>
            <a:cxnSpLocks/>
          </p:cNvCxnSpPr>
          <p:nvPr/>
        </p:nvCxnSpPr>
        <p:spPr>
          <a:xfrm>
            <a:off x="4292007" y="9174948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2334A51-0DCA-3C10-2CEB-A869D0253805}"/>
              </a:ext>
            </a:extLst>
          </p:cNvPr>
          <p:cNvCxnSpPr>
            <a:cxnSpLocks/>
          </p:cNvCxnSpPr>
          <p:nvPr/>
        </p:nvCxnSpPr>
        <p:spPr>
          <a:xfrm>
            <a:off x="9336360" y="9174948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D9BF242-81DE-E3E5-FC9F-AEDC7431D85E}"/>
              </a:ext>
            </a:extLst>
          </p:cNvPr>
          <p:cNvCxnSpPr>
            <a:cxnSpLocks/>
          </p:cNvCxnSpPr>
          <p:nvPr/>
        </p:nvCxnSpPr>
        <p:spPr>
          <a:xfrm flipV="1">
            <a:off x="9696400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BEBF49F-BE25-C9CC-E8C6-D3FA0C7C5E0B}"/>
              </a:ext>
            </a:extLst>
          </p:cNvPr>
          <p:cNvSpPr txBox="1"/>
          <p:nvPr/>
        </p:nvSpPr>
        <p:spPr>
          <a:xfrm>
            <a:off x="11758606" y="879233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F3E329D-31FE-521F-DDF5-123B2F855121}"/>
              </a:ext>
            </a:extLst>
          </p:cNvPr>
          <p:cNvSpPr txBox="1"/>
          <p:nvPr/>
        </p:nvSpPr>
        <p:spPr>
          <a:xfrm>
            <a:off x="9348997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FD5FC9B-13C8-510B-E93D-975471E5F1ED}"/>
              </a:ext>
            </a:extLst>
          </p:cNvPr>
          <p:cNvSpPr txBox="1"/>
          <p:nvPr/>
        </p:nvSpPr>
        <p:spPr>
          <a:xfrm>
            <a:off x="10905362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CC515F3-CE8B-F871-F652-8D3237D99C4D}"/>
              </a:ext>
            </a:extLst>
          </p:cNvPr>
          <p:cNvSpPr txBox="1"/>
          <p:nvPr/>
        </p:nvSpPr>
        <p:spPr>
          <a:xfrm>
            <a:off x="9390007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2574A1F-212F-BF1D-A7DA-54464AAF950F}"/>
              </a:ext>
            </a:extLst>
          </p:cNvPr>
          <p:cNvSpPr txBox="1"/>
          <p:nvPr/>
        </p:nvSpPr>
        <p:spPr>
          <a:xfrm rot="16200000">
            <a:off x="7627664" y="79148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EC3EBE6-35BB-E682-98FF-FE54D2E2F869}"/>
              </a:ext>
            </a:extLst>
          </p:cNvPr>
          <p:cNvCxnSpPr>
            <a:cxnSpLocks/>
          </p:cNvCxnSpPr>
          <p:nvPr/>
        </p:nvCxnSpPr>
        <p:spPr>
          <a:xfrm>
            <a:off x="9696400" y="7374748"/>
            <a:ext cx="72730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F13E9135-93F0-2D20-CB38-05E0E8FD596E}"/>
              </a:ext>
            </a:extLst>
          </p:cNvPr>
          <p:cNvCxnSpPr>
            <a:cxnSpLocks/>
          </p:cNvCxnSpPr>
          <p:nvPr/>
        </p:nvCxnSpPr>
        <p:spPr>
          <a:xfrm flipV="1">
            <a:off x="9696399" y="7386330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7F973C42-41D2-A3ED-325B-838CE7F352DC}"/>
              </a:ext>
            </a:extLst>
          </p:cNvPr>
          <p:cNvSpPr txBox="1"/>
          <p:nvPr/>
        </p:nvSpPr>
        <p:spPr>
          <a:xfrm>
            <a:off x="10174744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17EB8EC8-3085-911E-5D0A-0A417A7D5311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7386330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2C8E1D5-FAC1-6A83-6E02-23BE9E36C887}"/>
              </a:ext>
            </a:extLst>
          </p:cNvPr>
          <p:cNvSpPr/>
          <p:nvPr/>
        </p:nvSpPr>
        <p:spPr>
          <a:xfrm>
            <a:off x="7521097" y="7386330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10CA1F87-E735-5D07-1BC3-F5B205BFB2EC}"/>
              </a:ext>
            </a:extLst>
          </p:cNvPr>
          <p:cNvCxnSpPr>
            <a:cxnSpLocks/>
          </p:cNvCxnSpPr>
          <p:nvPr/>
        </p:nvCxnSpPr>
        <p:spPr>
          <a:xfrm>
            <a:off x="695400" y="12053713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F60AAE4E-474F-C2B6-E0F1-AB9066D7D3B1}"/>
              </a:ext>
            </a:extLst>
          </p:cNvPr>
          <p:cNvCxnSpPr>
            <a:cxnSpLocks/>
          </p:cNvCxnSpPr>
          <p:nvPr/>
        </p:nvCxnSpPr>
        <p:spPr>
          <a:xfrm flipV="1">
            <a:off x="1055440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FCDFCB7-D0AB-85A5-F206-5CBAE0456A0C}"/>
              </a:ext>
            </a:extLst>
          </p:cNvPr>
          <p:cNvSpPr txBox="1"/>
          <p:nvPr/>
        </p:nvSpPr>
        <p:spPr>
          <a:xfrm>
            <a:off x="3020435" y="120404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D257E05-D2C1-8893-7CF8-84184A99AC5B}"/>
              </a:ext>
            </a:extLst>
          </p:cNvPr>
          <p:cNvSpPr txBox="1"/>
          <p:nvPr/>
        </p:nvSpPr>
        <p:spPr>
          <a:xfrm>
            <a:off x="708037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09C5856-8642-09D3-2777-94C480AF017C}"/>
              </a:ext>
            </a:extLst>
          </p:cNvPr>
          <p:cNvSpPr txBox="1"/>
          <p:nvPr/>
        </p:nvSpPr>
        <p:spPr>
          <a:xfrm>
            <a:off x="2614078" y="1205201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C3FDDDD3-052A-4F32-25C7-A3DB54D5B751}"/>
              </a:ext>
            </a:extLst>
          </p:cNvPr>
          <p:cNvSpPr txBox="1"/>
          <p:nvPr/>
        </p:nvSpPr>
        <p:spPr>
          <a:xfrm>
            <a:off x="749047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DF8A821-AA61-13AC-8295-1A53AB4E05EC}"/>
              </a:ext>
            </a:extLst>
          </p:cNvPr>
          <p:cNvSpPr txBox="1"/>
          <p:nvPr/>
        </p:nvSpPr>
        <p:spPr>
          <a:xfrm rot="16200000">
            <a:off x="-594344" y="1079357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F5538FC-B2A7-98EB-C0C0-667FC262971D}"/>
              </a:ext>
            </a:extLst>
          </p:cNvPr>
          <p:cNvCxnSpPr>
            <a:cxnSpLocks/>
          </p:cNvCxnSpPr>
          <p:nvPr/>
        </p:nvCxnSpPr>
        <p:spPr>
          <a:xfrm>
            <a:off x="2855640" y="10253513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BFCE6BF1-2353-7EE2-B889-D8CCD65640A3}"/>
              </a:ext>
            </a:extLst>
          </p:cNvPr>
          <p:cNvCxnSpPr>
            <a:cxnSpLocks/>
          </p:cNvCxnSpPr>
          <p:nvPr/>
        </p:nvCxnSpPr>
        <p:spPr>
          <a:xfrm>
            <a:off x="1055440" y="10253513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5BE21552-3FB0-90EB-014D-6A4E6A65146F}"/>
              </a:ext>
            </a:extLst>
          </p:cNvPr>
          <p:cNvCxnSpPr>
            <a:cxnSpLocks/>
          </p:cNvCxnSpPr>
          <p:nvPr/>
        </p:nvCxnSpPr>
        <p:spPr>
          <a:xfrm>
            <a:off x="1054269" y="10253513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636C6D47-EBBA-2AE0-6CA8-9EAD027C895F}"/>
              </a:ext>
            </a:extLst>
          </p:cNvPr>
          <p:cNvCxnSpPr>
            <a:cxnSpLocks/>
          </p:cNvCxnSpPr>
          <p:nvPr/>
        </p:nvCxnSpPr>
        <p:spPr>
          <a:xfrm>
            <a:off x="2853019" y="12065295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26F167E-E354-CB91-D064-20E3F1F20A88}"/>
              </a:ext>
            </a:extLst>
          </p:cNvPr>
          <p:cNvCxnSpPr>
            <a:cxnSpLocks/>
          </p:cNvCxnSpPr>
          <p:nvPr/>
        </p:nvCxnSpPr>
        <p:spPr>
          <a:xfrm>
            <a:off x="695400" y="10253513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352AB6EE-81A7-F85A-AB49-B656BD922326}"/>
              </a:ext>
            </a:extLst>
          </p:cNvPr>
          <p:cNvCxnSpPr>
            <a:cxnSpLocks/>
          </p:cNvCxnSpPr>
          <p:nvPr/>
        </p:nvCxnSpPr>
        <p:spPr>
          <a:xfrm>
            <a:off x="4292007" y="12053713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91782316-4208-4A9D-FD09-97128D75EFF1}"/>
              </a:ext>
            </a:extLst>
          </p:cNvPr>
          <p:cNvCxnSpPr>
            <a:cxnSpLocks/>
          </p:cNvCxnSpPr>
          <p:nvPr/>
        </p:nvCxnSpPr>
        <p:spPr>
          <a:xfrm flipV="1">
            <a:off x="4652047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113C884-EBD7-F0B3-4C7A-C6D44AB273A6}"/>
              </a:ext>
            </a:extLst>
          </p:cNvPr>
          <p:cNvSpPr txBox="1"/>
          <p:nvPr/>
        </p:nvSpPr>
        <p:spPr>
          <a:xfrm>
            <a:off x="6617042" y="120404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FB73466D-5188-DA2C-A2A6-EA908DBC71CF}"/>
              </a:ext>
            </a:extLst>
          </p:cNvPr>
          <p:cNvSpPr txBox="1"/>
          <p:nvPr/>
        </p:nvSpPr>
        <p:spPr>
          <a:xfrm>
            <a:off x="4304644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88BBCC9-1838-6A6C-4105-F5E661D1FEB2}"/>
              </a:ext>
            </a:extLst>
          </p:cNvPr>
          <p:cNvSpPr txBox="1"/>
          <p:nvPr/>
        </p:nvSpPr>
        <p:spPr>
          <a:xfrm>
            <a:off x="6210685" y="1205201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52074184-9EA7-EA99-7797-AB11240195B9}"/>
              </a:ext>
            </a:extLst>
          </p:cNvPr>
          <p:cNvSpPr txBox="1"/>
          <p:nvPr/>
        </p:nvSpPr>
        <p:spPr>
          <a:xfrm>
            <a:off x="4345654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E7D4B49-B85D-C6C7-C375-7E8D40B1634B}"/>
              </a:ext>
            </a:extLst>
          </p:cNvPr>
          <p:cNvSpPr txBox="1"/>
          <p:nvPr/>
        </p:nvSpPr>
        <p:spPr>
          <a:xfrm rot="16200000">
            <a:off x="3002263" y="1079357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973208CC-5AC5-6C91-08D5-498A38ED59B1}"/>
              </a:ext>
            </a:extLst>
          </p:cNvPr>
          <p:cNvCxnSpPr>
            <a:cxnSpLocks/>
          </p:cNvCxnSpPr>
          <p:nvPr/>
        </p:nvCxnSpPr>
        <p:spPr>
          <a:xfrm>
            <a:off x="6452247" y="10253513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092B6E3D-B95D-69C9-2ED9-864DC6010FE6}"/>
              </a:ext>
            </a:extLst>
          </p:cNvPr>
          <p:cNvCxnSpPr>
            <a:cxnSpLocks/>
          </p:cNvCxnSpPr>
          <p:nvPr/>
        </p:nvCxnSpPr>
        <p:spPr>
          <a:xfrm>
            <a:off x="4652047" y="10253513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C7FD72D-0588-D127-9C0C-0FA21C9D1B58}"/>
              </a:ext>
            </a:extLst>
          </p:cNvPr>
          <p:cNvCxnSpPr>
            <a:cxnSpLocks/>
          </p:cNvCxnSpPr>
          <p:nvPr/>
        </p:nvCxnSpPr>
        <p:spPr>
          <a:xfrm>
            <a:off x="4650876" y="10253513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B575A66E-41E6-7ECD-63A4-EB25CFA3B96F}"/>
              </a:ext>
            </a:extLst>
          </p:cNvPr>
          <p:cNvCxnSpPr>
            <a:cxnSpLocks/>
          </p:cNvCxnSpPr>
          <p:nvPr/>
        </p:nvCxnSpPr>
        <p:spPr>
          <a:xfrm>
            <a:off x="6449626" y="12055268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709D6ACB-2326-C3C6-4A45-1896A2FD12E7}"/>
              </a:ext>
            </a:extLst>
          </p:cNvPr>
          <p:cNvCxnSpPr>
            <a:cxnSpLocks/>
          </p:cNvCxnSpPr>
          <p:nvPr/>
        </p:nvCxnSpPr>
        <p:spPr>
          <a:xfrm>
            <a:off x="4292007" y="10265095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7EC1FC52-6539-B4C3-8B19-80E54A5BB85E}"/>
              </a:ext>
            </a:extLst>
          </p:cNvPr>
          <p:cNvCxnSpPr>
            <a:cxnSpLocks/>
          </p:cNvCxnSpPr>
          <p:nvPr/>
        </p:nvCxnSpPr>
        <p:spPr>
          <a:xfrm>
            <a:off x="8904312" y="12053713"/>
            <a:ext cx="328768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70F0C37B-6F4D-BB16-E9F1-6BAB8F1BD7E1}"/>
              </a:ext>
            </a:extLst>
          </p:cNvPr>
          <p:cNvCxnSpPr>
            <a:cxnSpLocks/>
          </p:cNvCxnSpPr>
          <p:nvPr/>
        </p:nvCxnSpPr>
        <p:spPr>
          <a:xfrm flipV="1">
            <a:off x="9696400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F561367E-9B30-DC26-2A57-FC08DC98A64D}"/>
              </a:ext>
            </a:extLst>
          </p:cNvPr>
          <p:cNvSpPr txBox="1"/>
          <p:nvPr/>
        </p:nvSpPr>
        <p:spPr>
          <a:xfrm>
            <a:off x="11758606" y="1167110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B0C2CCFD-39F4-A979-3139-FAC01FEF028A}"/>
              </a:ext>
            </a:extLst>
          </p:cNvPr>
          <p:cNvSpPr txBox="1"/>
          <p:nvPr/>
        </p:nvSpPr>
        <p:spPr>
          <a:xfrm>
            <a:off x="9348997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CEEAF609-7D06-4C7E-5F43-99C77B1945AC}"/>
              </a:ext>
            </a:extLst>
          </p:cNvPr>
          <p:cNvSpPr txBox="1"/>
          <p:nvPr/>
        </p:nvSpPr>
        <p:spPr>
          <a:xfrm>
            <a:off x="9390007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EA6BC3-8556-587D-2FDE-E4A0ABB070E8}"/>
              </a:ext>
            </a:extLst>
          </p:cNvPr>
          <p:cNvSpPr txBox="1"/>
          <p:nvPr/>
        </p:nvSpPr>
        <p:spPr>
          <a:xfrm rot="16200000">
            <a:off x="7627664" y="1079357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5BEE99FC-EB79-D798-0373-7DF2D22430C6}"/>
              </a:ext>
            </a:extLst>
          </p:cNvPr>
          <p:cNvCxnSpPr>
            <a:cxnSpLocks/>
          </p:cNvCxnSpPr>
          <p:nvPr/>
        </p:nvCxnSpPr>
        <p:spPr>
          <a:xfrm flipV="1">
            <a:off x="8976320" y="10265095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5D04A624-E3A7-8ECD-2DE4-4BAB8F275F87}"/>
              </a:ext>
            </a:extLst>
          </p:cNvPr>
          <p:cNvSpPr txBox="1"/>
          <p:nvPr/>
        </p:nvSpPr>
        <p:spPr>
          <a:xfrm>
            <a:off x="10324517" y="1205201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E0BA0A5F-3A74-4B9B-EDB3-3B64C2CCC46E}"/>
              </a:ext>
            </a:extLst>
          </p:cNvPr>
          <p:cNvCxnSpPr>
            <a:cxnSpLocks/>
          </p:cNvCxnSpPr>
          <p:nvPr/>
        </p:nvCxnSpPr>
        <p:spPr>
          <a:xfrm flipH="1" flipV="1">
            <a:off x="9703624" y="10265095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A71EA167-EF64-3FBC-0EB3-DB3E9500732D}"/>
              </a:ext>
            </a:extLst>
          </p:cNvPr>
          <p:cNvSpPr/>
          <p:nvPr/>
        </p:nvSpPr>
        <p:spPr>
          <a:xfrm>
            <a:off x="7521097" y="10265095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D1EC59EF-ADED-A733-49C7-0343C34132FB}"/>
              </a:ext>
            </a:extLst>
          </p:cNvPr>
          <p:cNvCxnSpPr>
            <a:cxnSpLocks/>
          </p:cNvCxnSpPr>
          <p:nvPr/>
        </p:nvCxnSpPr>
        <p:spPr>
          <a:xfrm>
            <a:off x="695400" y="3429000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FB799F61-7E2A-70EB-D3F0-C4AE053FFAE3}"/>
              </a:ext>
            </a:extLst>
          </p:cNvPr>
          <p:cNvCxnSpPr>
            <a:cxnSpLocks/>
          </p:cNvCxnSpPr>
          <p:nvPr/>
        </p:nvCxnSpPr>
        <p:spPr>
          <a:xfrm flipV="1">
            <a:off x="1055440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0F8E48F5-4744-F6F8-C67D-75053E5FC012}"/>
              </a:ext>
            </a:extLst>
          </p:cNvPr>
          <p:cNvSpPr txBox="1"/>
          <p:nvPr/>
        </p:nvSpPr>
        <p:spPr>
          <a:xfrm>
            <a:off x="3020435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FEC23834-9A82-00D5-46A0-D46359C01C16}"/>
              </a:ext>
            </a:extLst>
          </p:cNvPr>
          <p:cNvSpPr txBox="1"/>
          <p:nvPr/>
        </p:nvSpPr>
        <p:spPr>
          <a:xfrm>
            <a:off x="708037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776404A2-83FF-45D4-9A50-021D623816D1}"/>
              </a:ext>
            </a:extLst>
          </p:cNvPr>
          <p:cNvSpPr txBox="1"/>
          <p:nvPr/>
        </p:nvSpPr>
        <p:spPr>
          <a:xfrm>
            <a:off x="2614078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843DBC68-4D26-002F-E571-AD61043AE89D}"/>
              </a:ext>
            </a:extLst>
          </p:cNvPr>
          <p:cNvSpPr txBox="1"/>
          <p:nvPr/>
        </p:nvSpPr>
        <p:spPr>
          <a:xfrm>
            <a:off x="74904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44DAD586-4515-4264-D294-A33AD8530045}"/>
              </a:ext>
            </a:extLst>
          </p:cNvPr>
          <p:cNvSpPr txBox="1"/>
          <p:nvPr/>
        </p:nvSpPr>
        <p:spPr>
          <a:xfrm rot="16200000">
            <a:off x="-594344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B0BBDF3B-5EAF-2962-B83E-ABA328611C28}"/>
              </a:ext>
            </a:extLst>
          </p:cNvPr>
          <p:cNvCxnSpPr>
            <a:cxnSpLocks/>
          </p:cNvCxnSpPr>
          <p:nvPr/>
        </p:nvCxnSpPr>
        <p:spPr>
          <a:xfrm>
            <a:off x="2855640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4EBB3CD8-3520-713C-F52C-94BE50692E16}"/>
              </a:ext>
            </a:extLst>
          </p:cNvPr>
          <p:cNvCxnSpPr>
            <a:cxnSpLocks/>
          </p:cNvCxnSpPr>
          <p:nvPr/>
        </p:nvCxnSpPr>
        <p:spPr>
          <a:xfrm>
            <a:off x="1055440" y="1628800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A8115863-5031-DC17-23FD-726CD4D5C1DE}"/>
              </a:ext>
            </a:extLst>
          </p:cNvPr>
          <p:cNvCxnSpPr>
            <a:cxnSpLocks/>
          </p:cNvCxnSpPr>
          <p:nvPr/>
        </p:nvCxnSpPr>
        <p:spPr>
          <a:xfrm flipV="1">
            <a:off x="1054269" y="1628800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32150850-693C-3B68-BFC0-16008820D85A}"/>
              </a:ext>
            </a:extLst>
          </p:cNvPr>
          <p:cNvCxnSpPr>
            <a:cxnSpLocks/>
          </p:cNvCxnSpPr>
          <p:nvPr/>
        </p:nvCxnSpPr>
        <p:spPr>
          <a:xfrm>
            <a:off x="2853019" y="1633562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852A5CB7-02CC-BBFB-D927-6B02E15BFE98}"/>
              </a:ext>
            </a:extLst>
          </p:cNvPr>
          <p:cNvCxnSpPr>
            <a:cxnSpLocks/>
          </p:cNvCxnSpPr>
          <p:nvPr/>
        </p:nvCxnSpPr>
        <p:spPr>
          <a:xfrm>
            <a:off x="695400" y="342900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3A653AB0-A798-B125-18E7-F0492C095F9E}"/>
              </a:ext>
            </a:extLst>
          </p:cNvPr>
          <p:cNvCxnSpPr>
            <a:cxnSpLocks/>
          </p:cNvCxnSpPr>
          <p:nvPr/>
        </p:nvCxnSpPr>
        <p:spPr>
          <a:xfrm>
            <a:off x="4292007" y="3429000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E8E2138C-CECF-83A2-507D-01BD128B99EA}"/>
              </a:ext>
            </a:extLst>
          </p:cNvPr>
          <p:cNvCxnSpPr>
            <a:cxnSpLocks/>
          </p:cNvCxnSpPr>
          <p:nvPr/>
        </p:nvCxnSpPr>
        <p:spPr>
          <a:xfrm flipV="1">
            <a:off x="4652047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315F3363-5134-055D-56C7-0F70E058A25A}"/>
              </a:ext>
            </a:extLst>
          </p:cNvPr>
          <p:cNvSpPr txBox="1"/>
          <p:nvPr/>
        </p:nvSpPr>
        <p:spPr>
          <a:xfrm>
            <a:off x="6617042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2098725A-D3CA-823A-F016-516581B7D5A6}"/>
              </a:ext>
            </a:extLst>
          </p:cNvPr>
          <p:cNvSpPr txBox="1"/>
          <p:nvPr/>
        </p:nvSpPr>
        <p:spPr>
          <a:xfrm>
            <a:off x="4304644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5235E3C0-7AC8-E77A-5473-9E751FBB4052}"/>
              </a:ext>
            </a:extLst>
          </p:cNvPr>
          <p:cNvSpPr txBox="1"/>
          <p:nvPr/>
        </p:nvSpPr>
        <p:spPr>
          <a:xfrm>
            <a:off x="6210685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3A489760-D977-5BFC-58CC-970B15259A41}"/>
              </a:ext>
            </a:extLst>
          </p:cNvPr>
          <p:cNvSpPr txBox="1"/>
          <p:nvPr/>
        </p:nvSpPr>
        <p:spPr>
          <a:xfrm>
            <a:off x="4345654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15F6F3EE-A72E-DEF5-CBA7-25E4E59DA22E}"/>
              </a:ext>
            </a:extLst>
          </p:cNvPr>
          <p:cNvSpPr txBox="1"/>
          <p:nvPr/>
        </p:nvSpPr>
        <p:spPr>
          <a:xfrm rot="16200000">
            <a:off x="3002263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3E634A54-DBD1-3208-7D95-311FA4E51666}"/>
              </a:ext>
            </a:extLst>
          </p:cNvPr>
          <p:cNvCxnSpPr>
            <a:cxnSpLocks/>
          </p:cNvCxnSpPr>
          <p:nvPr/>
        </p:nvCxnSpPr>
        <p:spPr>
          <a:xfrm>
            <a:off x="6452247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86EC3E6D-3097-65FC-01E7-7BE6B535BC1D}"/>
              </a:ext>
            </a:extLst>
          </p:cNvPr>
          <p:cNvCxnSpPr>
            <a:cxnSpLocks/>
          </p:cNvCxnSpPr>
          <p:nvPr/>
        </p:nvCxnSpPr>
        <p:spPr>
          <a:xfrm>
            <a:off x="4652047" y="1628800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1F605885-E99E-461D-B778-1D5B29ADB218}"/>
              </a:ext>
            </a:extLst>
          </p:cNvPr>
          <p:cNvCxnSpPr>
            <a:cxnSpLocks/>
          </p:cNvCxnSpPr>
          <p:nvPr/>
        </p:nvCxnSpPr>
        <p:spPr>
          <a:xfrm flipV="1">
            <a:off x="4650876" y="1628800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E8A4C4AB-73B0-BE57-9F17-4929F27DC612}"/>
              </a:ext>
            </a:extLst>
          </p:cNvPr>
          <p:cNvCxnSpPr>
            <a:cxnSpLocks/>
          </p:cNvCxnSpPr>
          <p:nvPr/>
        </p:nvCxnSpPr>
        <p:spPr>
          <a:xfrm>
            <a:off x="6449626" y="1633562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1EBC4070-D4A1-6F48-22C9-A65DBE9F4A52}"/>
              </a:ext>
            </a:extLst>
          </p:cNvPr>
          <p:cNvCxnSpPr>
            <a:cxnSpLocks/>
          </p:cNvCxnSpPr>
          <p:nvPr/>
        </p:nvCxnSpPr>
        <p:spPr>
          <a:xfrm>
            <a:off x="4292007" y="342900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9D3CA1AC-E17F-41A4-1BED-406A84E9152E}"/>
              </a:ext>
            </a:extLst>
          </p:cNvPr>
          <p:cNvCxnSpPr>
            <a:cxnSpLocks/>
          </p:cNvCxnSpPr>
          <p:nvPr/>
        </p:nvCxnSpPr>
        <p:spPr>
          <a:xfrm>
            <a:off x="9336360" y="3429000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961403E5-76C7-3608-ABDF-E44047118614}"/>
              </a:ext>
            </a:extLst>
          </p:cNvPr>
          <p:cNvCxnSpPr>
            <a:cxnSpLocks/>
          </p:cNvCxnSpPr>
          <p:nvPr/>
        </p:nvCxnSpPr>
        <p:spPr>
          <a:xfrm flipV="1">
            <a:off x="9696400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D6E2FEA1-065F-EBC2-7835-F67DDB9AC005}"/>
              </a:ext>
            </a:extLst>
          </p:cNvPr>
          <p:cNvSpPr txBox="1"/>
          <p:nvPr/>
        </p:nvSpPr>
        <p:spPr>
          <a:xfrm>
            <a:off x="11758606" y="30463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93E53C49-0EC3-0819-73A8-9BD34EC8C865}"/>
              </a:ext>
            </a:extLst>
          </p:cNvPr>
          <p:cNvSpPr txBox="1"/>
          <p:nvPr/>
        </p:nvSpPr>
        <p:spPr>
          <a:xfrm>
            <a:off x="9348997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2651830C-6A6C-4E87-4B54-A45CA1C6860E}"/>
              </a:ext>
            </a:extLst>
          </p:cNvPr>
          <p:cNvSpPr txBox="1"/>
          <p:nvPr/>
        </p:nvSpPr>
        <p:spPr>
          <a:xfrm>
            <a:off x="10905362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E7CCFCA-88F5-3611-266E-2294B2A9FF5D}"/>
              </a:ext>
            </a:extLst>
          </p:cNvPr>
          <p:cNvSpPr txBox="1"/>
          <p:nvPr/>
        </p:nvSpPr>
        <p:spPr>
          <a:xfrm>
            <a:off x="939000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69A6A147-2363-394D-923F-CB63CA223285}"/>
              </a:ext>
            </a:extLst>
          </p:cNvPr>
          <p:cNvSpPr txBox="1"/>
          <p:nvPr/>
        </p:nvSpPr>
        <p:spPr>
          <a:xfrm rot="16200000">
            <a:off x="7627664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30F97467-EBAB-2C68-12A7-E9161FAF421D}"/>
              </a:ext>
            </a:extLst>
          </p:cNvPr>
          <p:cNvCxnSpPr>
            <a:cxnSpLocks/>
          </p:cNvCxnSpPr>
          <p:nvPr/>
        </p:nvCxnSpPr>
        <p:spPr>
          <a:xfrm>
            <a:off x="9696400" y="1628800"/>
            <a:ext cx="143964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6C8C6170-8B73-9434-6829-167D80A1C6B3}"/>
              </a:ext>
            </a:extLst>
          </p:cNvPr>
          <p:cNvCxnSpPr>
            <a:cxnSpLocks/>
          </p:cNvCxnSpPr>
          <p:nvPr/>
        </p:nvCxnSpPr>
        <p:spPr>
          <a:xfrm flipV="1">
            <a:off x="10416480" y="1640382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9772AD97-B033-892F-7756-40A5719EEFD7}"/>
              </a:ext>
            </a:extLst>
          </p:cNvPr>
          <p:cNvSpPr txBox="1"/>
          <p:nvPr/>
        </p:nvSpPr>
        <p:spPr>
          <a:xfrm>
            <a:off x="11609767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1.5</a:t>
            </a:r>
            <a:endParaRPr kumimoji="1" lang="ja-JP" altLang="en-US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2C04C996-21CB-6856-A2E1-19502BAA2866}"/>
              </a:ext>
            </a:extLst>
          </p:cNvPr>
          <p:cNvSpPr txBox="1"/>
          <p:nvPr/>
        </p:nvSpPr>
        <p:spPr>
          <a:xfrm>
            <a:off x="10174744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38" name="直線コネクタ 137">
            <a:extLst>
              <a:ext uri="{FF2B5EF4-FFF2-40B4-BE49-F238E27FC236}">
                <a16:creationId xmlns:a16="http://schemas.microsoft.com/office/drawing/2014/main" id="{B6FDAE9D-7B56-A086-7216-A934A90D69CA}"/>
              </a:ext>
            </a:extLst>
          </p:cNvPr>
          <p:cNvCxnSpPr>
            <a:cxnSpLocks/>
          </p:cNvCxnSpPr>
          <p:nvPr/>
        </p:nvCxnSpPr>
        <p:spPr>
          <a:xfrm flipH="1" flipV="1">
            <a:off x="11143784" y="1640382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719B27B1-833B-CB66-99A8-A4D55F0945C6}"/>
              </a:ext>
            </a:extLst>
          </p:cNvPr>
          <p:cNvSpPr/>
          <p:nvPr/>
        </p:nvSpPr>
        <p:spPr>
          <a:xfrm>
            <a:off x="7521097" y="1640382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D4669E99-1B1C-482B-D358-344E517BF297}"/>
              </a:ext>
            </a:extLst>
          </p:cNvPr>
          <p:cNvCxnSpPr>
            <a:cxnSpLocks/>
          </p:cNvCxnSpPr>
          <p:nvPr/>
        </p:nvCxnSpPr>
        <p:spPr>
          <a:xfrm>
            <a:off x="695400" y="6307765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6EFBDEF2-EABB-D276-550F-34B77E87718F}"/>
              </a:ext>
            </a:extLst>
          </p:cNvPr>
          <p:cNvCxnSpPr>
            <a:cxnSpLocks/>
          </p:cNvCxnSpPr>
          <p:nvPr/>
        </p:nvCxnSpPr>
        <p:spPr>
          <a:xfrm flipV="1">
            <a:off x="1055440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B6427B36-E69C-3C99-161D-7E416936202A}"/>
              </a:ext>
            </a:extLst>
          </p:cNvPr>
          <p:cNvSpPr txBox="1"/>
          <p:nvPr/>
        </p:nvSpPr>
        <p:spPr>
          <a:xfrm>
            <a:off x="3020435" y="629448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57BEDF10-DE33-DE50-D517-A39456665FB3}"/>
              </a:ext>
            </a:extLst>
          </p:cNvPr>
          <p:cNvSpPr txBox="1"/>
          <p:nvPr/>
        </p:nvSpPr>
        <p:spPr>
          <a:xfrm>
            <a:off x="708037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D678488-CA44-9952-B143-66D306B23ACC}"/>
              </a:ext>
            </a:extLst>
          </p:cNvPr>
          <p:cNvSpPr txBox="1"/>
          <p:nvPr/>
        </p:nvSpPr>
        <p:spPr>
          <a:xfrm>
            <a:off x="2614078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200CAEBD-D762-B176-F664-7684E64B0E3C}"/>
              </a:ext>
            </a:extLst>
          </p:cNvPr>
          <p:cNvSpPr txBox="1"/>
          <p:nvPr/>
        </p:nvSpPr>
        <p:spPr>
          <a:xfrm>
            <a:off x="749047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401DC290-C984-BDAC-9FBD-590AD1712F4B}"/>
              </a:ext>
            </a:extLst>
          </p:cNvPr>
          <p:cNvSpPr txBox="1"/>
          <p:nvPr/>
        </p:nvSpPr>
        <p:spPr>
          <a:xfrm rot="16200000">
            <a:off x="-594344" y="504762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3C3D6C5C-6968-40F5-324B-5FE0493BB2A5}"/>
              </a:ext>
            </a:extLst>
          </p:cNvPr>
          <p:cNvCxnSpPr>
            <a:cxnSpLocks/>
          </p:cNvCxnSpPr>
          <p:nvPr/>
        </p:nvCxnSpPr>
        <p:spPr>
          <a:xfrm>
            <a:off x="2855640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0F8B6EA2-C34F-B66B-6DAF-170B479EF6C8}"/>
              </a:ext>
            </a:extLst>
          </p:cNvPr>
          <p:cNvCxnSpPr>
            <a:cxnSpLocks/>
          </p:cNvCxnSpPr>
          <p:nvPr/>
        </p:nvCxnSpPr>
        <p:spPr>
          <a:xfrm>
            <a:off x="1055440" y="4507565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B86F7542-CC15-3080-3F89-EAD78A79A9FC}"/>
              </a:ext>
            </a:extLst>
          </p:cNvPr>
          <p:cNvCxnSpPr>
            <a:cxnSpLocks/>
          </p:cNvCxnSpPr>
          <p:nvPr/>
        </p:nvCxnSpPr>
        <p:spPr>
          <a:xfrm flipV="1">
            <a:off x="1054269" y="4507565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14EC3DE6-366D-E3B8-85C2-14E461A52ACE}"/>
              </a:ext>
            </a:extLst>
          </p:cNvPr>
          <p:cNvCxnSpPr>
            <a:cxnSpLocks/>
          </p:cNvCxnSpPr>
          <p:nvPr/>
        </p:nvCxnSpPr>
        <p:spPr>
          <a:xfrm>
            <a:off x="2853019" y="4512327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BA45D90A-9E29-2C81-10AF-309E04BB7B77}"/>
              </a:ext>
            </a:extLst>
          </p:cNvPr>
          <p:cNvCxnSpPr>
            <a:cxnSpLocks/>
          </p:cNvCxnSpPr>
          <p:nvPr/>
        </p:nvCxnSpPr>
        <p:spPr>
          <a:xfrm>
            <a:off x="695400" y="6307765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D138ADDA-9FC4-6C5E-F193-37DC6C6A72B8}"/>
              </a:ext>
            </a:extLst>
          </p:cNvPr>
          <p:cNvCxnSpPr>
            <a:cxnSpLocks/>
          </p:cNvCxnSpPr>
          <p:nvPr/>
        </p:nvCxnSpPr>
        <p:spPr>
          <a:xfrm>
            <a:off x="4292007" y="6307765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62CE15E6-76CE-62C3-5F47-0806EFDE24AC}"/>
              </a:ext>
            </a:extLst>
          </p:cNvPr>
          <p:cNvCxnSpPr>
            <a:cxnSpLocks/>
          </p:cNvCxnSpPr>
          <p:nvPr/>
        </p:nvCxnSpPr>
        <p:spPr>
          <a:xfrm flipV="1">
            <a:off x="4652047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AA08A561-9905-7F70-7BE0-E5EFB8A8271C}"/>
              </a:ext>
            </a:extLst>
          </p:cNvPr>
          <p:cNvSpPr txBox="1"/>
          <p:nvPr/>
        </p:nvSpPr>
        <p:spPr>
          <a:xfrm>
            <a:off x="6617042" y="629448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B9D7E4FA-218D-FF39-8A43-238CCE549002}"/>
              </a:ext>
            </a:extLst>
          </p:cNvPr>
          <p:cNvSpPr txBox="1"/>
          <p:nvPr/>
        </p:nvSpPr>
        <p:spPr>
          <a:xfrm>
            <a:off x="4304644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95054BF3-E18C-668D-F94D-25939BE47757}"/>
              </a:ext>
            </a:extLst>
          </p:cNvPr>
          <p:cNvSpPr txBox="1"/>
          <p:nvPr/>
        </p:nvSpPr>
        <p:spPr>
          <a:xfrm>
            <a:off x="6210685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FBB9CB6E-A021-CC39-7158-D085D2DB1455}"/>
              </a:ext>
            </a:extLst>
          </p:cNvPr>
          <p:cNvSpPr txBox="1"/>
          <p:nvPr/>
        </p:nvSpPr>
        <p:spPr>
          <a:xfrm>
            <a:off x="4345654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9DEFCB30-8833-B08F-32A1-29EA323ECDB0}"/>
              </a:ext>
            </a:extLst>
          </p:cNvPr>
          <p:cNvSpPr txBox="1"/>
          <p:nvPr/>
        </p:nvSpPr>
        <p:spPr>
          <a:xfrm rot="16200000">
            <a:off x="3002263" y="504762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59" name="直線コネクタ 158">
            <a:extLst>
              <a:ext uri="{FF2B5EF4-FFF2-40B4-BE49-F238E27FC236}">
                <a16:creationId xmlns:a16="http://schemas.microsoft.com/office/drawing/2014/main" id="{4C9393D5-AD97-175D-C297-BA124A4DC680}"/>
              </a:ext>
            </a:extLst>
          </p:cNvPr>
          <p:cNvCxnSpPr>
            <a:cxnSpLocks/>
          </p:cNvCxnSpPr>
          <p:nvPr/>
        </p:nvCxnSpPr>
        <p:spPr>
          <a:xfrm>
            <a:off x="6452247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47810F0A-179D-B59D-0644-18E663EC2316}"/>
              </a:ext>
            </a:extLst>
          </p:cNvPr>
          <p:cNvCxnSpPr>
            <a:cxnSpLocks/>
          </p:cNvCxnSpPr>
          <p:nvPr/>
        </p:nvCxnSpPr>
        <p:spPr>
          <a:xfrm>
            <a:off x="4652047" y="4507565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E642A547-95E4-5155-01C1-4114D6CF8CB7}"/>
              </a:ext>
            </a:extLst>
          </p:cNvPr>
          <p:cNvCxnSpPr>
            <a:cxnSpLocks/>
          </p:cNvCxnSpPr>
          <p:nvPr/>
        </p:nvCxnSpPr>
        <p:spPr>
          <a:xfrm>
            <a:off x="4650876" y="4507565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D056D6C2-157F-ADFB-EBFF-0DBD368E0377}"/>
              </a:ext>
            </a:extLst>
          </p:cNvPr>
          <p:cNvCxnSpPr>
            <a:cxnSpLocks/>
          </p:cNvCxnSpPr>
          <p:nvPr/>
        </p:nvCxnSpPr>
        <p:spPr>
          <a:xfrm>
            <a:off x="6449626" y="630932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DEEDCEAD-4B49-FEF1-182C-823DD7ED5A1B}"/>
              </a:ext>
            </a:extLst>
          </p:cNvPr>
          <p:cNvCxnSpPr>
            <a:cxnSpLocks/>
          </p:cNvCxnSpPr>
          <p:nvPr/>
        </p:nvCxnSpPr>
        <p:spPr>
          <a:xfrm>
            <a:off x="4292007" y="4519147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0E0A5D94-8F69-2B4F-4524-A523FAB43246}"/>
              </a:ext>
            </a:extLst>
          </p:cNvPr>
          <p:cNvCxnSpPr>
            <a:cxnSpLocks/>
          </p:cNvCxnSpPr>
          <p:nvPr/>
        </p:nvCxnSpPr>
        <p:spPr>
          <a:xfrm>
            <a:off x="9336360" y="6307765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線コネクタ 164">
            <a:extLst>
              <a:ext uri="{FF2B5EF4-FFF2-40B4-BE49-F238E27FC236}">
                <a16:creationId xmlns:a16="http://schemas.microsoft.com/office/drawing/2014/main" id="{13AB03C8-F471-A913-33E3-FF6F7E058493}"/>
              </a:ext>
            </a:extLst>
          </p:cNvPr>
          <p:cNvCxnSpPr>
            <a:cxnSpLocks/>
          </p:cNvCxnSpPr>
          <p:nvPr/>
        </p:nvCxnSpPr>
        <p:spPr>
          <a:xfrm flipV="1">
            <a:off x="9696400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353AFBB7-8BE0-323D-EA3D-B9E104197960}"/>
              </a:ext>
            </a:extLst>
          </p:cNvPr>
          <p:cNvSpPr txBox="1"/>
          <p:nvPr/>
        </p:nvSpPr>
        <p:spPr>
          <a:xfrm>
            <a:off x="11758606" y="592515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322F5E37-BAE3-FEFE-26C7-8A20C9C0E5F7}"/>
              </a:ext>
            </a:extLst>
          </p:cNvPr>
          <p:cNvSpPr txBox="1"/>
          <p:nvPr/>
        </p:nvSpPr>
        <p:spPr>
          <a:xfrm>
            <a:off x="9348997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83B59CCE-3ACF-41D3-D037-03440616C591}"/>
              </a:ext>
            </a:extLst>
          </p:cNvPr>
          <p:cNvSpPr txBox="1"/>
          <p:nvPr/>
        </p:nvSpPr>
        <p:spPr>
          <a:xfrm>
            <a:off x="10905362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06D3CFCF-ADBD-D593-A53E-D64DCF953630}"/>
              </a:ext>
            </a:extLst>
          </p:cNvPr>
          <p:cNvSpPr txBox="1"/>
          <p:nvPr/>
        </p:nvSpPr>
        <p:spPr>
          <a:xfrm>
            <a:off x="9390007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CF5805AD-B8E2-6384-2A3E-C237419BCD7C}"/>
              </a:ext>
            </a:extLst>
          </p:cNvPr>
          <p:cNvSpPr txBox="1"/>
          <p:nvPr/>
        </p:nvSpPr>
        <p:spPr>
          <a:xfrm rot="16200000">
            <a:off x="7627664" y="504762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F7ED6C71-B78A-12B5-8EFC-93837D616AE6}"/>
              </a:ext>
            </a:extLst>
          </p:cNvPr>
          <p:cNvCxnSpPr>
            <a:cxnSpLocks/>
          </p:cNvCxnSpPr>
          <p:nvPr/>
        </p:nvCxnSpPr>
        <p:spPr>
          <a:xfrm>
            <a:off x="9696400" y="4507565"/>
            <a:ext cx="72730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線コネクタ 172">
            <a:extLst>
              <a:ext uri="{FF2B5EF4-FFF2-40B4-BE49-F238E27FC236}">
                <a16:creationId xmlns:a16="http://schemas.microsoft.com/office/drawing/2014/main" id="{3206B295-699B-AD70-F3B9-51DFA0027E3A}"/>
              </a:ext>
            </a:extLst>
          </p:cNvPr>
          <p:cNvCxnSpPr>
            <a:cxnSpLocks/>
          </p:cNvCxnSpPr>
          <p:nvPr/>
        </p:nvCxnSpPr>
        <p:spPr>
          <a:xfrm flipV="1">
            <a:off x="9696399" y="4519147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3201CB4E-91FC-4662-135F-38CC274ECD02}"/>
              </a:ext>
            </a:extLst>
          </p:cNvPr>
          <p:cNvSpPr txBox="1"/>
          <p:nvPr/>
        </p:nvSpPr>
        <p:spPr>
          <a:xfrm>
            <a:off x="10174744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F89857A0-7254-6DC1-617B-10A5BDCD63B0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4519147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653EB23D-EBC0-8811-BE89-125696E209E4}"/>
              </a:ext>
            </a:extLst>
          </p:cNvPr>
          <p:cNvSpPr/>
          <p:nvPr/>
        </p:nvSpPr>
        <p:spPr>
          <a:xfrm>
            <a:off x="7521097" y="4519147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182" name="直線コネクタ 181">
            <a:extLst>
              <a:ext uri="{FF2B5EF4-FFF2-40B4-BE49-F238E27FC236}">
                <a16:creationId xmlns:a16="http://schemas.microsoft.com/office/drawing/2014/main" id="{41E8068C-2FF2-FB86-BD49-01B4F308CF5D}"/>
              </a:ext>
            </a:extLst>
          </p:cNvPr>
          <p:cNvCxnSpPr>
            <a:cxnSpLocks/>
          </p:cNvCxnSpPr>
          <p:nvPr/>
        </p:nvCxnSpPr>
        <p:spPr>
          <a:xfrm>
            <a:off x="1775520" y="2708920"/>
            <a:ext cx="0" cy="97008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05C53C4C-D909-4BAD-BA17-D3E47D245F1C}"/>
              </a:ext>
            </a:extLst>
          </p:cNvPr>
          <p:cNvCxnSpPr>
            <a:cxnSpLocks/>
          </p:cNvCxnSpPr>
          <p:nvPr/>
        </p:nvCxnSpPr>
        <p:spPr>
          <a:xfrm>
            <a:off x="6096000" y="1988840"/>
            <a:ext cx="0" cy="1043251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直線コネクタ 185">
            <a:extLst>
              <a:ext uri="{FF2B5EF4-FFF2-40B4-BE49-F238E27FC236}">
                <a16:creationId xmlns:a16="http://schemas.microsoft.com/office/drawing/2014/main" id="{7544B591-DAFB-9A69-5AA7-7BC0520819C3}"/>
              </a:ext>
            </a:extLst>
          </p:cNvPr>
          <p:cNvCxnSpPr>
            <a:cxnSpLocks/>
          </p:cNvCxnSpPr>
          <p:nvPr/>
        </p:nvCxnSpPr>
        <p:spPr>
          <a:xfrm>
            <a:off x="1775520" y="270892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52D7A34F-741D-1B7C-57A7-1E1635A6287B}"/>
              </a:ext>
            </a:extLst>
          </p:cNvPr>
          <p:cNvCxnSpPr>
            <a:cxnSpLocks/>
          </p:cNvCxnSpPr>
          <p:nvPr/>
        </p:nvCxnSpPr>
        <p:spPr>
          <a:xfrm>
            <a:off x="6096000" y="1988840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1" name="直線コネクタ 190">
            <a:extLst>
              <a:ext uri="{FF2B5EF4-FFF2-40B4-BE49-F238E27FC236}">
                <a16:creationId xmlns:a16="http://schemas.microsoft.com/office/drawing/2014/main" id="{E8892228-98C4-FDAF-05F8-ECA519B0CC2F}"/>
              </a:ext>
            </a:extLst>
          </p:cNvPr>
          <p:cNvCxnSpPr>
            <a:cxnSpLocks/>
          </p:cNvCxnSpPr>
          <p:nvPr/>
        </p:nvCxnSpPr>
        <p:spPr>
          <a:xfrm>
            <a:off x="1775520" y="558924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コネクタ 191">
            <a:extLst>
              <a:ext uri="{FF2B5EF4-FFF2-40B4-BE49-F238E27FC236}">
                <a16:creationId xmlns:a16="http://schemas.microsoft.com/office/drawing/2014/main" id="{38D60110-1949-C23F-9197-16F827CB285D}"/>
              </a:ext>
            </a:extLst>
          </p:cNvPr>
          <p:cNvCxnSpPr>
            <a:cxnSpLocks/>
          </p:cNvCxnSpPr>
          <p:nvPr/>
        </p:nvCxnSpPr>
        <p:spPr>
          <a:xfrm>
            <a:off x="6096000" y="5949280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C7E5E4F5-DD1F-7D59-FE3A-EB99857EAA89}"/>
              </a:ext>
            </a:extLst>
          </p:cNvPr>
          <p:cNvCxnSpPr>
            <a:cxnSpLocks/>
          </p:cNvCxnSpPr>
          <p:nvPr/>
        </p:nvCxnSpPr>
        <p:spPr>
          <a:xfrm>
            <a:off x="1775520" y="810952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79247757-5C2B-A473-5FE4-67D30921E70F}"/>
              </a:ext>
            </a:extLst>
          </p:cNvPr>
          <p:cNvCxnSpPr>
            <a:cxnSpLocks/>
          </p:cNvCxnSpPr>
          <p:nvPr/>
        </p:nvCxnSpPr>
        <p:spPr>
          <a:xfrm>
            <a:off x="6096000" y="7749480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9B1392FD-B1CF-16FF-21B4-AD6D055DFBEB}"/>
              </a:ext>
            </a:extLst>
          </p:cNvPr>
          <p:cNvCxnSpPr>
            <a:cxnSpLocks/>
          </p:cNvCxnSpPr>
          <p:nvPr/>
        </p:nvCxnSpPr>
        <p:spPr>
          <a:xfrm>
            <a:off x="1775520" y="1098984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コネクタ 195">
            <a:extLst>
              <a:ext uri="{FF2B5EF4-FFF2-40B4-BE49-F238E27FC236}">
                <a16:creationId xmlns:a16="http://schemas.microsoft.com/office/drawing/2014/main" id="{AD433EE7-D205-C2A1-2442-0425414055E9}"/>
              </a:ext>
            </a:extLst>
          </p:cNvPr>
          <p:cNvCxnSpPr>
            <a:cxnSpLocks/>
          </p:cNvCxnSpPr>
          <p:nvPr/>
        </p:nvCxnSpPr>
        <p:spPr>
          <a:xfrm>
            <a:off x="6096000" y="11676446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線コネクタ 196">
            <a:extLst>
              <a:ext uri="{FF2B5EF4-FFF2-40B4-BE49-F238E27FC236}">
                <a16:creationId xmlns:a16="http://schemas.microsoft.com/office/drawing/2014/main" id="{2BE962E5-9251-6C19-1A38-A67E54B94120}"/>
              </a:ext>
            </a:extLst>
          </p:cNvPr>
          <p:cNvCxnSpPr>
            <a:cxnSpLocks/>
          </p:cNvCxnSpPr>
          <p:nvPr/>
        </p:nvCxnSpPr>
        <p:spPr>
          <a:xfrm>
            <a:off x="8261372" y="2924944"/>
            <a:ext cx="2874674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9" name="直線コネクタ 198">
            <a:extLst>
              <a:ext uri="{FF2B5EF4-FFF2-40B4-BE49-F238E27FC236}">
                <a16:creationId xmlns:a16="http://schemas.microsoft.com/office/drawing/2014/main" id="{96695E84-1F1B-4ECD-2AA4-E1034869D394}"/>
              </a:ext>
            </a:extLst>
          </p:cNvPr>
          <p:cNvCxnSpPr>
            <a:cxnSpLocks/>
          </p:cNvCxnSpPr>
          <p:nvPr/>
        </p:nvCxnSpPr>
        <p:spPr>
          <a:xfrm>
            <a:off x="8261372" y="6165304"/>
            <a:ext cx="2162331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1" name="直線コネクタ 200">
            <a:extLst>
              <a:ext uri="{FF2B5EF4-FFF2-40B4-BE49-F238E27FC236}">
                <a16:creationId xmlns:a16="http://schemas.microsoft.com/office/drawing/2014/main" id="{395762C1-34E0-27A9-4424-E02FB23D27F7}"/>
              </a:ext>
            </a:extLst>
          </p:cNvPr>
          <p:cNvCxnSpPr>
            <a:cxnSpLocks/>
          </p:cNvCxnSpPr>
          <p:nvPr/>
        </p:nvCxnSpPr>
        <p:spPr>
          <a:xfrm>
            <a:off x="8261372" y="8469560"/>
            <a:ext cx="2162331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2" name="直線コネクタ 201">
            <a:extLst>
              <a:ext uri="{FF2B5EF4-FFF2-40B4-BE49-F238E27FC236}">
                <a16:creationId xmlns:a16="http://schemas.microsoft.com/office/drawing/2014/main" id="{1200C1F5-CA77-0C04-C331-6A7E25C3D578}"/>
              </a:ext>
            </a:extLst>
          </p:cNvPr>
          <p:cNvCxnSpPr>
            <a:cxnSpLocks/>
          </p:cNvCxnSpPr>
          <p:nvPr/>
        </p:nvCxnSpPr>
        <p:spPr>
          <a:xfrm>
            <a:off x="8261372" y="11781928"/>
            <a:ext cx="1434516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1" name="二等辺三角形 210">
            <a:extLst>
              <a:ext uri="{FF2B5EF4-FFF2-40B4-BE49-F238E27FC236}">
                <a16:creationId xmlns:a16="http://schemas.microsoft.com/office/drawing/2014/main" id="{0D032B14-9F58-A35B-8B9D-C28B53792485}"/>
              </a:ext>
            </a:extLst>
          </p:cNvPr>
          <p:cNvSpPr/>
          <p:nvPr/>
        </p:nvSpPr>
        <p:spPr>
          <a:xfrm>
            <a:off x="10415967" y="2924947"/>
            <a:ext cx="1440671" cy="50393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二等辺三角形 211">
            <a:extLst>
              <a:ext uri="{FF2B5EF4-FFF2-40B4-BE49-F238E27FC236}">
                <a16:creationId xmlns:a16="http://schemas.microsoft.com/office/drawing/2014/main" id="{E7354972-9BAD-9D7E-18F7-CA86FBFAEC6C}"/>
              </a:ext>
            </a:extLst>
          </p:cNvPr>
          <p:cNvSpPr/>
          <p:nvPr/>
        </p:nvSpPr>
        <p:spPr>
          <a:xfrm>
            <a:off x="9703624" y="6165310"/>
            <a:ext cx="1414753" cy="141747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二等辺三角形 212">
            <a:extLst>
              <a:ext uri="{FF2B5EF4-FFF2-40B4-BE49-F238E27FC236}">
                <a16:creationId xmlns:a16="http://schemas.microsoft.com/office/drawing/2014/main" id="{521DC2FD-648F-4134-41EA-D4D8B1BC91BF}"/>
              </a:ext>
            </a:extLst>
          </p:cNvPr>
          <p:cNvSpPr/>
          <p:nvPr/>
        </p:nvSpPr>
        <p:spPr>
          <a:xfrm>
            <a:off x="9695888" y="8464895"/>
            <a:ext cx="1422489" cy="70666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4" name="二等辺三角形 213">
            <a:extLst>
              <a:ext uri="{FF2B5EF4-FFF2-40B4-BE49-F238E27FC236}">
                <a16:creationId xmlns:a16="http://schemas.microsoft.com/office/drawing/2014/main" id="{180AA2A9-B43F-EF7D-0D63-9B58ACECE680}"/>
              </a:ext>
            </a:extLst>
          </p:cNvPr>
          <p:cNvSpPr/>
          <p:nvPr/>
        </p:nvSpPr>
        <p:spPr>
          <a:xfrm>
            <a:off x="8976320" y="11796902"/>
            <a:ext cx="1426117" cy="253423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4D61EF0-9616-FC62-474A-41263AB4F6F7}"/>
              </a:ext>
            </a:extLst>
          </p:cNvPr>
          <p:cNvCxnSpPr>
            <a:cxnSpLocks/>
          </p:cNvCxnSpPr>
          <p:nvPr/>
        </p:nvCxnSpPr>
        <p:spPr>
          <a:xfrm>
            <a:off x="10416479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9DC87E12-1E24-B402-423C-7BA1CF9754F8}"/>
              </a:ext>
            </a:extLst>
          </p:cNvPr>
          <p:cNvCxnSpPr>
            <a:cxnSpLocks/>
          </p:cNvCxnSpPr>
          <p:nvPr/>
        </p:nvCxnSpPr>
        <p:spPr>
          <a:xfrm>
            <a:off x="11136560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線コネクタ 170">
            <a:extLst>
              <a:ext uri="{FF2B5EF4-FFF2-40B4-BE49-F238E27FC236}">
                <a16:creationId xmlns:a16="http://schemas.microsoft.com/office/drawing/2014/main" id="{4123E8FF-3F03-95EE-6D65-B726D0106830}"/>
              </a:ext>
            </a:extLst>
          </p:cNvPr>
          <p:cNvCxnSpPr>
            <a:cxnSpLocks/>
          </p:cNvCxnSpPr>
          <p:nvPr/>
        </p:nvCxnSpPr>
        <p:spPr>
          <a:xfrm>
            <a:off x="10416479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8" name="オブジェクト 217">
            <a:extLst>
              <a:ext uri="{FF2B5EF4-FFF2-40B4-BE49-F238E27FC236}">
                <a16:creationId xmlns:a16="http://schemas.microsoft.com/office/drawing/2014/main" id="{69FC2A24-A4A3-E754-C1E2-62E402A98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174330"/>
              </p:ext>
            </p:extLst>
          </p:nvPr>
        </p:nvGraphicFramePr>
        <p:xfrm>
          <a:off x="1428869" y="12407787"/>
          <a:ext cx="69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355320" progId="Equation.DSMT4">
                  <p:embed/>
                </p:oleObj>
              </mc:Choice>
              <mc:Fallback>
                <p:oleObj name="Equation" r:id="rId2" imgW="698400" imgH="355320" progId="Equation.DSMT4">
                  <p:embed/>
                  <p:pic>
                    <p:nvPicPr>
                      <p:cNvPr id="218" name="オブジェクト 217">
                        <a:extLst>
                          <a:ext uri="{FF2B5EF4-FFF2-40B4-BE49-F238E27FC236}">
                            <a16:creationId xmlns:a16="http://schemas.microsoft.com/office/drawing/2014/main" id="{69FC2A24-A4A3-E754-C1E2-62E402A98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8869" y="12407787"/>
                        <a:ext cx="698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" name="オブジェクト 219">
            <a:extLst>
              <a:ext uri="{FF2B5EF4-FFF2-40B4-BE49-F238E27FC236}">
                <a16:creationId xmlns:a16="http://schemas.microsoft.com/office/drawing/2014/main" id="{71E0C3F7-8A9D-98C5-DA12-A581009D9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340692"/>
              </p:ext>
            </p:extLst>
          </p:nvPr>
        </p:nvGraphicFramePr>
        <p:xfrm>
          <a:off x="5753100" y="12407900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355320" progId="Equation.DSMT4">
                  <p:embed/>
                </p:oleObj>
              </mc:Choice>
              <mc:Fallback>
                <p:oleObj name="Equation" r:id="rId4" imgW="685800" imgH="355320" progId="Equation.DSMT4">
                  <p:embed/>
                  <p:pic>
                    <p:nvPicPr>
                      <p:cNvPr id="220" name="オブジェクト 219">
                        <a:extLst>
                          <a:ext uri="{FF2B5EF4-FFF2-40B4-BE49-F238E27FC236}">
                            <a16:creationId xmlns:a16="http://schemas.microsoft.com/office/drawing/2014/main" id="{71E0C3F7-8A9D-98C5-DA12-A581009D9C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53100" y="12407900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0005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70741-FE1E-FA2B-E72D-CCBC4AA7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dirty="0"/>
              <a:t>5-1 </a:t>
            </a:r>
            <a:r>
              <a:rPr lang="ja-JP" altLang="en-US" sz="2400" dirty="0"/>
              <a:t>空間的文脈の考慮の有無で評価が変わることの検証のシナリオ </a:t>
            </a:r>
            <a:r>
              <a:rPr lang="en-US" altLang="ja-JP" sz="2400" dirty="0"/>
              <a:t>(</a:t>
            </a:r>
            <a:r>
              <a:rPr lang="ja-JP" altLang="en-US" sz="2400" dirty="0"/>
              <a:t>立ち上がり</a:t>
            </a:r>
            <a:r>
              <a:rPr lang="en-US" altLang="ja-JP" sz="2400" dirty="0"/>
              <a:t>)</a:t>
            </a:r>
            <a:r>
              <a:rPr lang="ja-JP" altLang="en-US" sz="2400" dirty="0"/>
              <a:t> 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963CA5-FFCD-D357-F899-9EADF522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13</a:t>
            </a:fld>
            <a:endParaRPr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4BDAB3C-83F7-AD70-E3F7-AFC02D480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302"/>
            <a:ext cx="12192000" cy="5567594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7AF833C-113B-5EDF-7C87-82581E93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" t="10271" r="74806" b="45755"/>
          <a:stretch>
            <a:fillRect/>
          </a:stretch>
        </p:blipFill>
        <p:spPr>
          <a:xfrm>
            <a:off x="47328" y="7173416"/>
            <a:ext cx="3024336" cy="24482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E2D219E-0DCA-77E8-1C71-8F68EEAF9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94" t="10271" r="50000" b="45755"/>
          <a:stretch>
            <a:fillRect/>
          </a:stretch>
        </p:blipFill>
        <p:spPr>
          <a:xfrm>
            <a:off x="3071664" y="7173416"/>
            <a:ext cx="3024336" cy="244827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4CA9368-1F07-A42A-5C83-25BDB903A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40" t="10271" r="54" b="45755"/>
          <a:stretch>
            <a:fillRect/>
          </a:stretch>
        </p:blipFill>
        <p:spPr>
          <a:xfrm>
            <a:off x="6096000" y="7173416"/>
            <a:ext cx="3024336" cy="244827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65F75F1-6255-0BC7-5E05-42F1EE6D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94" t="53028" r="50000" b="2998"/>
          <a:stretch>
            <a:fillRect/>
          </a:stretch>
        </p:blipFill>
        <p:spPr>
          <a:xfrm>
            <a:off x="9120336" y="7173416"/>
            <a:ext cx="3024336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25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1FA88-7444-A93C-48D4-059C8778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5-1 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空間的文脈の考慮の有無で評価が変わることの検証の結果 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立ち上がり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5AC7602-4D15-A446-7848-C717E79D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D065839-B128-6F8C-1EA3-01360483415C}"/>
              </a:ext>
            </a:extLst>
          </p:cNvPr>
          <p:cNvSpPr txBox="1"/>
          <p:nvPr/>
        </p:nvSpPr>
        <p:spPr>
          <a:xfrm>
            <a:off x="0" y="6127863"/>
            <a:ext cx="6140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/>
              <a:t>/home/hayashide/kazu_ws/master_thesis/outputs/20260807_standup_patient2/visualization/profile_total_risk_grid.png</a:t>
            </a:r>
            <a:endParaRPr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C2FEDAD-CD6A-8576-2A05-EC7C1888D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096" y="1892727"/>
            <a:ext cx="5537176" cy="362046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E78D120-E97A-B5F3-E3C6-EA850F7667C4}"/>
              </a:ext>
            </a:extLst>
          </p:cNvPr>
          <p:cNvSpPr txBox="1"/>
          <p:nvPr/>
        </p:nvSpPr>
        <p:spPr>
          <a:xfrm>
            <a:off x="6039975" y="6127863"/>
            <a:ext cx="6159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/>
              <a:t>/home/hayashide/kazu_ws/master_thesis/outputs/20260807_standup_spatial2/visualization/profile_total_risk_grid.png</a:t>
            </a:r>
            <a:endParaRPr lang="ja-JP" altLang="en-US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2F12D7F-E9A8-211F-407D-0EC94DDC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99" y="1892727"/>
            <a:ext cx="5537176" cy="362046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CE97CD-4F32-9321-60C4-9ADEFFF2716C}"/>
              </a:ext>
            </a:extLst>
          </p:cNvPr>
          <p:cNvSpPr txBox="1"/>
          <p:nvPr/>
        </p:nvSpPr>
        <p:spPr>
          <a:xfrm>
            <a:off x="2160026" y="908720"/>
            <a:ext cx="180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患者の文脈のみ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6F34E5-BEB2-EFAD-1D87-12186C6B1CC7}"/>
              </a:ext>
            </a:extLst>
          </p:cNvPr>
          <p:cNvSpPr txBox="1"/>
          <p:nvPr/>
        </p:nvSpPr>
        <p:spPr>
          <a:xfrm>
            <a:off x="7787659" y="90872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空間的文脈も含めた評価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EA32796-6376-9690-80B3-69B96F090F6C}"/>
              </a:ext>
            </a:extLst>
          </p:cNvPr>
          <p:cNvCxnSpPr>
            <a:cxnSpLocks/>
            <a:endCxn id="17" idx="3"/>
          </p:cNvCxnSpPr>
          <p:nvPr/>
        </p:nvCxnSpPr>
        <p:spPr>
          <a:xfrm>
            <a:off x="0" y="3702957"/>
            <a:ext cx="6039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DF79AD-BCA9-927B-5706-02CD65DF03B6}"/>
              </a:ext>
            </a:extLst>
          </p:cNvPr>
          <p:cNvCxnSpPr>
            <a:cxnSpLocks/>
          </p:cNvCxnSpPr>
          <p:nvPr/>
        </p:nvCxnSpPr>
        <p:spPr>
          <a:xfrm>
            <a:off x="3359696" y="1628800"/>
            <a:ext cx="0" cy="3750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2CA0674-2C33-5BBD-3BBF-2681A0F7EB6E}"/>
              </a:ext>
            </a:extLst>
          </p:cNvPr>
          <p:cNvSpPr txBox="1"/>
          <p:nvPr/>
        </p:nvSpPr>
        <p:spPr>
          <a:xfrm rot="16200000">
            <a:off x="-430936" y="266396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立ち上がり重視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5D738AA-ABAA-9666-5538-B7DF175B2581}"/>
              </a:ext>
            </a:extLst>
          </p:cNvPr>
          <p:cNvSpPr txBox="1"/>
          <p:nvPr/>
        </p:nvSpPr>
        <p:spPr>
          <a:xfrm rot="16200000">
            <a:off x="-251400" y="4252908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顔触り重視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E5BF44E-0773-D833-C601-1BA6428F0E58}"/>
              </a:ext>
            </a:extLst>
          </p:cNvPr>
          <p:cNvSpPr txBox="1"/>
          <p:nvPr/>
        </p:nvSpPr>
        <p:spPr>
          <a:xfrm>
            <a:off x="1218385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lang="ja-JP" altLang="en-US" sz="1400" dirty="0"/>
              <a:t>空間的文脈重視</a:t>
            </a:r>
            <a:endParaRPr kumimoji="1" lang="ja-JP" altLang="en-US" sz="1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FB1E607-7916-EC39-CDEE-3FC498947EED}"/>
              </a:ext>
            </a:extLst>
          </p:cNvPr>
          <p:cNvSpPr txBox="1"/>
          <p:nvPr/>
        </p:nvSpPr>
        <p:spPr>
          <a:xfrm>
            <a:off x="3916644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kumimoji="1" lang="ja-JP" altLang="en-US" sz="1400" dirty="0"/>
              <a:t>患者の文脈重視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274C9F2-881A-5606-B042-0CDFC45EEAE2}"/>
              </a:ext>
            </a:extLst>
          </p:cNvPr>
          <p:cNvCxnSpPr>
            <a:cxnSpLocks/>
          </p:cNvCxnSpPr>
          <p:nvPr/>
        </p:nvCxnSpPr>
        <p:spPr>
          <a:xfrm>
            <a:off x="6160165" y="3702957"/>
            <a:ext cx="6039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4DFFC68-C8CC-983D-118E-74E022B63591}"/>
              </a:ext>
            </a:extLst>
          </p:cNvPr>
          <p:cNvCxnSpPr>
            <a:cxnSpLocks/>
          </p:cNvCxnSpPr>
          <p:nvPr/>
        </p:nvCxnSpPr>
        <p:spPr>
          <a:xfrm>
            <a:off x="9519861" y="1628800"/>
            <a:ext cx="0" cy="3750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40A3C80-B76E-7C73-7126-D7374A121DC4}"/>
              </a:ext>
            </a:extLst>
          </p:cNvPr>
          <p:cNvSpPr txBox="1"/>
          <p:nvPr/>
        </p:nvSpPr>
        <p:spPr>
          <a:xfrm rot="16200000">
            <a:off x="5729229" y="266396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立ち上がり重視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AFF03BC-97A4-4107-DDA0-CD15D8FD5159}"/>
              </a:ext>
            </a:extLst>
          </p:cNvPr>
          <p:cNvSpPr txBox="1"/>
          <p:nvPr/>
        </p:nvSpPr>
        <p:spPr>
          <a:xfrm rot="16200000">
            <a:off x="5908765" y="4252908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顔触り重視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0F25DB4-134F-F059-9534-83226C6FA884}"/>
              </a:ext>
            </a:extLst>
          </p:cNvPr>
          <p:cNvSpPr txBox="1"/>
          <p:nvPr/>
        </p:nvSpPr>
        <p:spPr>
          <a:xfrm>
            <a:off x="7378550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lang="ja-JP" altLang="en-US" sz="1400" dirty="0"/>
              <a:t>空間的文脈重視</a:t>
            </a:r>
            <a:endParaRPr kumimoji="1" lang="ja-JP" altLang="en-US" sz="1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AE56499-BE7B-7887-0D99-6F181E04E70E}"/>
              </a:ext>
            </a:extLst>
          </p:cNvPr>
          <p:cNvSpPr txBox="1"/>
          <p:nvPr/>
        </p:nvSpPr>
        <p:spPr>
          <a:xfrm>
            <a:off x="10076809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kumimoji="1" lang="ja-JP" altLang="en-US" sz="1400" dirty="0"/>
              <a:t>患者の文脈重視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087A9F5-F46D-81B3-6063-1DC125DF2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61" t="9490" b="46919"/>
          <a:stretch>
            <a:fillRect/>
          </a:stretch>
        </p:blipFill>
        <p:spPr>
          <a:xfrm>
            <a:off x="9408368" y="7323416"/>
            <a:ext cx="2720904" cy="157819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A17FB8E-029A-7F3E-5808-D97A767BDC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895" t="9490" b="46919"/>
          <a:stretch>
            <a:fillRect/>
          </a:stretch>
        </p:blipFill>
        <p:spPr>
          <a:xfrm>
            <a:off x="3431703" y="7323417"/>
            <a:ext cx="2608271" cy="157819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676B4BF-F363-FDBE-4995-9AFD4C5A0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13" r="39021" b="94635"/>
          <a:stretch>
            <a:fillRect/>
          </a:stretch>
        </p:blipFill>
        <p:spPr>
          <a:xfrm>
            <a:off x="4127692" y="7158388"/>
            <a:ext cx="1216293" cy="19424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96E19AA-A761-384D-8122-4DE4B39DF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13" r="39021" b="94635"/>
          <a:stretch>
            <a:fillRect/>
          </a:stretch>
        </p:blipFill>
        <p:spPr>
          <a:xfrm>
            <a:off x="10160674" y="7158388"/>
            <a:ext cx="1216293" cy="19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5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A16F2C-9CB4-A08C-5755-8E137E48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5CACCD-632C-90DC-B860-D49E1A31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15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6E93E1-45EA-0420-CBC4-F5A9CB42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75" y="0"/>
            <a:ext cx="6756650" cy="68580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CCF8F1-E927-97D3-D8F5-FB268A87A8D0}"/>
              </a:ext>
            </a:extLst>
          </p:cNvPr>
          <p:cNvSpPr txBox="1"/>
          <p:nvPr/>
        </p:nvSpPr>
        <p:spPr>
          <a:xfrm>
            <a:off x="6096000" y="6205423"/>
            <a:ext cx="6139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/home/hayashide/kazu_ws/master_thesis/outputs/20260807_standup_spatial2/visualization/P4_hierarchy_timeseries.png</a:t>
            </a:r>
          </a:p>
        </p:txBody>
      </p:sp>
    </p:spTree>
    <p:extLst>
      <p:ext uri="{BB962C8B-B14F-4D97-AF65-F5344CB8AC3E}">
        <p14:creationId xmlns:p14="http://schemas.microsoft.com/office/powerpoint/2010/main" val="3886834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BF9E-EAFD-A30D-B3A5-3E6F36E7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AC3371-7DAD-DDCB-A192-0679F768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31B042-50EC-2E67-FB00-259638D9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16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DB5E91C-ABDB-B397-56B4-592F33EFA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88" t="31100" r="50000" b="55250"/>
          <a:stretch>
            <a:fillRect/>
          </a:stretch>
        </p:blipFill>
        <p:spPr>
          <a:xfrm>
            <a:off x="839416" y="1196752"/>
            <a:ext cx="1656184" cy="93610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9E2B36-7714-3A36-9D4C-4B038BF5679C}"/>
              </a:ext>
            </a:extLst>
          </p:cNvPr>
          <p:cNvSpPr txBox="1"/>
          <p:nvPr/>
        </p:nvSpPr>
        <p:spPr>
          <a:xfrm>
            <a:off x="6096000" y="6205423"/>
            <a:ext cx="6139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/home/hayashide/kazu_ws/master_thesis/outputs/20260807_standup_spatial2/visualization/P4_hierarchy_timeseries.png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34A84CD-5E03-DAE7-D461-191F1327A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90" t="31100" r="25398" b="55250"/>
          <a:stretch>
            <a:fillRect/>
          </a:stretch>
        </p:blipFill>
        <p:spPr>
          <a:xfrm>
            <a:off x="2855640" y="1196752"/>
            <a:ext cx="1656184" cy="9361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BA73981-0A90-3D5C-7A2A-7D54458203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02" t="31100" r="886" b="55250"/>
          <a:stretch>
            <a:fillRect/>
          </a:stretch>
        </p:blipFill>
        <p:spPr>
          <a:xfrm>
            <a:off x="4871864" y="1196752"/>
            <a:ext cx="1656184" cy="93610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01AD674-B7DD-5F43-50FC-3921C411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" t="44100" r="75203" b="42250"/>
          <a:stretch>
            <a:fillRect/>
          </a:stretch>
        </p:blipFill>
        <p:spPr>
          <a:xfrm>
            <a:off x="6938643" y="1196752"/>
            <a:ext cx="1656184" cy="93610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42713D3-CCF5-222C-0DF2-BF61DC6EC9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78" t="44100" r="49910" b="42250"/>
          <a:stretch>
            <a:fillRect/>
          </a:stretch>
        </p:blipFill>
        <p:spPr>
          <a:xfrm>
            <a:off x="8904312" y="1196752"/>
            <a:ext cx="165618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8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BE6FB40F-FFD8-EF46-44D3-D2F7D81BA6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9" t="17334" r="75046" b="1827"/>
          <a:stretch>
            <a:fillRect/>
          </a:stretch>
        </p:blipFill>
        <p:spPr>
          <a:xfrm>
            <a:off x="1343472" y="929086"/>
            <a:ext cx="2952328" cy="257192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2700305-32FB-8DFC-D931-FA8901BA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DC435F3-0696-6B52-393A-05789E23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17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F6737A4-5A51-DEBE-87C7-873376E8FC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" t="20761" r="74806" b="6812"/>
          <a:stretch>
            <a:fillRect/>
          </a:stretch>
        </p:blipFill>
        <p:spPr>
          <a:xfrm>
            <a:off x="1415480" y="3854690"/>
            <a:ext cx="2952328" cy="230425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B818AE-E168-110D-5091-2951FE66E2EC}"/>
              </a:ext>
            </a:extLst>
          </p:cNvPr>
          <p:cNvSpPr txBox="1"/>
          <p:nvPr/>
        </p:nvSpPr>
        <p:spPr>
          <a:xfrm>
            <a:off x="6080501" y="5157192"/>
            <a:ext cx="61383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/home/hayashide/kazu_ws/master_thesis/outputs/20260808_4patients2/visualization/scenario_storyboard.png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A1D1E1-917A-166E-881D-C6EC6AD92D93}"/>
              </a:ext>
            </a:extLst>
          </p:cNvPr>
          <p:cNvSpPr txBox="1"/>
          <p:nvPr/>
        </p:nvSpPr>
        <p:spPr>
          <a:xfrm>
            <a:off x="6038497" y="2025535"/>
            <a:ext cx="614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/home/hayashide/kazu_ws/master_thesis/outputs/20260720_4patients/visualization/scenario_storyboard.png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BBA2B15A-1C8F-12FF-A1C9-65ADCDC2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46" t="92709" r="35624" b="892"/>
          <a:stretch>
            <a:fillRect/>
          </a:stretch>
        </p:blipFill>
        <p:spPr>
          <a:xfrm>
            <a:off x="1127448" y="3501008"/>
            <a:ext cx="3600400" cy="20356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5507B7B3-92C6-02CF-6936-CB78F121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46" t="92709" r="35624" b="892"/>
          <a:stretch>
            <a:fillRect/>
          </a:stretch>
        </p:blipFill>
        <p:spPr>
          <a:xfrm>
            <a:off x="1127448" y="6207281"/>
            <a:ext cx="3600400" cy="2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30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1D7252-79AA-7051-A1A1-9B552D20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88F83E5-FE2A-FBBA-4E27-27D10C22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18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288D052-F852-8A34-F963-D68B36F84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1484784"/>
            <a:ext cx="5539154" cy="34290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E8C0CD-7E6A-1CCA-88F3-732E4E085FC8}"/>
              </a:ext>
            </a:extLst>
          </p:cNvPr>
          <p:cNvSpPr txBox="1"/>
          <p:nvPr/>
        </p:nvSpPr>
        <p:spPr>
          <a:xfrm>
            <a:off x="5934648" y="5229200"/>
            <a:ext cx="6138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/home/hayashide/kazu_ws/master_thesis/outputs/20260808_4patients2/visualization/selected_profile_total_risk_bars.png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FFF14BD-C467-F2D3-5770-F9382F932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47" y="1484784"/>
            <a:ext cx="5539154" cy="342900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85B2CB6-98F9-0D52-8083-8147D9DEF76C}"/>
              </a:ext>
            </a:extLst>
          </p:cNvPr>
          <p:cNvSpPr txBox="1"/>
          <p:nvPr/>
        </p:nvSpPr>
        <p:spPr>
          <a:xfrm>
            <a:off x="9355" y="5203174"/>
            <a:ext cx="6138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/home/hayashide/kazu_ws/master_thesis/outputs/20260720_4patients/visualization/selected_profile_total_risk_bars.png</a:t>
            </a:r>
          </a:p>
        </p:txBody>
      </p:sp>
    </p:spTree>
    <p:extLst>
      <p:ext uri="{BB962C8B-B14F-4D97-AF65-F5344CB8AC3E}">
        <p14:creationId xmlns:p14="http://schemas.microsoft.com/office/powerpoint/2010/main" val="93639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A7C56-F6F1-8C49-F47D-95D7B50B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5-1 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空間的文脈の考慮の有無で評価が変わることの検証のシナリオ 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顔を触る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D7A0264-8D73-7081-40EB-3A9D431A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19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35E8FBA-294A-9DC2-05B2-F1AAD7BAE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302"/>
            <a:ext cx="12192000" cy="636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5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D92B84-0AEC-D4D3-C52F-EC824825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5-1 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空間的文脈の考慮の有無で評価が変わることの検証の結果 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顔を触る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3605F9-14B5-8346-3BD9-67F198F2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20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C3FF0D-B4A1-7F3B-04EA-390F4CF5FE3B}"/>
              </a:ext>
            </a:extLst>
          </p:cNvPr>
          <p:cNvSpPr txBox="1"/>
          <p:nvPr/>
        </p:nvSpPr>
        <p:spPr>
          <a:xfrm>
            <a:off x="0" y="6127863"/>
            <a:ext cx="61383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/home/hayashide/kazu_ws/master_thesis/outputs/20260807_touchface_patient2/visualization/profile_total_risk_grid.png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F5BCDB-95E2-5FE7-9583-33B141D41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641691"/>
            <a:ext cx="5927297" cy="387554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6472527-1820-0FB5-2D5E-63168141A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76" y="1641691"/>
            <a:ext cx="5927298" cy="387554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9698F7-599A-9B6C-68EC-34D7A2E56F45}"/>
              </a:ext>
            </a:extLst>
          </p:cNvPr>
          <p:cNvSpPr txBox="1"/>
          <p:nvPr/>
        </p:nvSpPr>
        <p:spPr>
          <a:xfrm>
            <a:off x="6095503" y="6127863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/home/hayashide/kazu_ws/master_thesis/outputs/20260807_touchface_spatial2/visualization/profile_total_risk_grid.png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A8BA6AD-650B-2D20-E410-15351E13A073}"/>
              </a:ext>
            </a:extLst>
          </p:cNvPr>
          <p:cNvCxnSpPr>
            <a:cxnSpLocks/>
          </p:cNvCxnSpPr>
          <p:nvPr/>
        </p:nvCxnSpPr>
        <p:spPr>
          <a:xfrm>
            <a:off x="0" y="3702957"/>
            <a:ext cx="6039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5A1E5C8-B341-6A8A-BED8-EC2BA050501B}"/>
              </a:ext>
            </a:extLst>
          </p:cNvPr>
          <p:cNvCxnSpPr>
            <a:cxnSpLocks/>
          </p:cNvCxnSpPr>
          <p:nvPr/>
        </p:nvCxnSpPr>
        <p:spPr>
          <a:xfrm>
            <a:off x="3359696" y="1628800"/>
            <a:ext cx="0" cy="3750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D1E3ECA-0807-3401-3679-7321B0171871}"/>
              </a:ext>
            </a:extLst>
          </p:cNvPr>
          <p:cNvSpPr txBox="1"/>
          <p:nvPr/>
        </p:nvSpPr>
        <p:spPr>
          <a:xfrm rot="16200000">
            <a:off x="-555788" y="266396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立ち上がり重視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D575E9F-AE57-A19C-20AC-BBDC25F06A7E}"/>
              </a:ext>
            </a:extLst>
          </p:cNvPr>
          <p:cNvSpPr txBox="1"/>
          <p:nvPr/>
        </p:nvSpPr>
        <p:spPr>
          <a:xfrm rot="16200000">
            <a:off x="-376252" y="4252908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顔触り重視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C4AB876-196C-495E-E55C-E0714FE39004}"/>
              </a:ext>
            </a:extLst>
          </p:cNvPr>
          <p:cNvSpPr txBox="1"/>
          <p:nvPr/>
        </p:nvSpPr>
        <p:spPr>
          <a:xfrm>
            <a:off x="1218385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lang="ja-JP" altLang="en-US" sz="1400" dirty="0"/>
              <a:t>空間的文脈重視</a:t>
            </a:r>
            <a:endParaRPr kumimoji="1" lang="ja-JP" altLang="en-US" sz="1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6808FE8-8724-5A16-B44F-65465354BB6C}"/>
              </a:ext>
            </a:extLst>
          </p:cNvPr>
          <p:cNvSpPr txBox="1"/>
          <p:nvPr/>
        </p:nvSpPr>
        <p:spPr>
          <a:xfrm>
            <a:off x="3916644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kumimoji="1" lang="ja-JP" altLang="en-US" sz="1400" dirty="0"/>
              <a:t>患者の文脈重視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0BC33F7-B5D8-01EE-EA46-427BE0008420}"/>
              </a:ext>
            </a:extLst>
          </p:cNvPr>
          <p:cNvCxnSpPr>
            <a:cxnSpLocks/>
          </p:cNvCxnSpPr>
          <p:nvPr/>
        </p:nvCxnSpPr>
        <p:spPr>
          <a:xfrm>
            <a:off x="6160165" y="3702957"/>
            <a:ext cx="6039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1C231E1-2C1C-9BCD-229C-77FFFB61AE88}"/>
              </a:ext>
            </a:extLst>
          </p:cNvPr>
          <p:cNvCxnSpPr>
            <a:cxnSpLocks/>
          </p:cNvCxnSpPr>
          <p:nvPr/>
        </p:nvCxnSpPr>
        <p:spPr>
          <a:xfrm>
            <a:off x="9519861" y="1628800"/>
            <a:ext cx="0" cy="3750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EA4DB4A-A151-A89E-7675-5F2E14371407}"/>
              </a:ext>
            </a:extLst>
          </p:cNvPr>
          <p:cNvSpPr txBox="1"/>
          <p:nvPr/>
        </p:nvSpPr>
        <p:spPr>
          <a:xfrm rot="16200000">
            <a:off x="5564892" y="2663965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立ち上がり重視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6EDCD3D-A23D-2C8D-7143-5C46BBBD059E}"/>
              </a:ext>
            </a:extLst>
          </p:cNvPr>
          <p:cNvSpPr txBox="1"/>
          <p:nvPr/>
        </p:nvSpPr>
        <p:spPr>
          <a:xfrm rot="16200000">
            <a:off x="5744428" y="4252908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AHP</a:t>
            </a:r>
          </a:p>
          <a:p>
            <a:pPr algn="ctr"/>
            <a:r>
              <a:rPr kumimoji="1" lang="ja-JP" altLang="en-US" sz="1400" dirty="0"/>
              <a:t>顔触り重視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4ED87E7-CA35-E168-465F-70313B629CDD}"/>
              </a:ext>
            </a:extLst>
          </p:cNvPr>
          <p:cNvSpPr txBox="1"/>
          <p:nvPr/>
        </p:nvSpPr>
        <p:spPr>
          <a:xfrm>
            <a:off x="7378550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lang="ja-JP" altLang="en-US" sz="1400" dirty="0"/>
              <a:t>空間的文脈重視</a:t>
            </a:r>
            <a:endParaRPr kumimoji="1" lang="ja-JP" altLang="en-US" sz="1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CBDE4E5-5B0E-10D7-5024-D210B0C7894D}"/>
              </a:ext>
            </a:extLst>
          </p:cNvPr>
          <p:cNvSpPr txBox="1"/>
          <p:nvPr/>
        </p:nvSpPr>
        <p:spPr>
          <a:xfrm>
            <a:off x="10076809" y="1425724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Fuzzy</a:t>
            </a:r>
          </a:p>
          <a:p>
            <a:pPr algn="ctr"/>
            <a:r>
              <a:rPr kumimoji="1" lang="ja-JP" altLang="en-US" sz="1400" dirty="0"/>
              <a:t>患者の文脈重視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5643673-29D9-1E54-4EEE-BB9DC2FBA257}"/>
              </a:ext>
            </a:extLst>
          </p:cNvPr>
          <p:cNvSpPr txBox="1"/>
          <p:nvPr/>
        </p:nvSpPr>
        <p:spPr>
          <a:xfrm>
            <a:off x="2160026" y="908720"/>
            <a:ext cx="180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患者の文脈のみ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5E64D9E-CBC2-09E2-0F86-95853A79155B}"/>
              </a:ext>
            </a:extLst>
          </p:cNvPr>
          <p:cNvSpPr txBox="1"/>
          <p:nvPr/>
        </p:nvSpPr>
        <p:spPr>
          <a:xfrm>
            <a:off x="7787659" y="90872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空間的文脈も含めた評価</a:t>
            </a:r>
          </a:p>
        </p:txBody>
      </p:sp>
    </p:spTree>
    <p:extLst>
      <p:ext uri="{BB962C8B-B14F-4D97-AF65-F5344CB8AC3E}">
        <p14:creationId xmlns:p14="http://schemas.microsoft.com/office/powerpoint/2010/main" val="17862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94AC2-7B91-7A7F-AB44-1F5315AC6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BAB80-28B5-A3EF-3CD0-87B8D69E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5-1 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空間的文脈の考慮の有無で評価が変わることの検証の結果 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(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顔を触る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)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メイリオ" panose="020B0604030504040204" pitchFamily="50" charset="-128"/>
                <a:cs typeface="+mj-cs"/>
              </a:rPr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735603-0E9B-C9F6-C42A-CF1D1469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21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4B3B3F-774E-952E-559D-9B24C7D4CACC}"/>
              </a:ext>
            </a:extLst>
          </p:cNvPr>
          <p:cNvSpPr txBox="1"/>
          <p:nvPr/>
        </p:nvSpPr>
        <p:spPr>
          <a:xfrm>
            <a:off x="0" y="6127863"/>
            <a:ext cx="61383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/home/hayashide/kazu_ws/master_thesis/outputs/20260807_touchface_patient2/visualization/profile_total_risk_grid.png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18A83D7-803A-A7C5-49F6-61B7152A3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24" t="51692"/>
          <a:stretch>
            <a:fillRect/>
          </a:stretch>
        </p:blipFill>
        <p:spPr>
          <a:xfrm>
            <a:off x="3215680" y="3645024"/>
            <a:ext cx="2902961" cy="187220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693B68D-317B-02E5-54AD-948069A3B4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24" t="56020"/>
          <a:stretch>
            <a:fillRect/>
          </a:stretch>
        </p:blipFill>
        <p:spPr>
          <a:xfrm>
            <a:off x="8616280" y="3812768"/>
            <a:ext cx="2902962" cy="170446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7336B18-170E-E5F8-0441-B63A8FEF5683}"/>
              </a:ext>
            </a:extLst>
          </p:cNvPr>
          <p:cNvSpPr txBox="1"/>
          <p:nvPr/>
        </p:nvSpPr>
        <p:spPr>
          <a:xfrm>
            <a:off x="6095503" y="6127863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/home/hayashide/kazu_ws/master_thesis/outputs/20260807_touchface_spatial2/visualization/profile_total_risk_grid.png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1D0ED713-72B0-B5FE-DF5A-59B260BC3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5" t="-552" r="38043" b="94532"/>
          <a:stretch>
            <a:fillRect/>
          </a:stretch>
        </p:blipFill>
        <p:spPr>
          <a:xfrm>
            <a:off x="4841707" y="3579461"/>
            <a:ext cx="1368152" cy="233307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CE102AAD-C6E2-8162-A5A2-2AF8AD78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5" t="-552" r="38043" b="94532"/>
          <a:stretch>
            <a:fillRect/>
          </a:stretch>
        </p:blipFill>
        <p:spPr>
          <a:xfrm>
            <a:off x="10173279" y="3579461"/>
            <a:ext cx="1368152" cy="2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51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163-FC9C-5760-671D-61D0DD7A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5-2 </a:t>
            </a:r>
            <a:r>
              <a:rPr lang="ja-JP" altLang="en-US" sz="2400" dirty="0"/>
              <a:t>患者文脈の考慮と順序の関係（</a:t>
            </a:r>
            <a:r>
              <a:rPr lang="en-US" altLang="ja-JP" sz="2400" dirty="0"/>
              <a:t>4</a:t>
            </a:r>
            <a:r>
              <a:rPr lang="ja-JP" altLang="en-US" sz="2400" dirty="0"/>
              <a:t>人シナリオその</a:t>
            </a:r>
            <a:r>
              <a:rPr lang="en-US" altLang="ja-JP" sz="2400" dirty="0"/>
              <a:t>1</a:t>
            </a:r>
            <a:r>
              <a:rPr lang="ja-JP" altLang="en-US" sz="2400" dirty="0"/>
              <a:t>）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81FE81A-F11A-E80A-CF1A-9BCB9271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22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1EF6ED-EB6D-9321-62BA-0A3FFC639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7101"/>
            <a:ext cx="12192000" cy="278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12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B2905-4B36-5B29-A6AC-2A9CC94C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5-2 </a:t>
            </a:r>
            <a:r>
              <a:rPr kumimoji="1" lang="ja-JP" altLang="en-US" dirty="0"/>
              <a:t>患者文脈の考慮と順序の関係（</a:t>
            </a:r>
            <a:r>
              <a:rPr kumimoji="1" lang="en-US" altLang="ja-JP" dirty="0"/>
              <a:t>4</a:t>
            </a:r>
            <a:r>
              <a:rPr kumimoji="1" lang="ja-JP" altLang="en-US" dirty="0"/>
              <a:t>人シナリオその</a:t>
            </a:r>
            <a:r>
              <a:rPr kumimoji="1" lang="en-US" altLang="ja-JP" dirty="0"/>
              <a:t>1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7C4C64-5E0D-54C9-54A6-03660DAE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23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E934CD-1D24-9B20-41A2-AE999414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720" y="725521"/>
            <a:ext cx="8395150" cy="548614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98E4E9-C521-3B96-5819-43818AD27A9F}"/>
              </a:ext>
            </a:extLst>
          </p:cNvPr>
          <p:cNvSpPr txBox="1"/>
          <p:nvPr/>
        </p:nvSpPr>
        <p:spPr>
          <a:xfrm>
            <a:off x="3026752" y="6211669"/>
            <a:ext cx="614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/home/hayashide/kazu_ws/master_thesis/outputs/20260720_4patients/visualization/profile_total_risk_grid.png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C2055B-B357-580C-75B0-A848DB1AAA3F}"/>
              </a:ext>
            </a:extLst>
          </p:cNvPr>
          <p:cNvSpPr txBox="1"/>
          <p:nvPr/>
        </p:nvSpPr>
        <p:spPr>
          <a:xfrm rot="16200000">
            <a:off x="340307" y="1538767"/>
            <a:ext cx="1800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AHP</a:t>
            </a:r>
          </a:p>
          <a:p>
            <a:pPr algn="ctr"/>
            <a:r>
              <a:rPr kumimoji="1" lang="ja-JP" altLang="en-US" dirty="0"/>
              <a:t>立ち上がり重視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FDEC9C-B72C-C819-8CAC-90BE4E81A695}"/>
              </a:ext>
            </a:extLst>
          </p:cNvPr>
          <p:cNvSpPr txBox="1"/>
          <p:nvPr/>
        </p:nvSpPr>
        <p:spPr>
          <a:xfrm rot="16200000">
            <a:off x="455724" y="3339262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AHP</a:t>
            </a:r>
          </a:p>
          <a:p>
            <a:pPr algn="ctr"/>
            <a:r>
              <a:rPr kumimoji="1" lang="ja-JP" altLang="en-US" dirty="0"/>
              <a:t>顔を触る重視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05D9F1-3727-2172-32A9-7269E8801BD8}"/>
              </a:ext>
            </a:extLst>
          </p:cNvPr>
          <p:cNvSpPr txBox="1"/>
          <p:nvPr/>
        </p:nvSpPr>
        <p:spPr>
          <a:xfrm rot="16200000">
            <a:off x="917388" y="513975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AHP</a:t>
            </a:r>
          </a:p>
          <a:p>
            <a:pPr algn="ctr"/>
            <a:r>
              <a:rPr kumimoji="1" lang="ja-JP" altLang="en-US" dirty="0"/>
              <a:t>中間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BECC197-F258-B6F4-3505-00CE9489BDAB}"/>
              </a:ext>
            </a:extLst>
          </p:cNvPr>
          <p:cNvSpPr txBox="1"/>
          <p:nvPr/>
        </p:nvSpPr>
        <p:spPr>
          <a:xfrm>
            <a:off x="2351586" y="520438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Fuzzy</a:t>
            </a:r>
          </a:p>
          <a:p>
            <a:pPr algn="ctr"/>
            <a:r>
              <a:rPr kumimoji="1" lang="ja-JP" altLang="en-US" dirty="0"/>
              <a:t>空間的文脈重視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5637FD-BFA4-E7B6-ABBB-2DCDD8872424}"/>
              </a:ext>
            </a:extLst>
          </p:cNvPr>
          <p:cNvSpPr txBox="1"/>
          <p:nvPr/>
        </p:nvSpPr>
        <p:spPr>
          <a:xfrm>
            <a:off x="5095146" y="52043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Fuzzy</a:t>
            </a:r>
          </a:p>
          <a:p>
            <a:pPr algn="ctr"/>
            <a:r>
              <a:rPr kumimoji="1" lang="ja-JP" altLang="en-US" dirty="0"/>
              <a:t>やや患者重視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AD4F5CB-5B9F-62F5-8FB2-9CE008873F69}"/>
              </a:ext>
            </a:extLst>
          </p:cNvPr>
          <p:cNvSpPr txBox="1"/>
          <p:nvPr/>
        </p:nvSpPr>
        <p:spPr>
          <a:xfrm>
            <a:off x="7774389" y="52043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Fuzzy</a:t>
            </a:r>
          </a:p>
          <a:p>
            <a:pPr algn="ctr"/>
            <a:r>
              <a:rPr kumimoji="1" lang="ja-JP" altLang="en-US" dirty="0"/>
              <a:t>やや空間重視</a:t>
            </a:r>
          </a:p>
        </p:txBody>
      </p:sp>
    </p:spTree>
    <p:extLst>
      <p:ext uri="{BB962C8B-B14F-4D97-AF65-F5344CB8AC3E}">
        <p14:creationId xmlns:p14="http://schemas.microsoft.com/office/powerpoint/2010/main" val="2497754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409248-BD05-8D82-503A-30DB9B76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5-2 </a:t>
            </a:r>
            <a:r>
              <a:rPr lang="ja-JP" altLang="en-US" sz="2400" dirty="0"/>
              <a:t>患者文脈の考慮と順序の関係（</a:t>
            </a:r>
            <a:r>
              <a:rPr lang="en-US" altLang="ja-JP" sz="2400" dirty="0"/>
              <a:t>4</a:t>
            </a:r>
            <a:r>
              <a:rPr lang="ja-JP" altLang="en-US" sz="2400" dirty="0"/>
              <a:t>人シナリオその</a:t>
            </a:r>
            <a:r>
              <a:rPr lang="en-US" altLang="ja-JP" sz="2400" dirty="0"/>
              <a:t>1</a:t>
            </a:r>
            <a:r>
              <a:rPr lang="ja-JP" altLang="en-US" sz="2400" dirty="0"/>
              <a:t>）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1E7FD41-5332-2560-A70B-A94BF73F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24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4259538-33A4-5897-31BE-C56BAD3C9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8259"/>
            <a:ext cx="12192000" cy="31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68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F83B5F-B3B6-BAF1-75BC-0B7723E2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5-2 </a:t>
            </a:r>
            <a:r>
              <a:rPr kumimoji="1" lang="ja-JP" altLang="en-US" dirty="0"/>
              <a:t>物体考慮と見守り考慮の傾向（</a:t>
            </a:r>
            <a:r>
              <a:rPr kumimoji="1" lang="en-US" altLang="ja-JP" dirty="0"/>
              <a:t>4</a:t>
            </a:r>
            <a:r>
              <a:rPr kumimoji="1" lang="ja-JP" altLang="en-US" dirty="0"/>
              <a:t>人シナリオその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B61BF3-9DD7-5858-5C73-2544941A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25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39C18BB-1EC2-AE5E-2A80-D35FEC6A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284" y="745302"/>
            <a:ext cx="8213432" cy="536739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D7157D-86BB-15AE-D77E-81850310265E}"/>
              </a:ext>
            </a:extLst>
          </p:cNvPr>
          <p:cNvSpPr txBox="1"/>
          <p:nvPr/>
        </p:nvSpPr>
        <p:spPr>
          <a:xfrm>
            <a:off x="3026752" y="6211669"/>
            <a:ext cx="614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/home/hayashide/kazu_ws/master_thesis/outputs/20260808_4patients2/visualization/profile_total_risk_grid.png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377C8E-4FEB-CA42-33FE-E683D18A649D}"/>
              </a:ext>
            </a:extLst>
          </p:cNvPr>
          <p:cNvSpPr txBox="1"/>
          <p:nvPr/>
        </p:nvSpPr>
        <p:spPr>
          <a:xfrm rot="16200000">
            <a:off x="620650" y="1538767"/>
            <a:ext cx="1800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AHP</a:t>
            </a:r>
          </a:p>
          <a:p>
            <a:pPr algn="ctr"/>
            <a:r>
              <a:rPr kumimoji="1" lang="ja-JP" altLang="en-US" dirty="0"/>
              <a:t>立ち上がり重視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FA4E86-2A05-A3AC-0BDE-2019F5F73B34}"/>
              </a:ext>
            </a:extLst>
          </p:cNvPr>
          <p:cNvSpPr txBox="1"/>
          <p:nvPr/>
        </p:nvSpPr>
        <p:spPr>
          <a:xfrm rot="16200000">
            <a:off x="736067" y="3339262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AHP</a:t>
            </a:r>
          </a:p>
          <a:p>
            <a:pPr algn="ctr"/>
            <a:r>
              <a:rPr kumimoji="1" lang="ja-JP" altLang="en-US" dirty="0"/>
              <a:t>顔を触る重視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62342AC-6231-E56C-AC3D-51A162D35422}"/>
              </a:ext>
            </a:extLst>
          </p:cNvPr>
          <p:cNvSpPr txBox="1"/>
          <p:nvPr/>
        </p:nvSpPr>
        <p:spPr>
          <a:xfrm rot="16200000">
            <a:off x="1197731" y="513975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AHP</a:t>
            </a:r>
          </a:p>
          <a:p>
            <a:pPr algn="ctr"/>
            <a:r>
              <a:rPr kumimoji="1" lang="ja-JP" altLang="en-US" dirty="0"/>
              <a:t>中間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9283AA8-59D7-D297-4252-50F4D621D749}"/>
              </a:ext>
            </a:extLst>
          </p:cNvPr>
          <p:cNvSpPr txBox="1"/>
          <p:nvPr/>
        </p:nvSpPr>
        <p:spPr>
          <a:xfrm>
            <a:off x="2631929" y="520438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Fuzzy</a:t>
            </a:r>
          </a:p>
          <a:p>
            <a:pPr algn="ctr"/>
            <a:r>
              <a:rPr kumimoji="1" lang="ja-JP" altLang="en-US" dirty="0"/>
              <a:t>空間的文脈重視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BFC135F-BD4D-73DF-257D-4155153E37E5}"/>
              </a:ext>
            </a:extLst>
          </p:cNvPr>
          <p:cNvSpPr txBox="1"/>
          <p:nvPr/>
        </p:nvSpPr>
        <p:spPr>
          <a:xfrm>
            <a:off x="5375489" y="52043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Fuzzy</a:t>
            </a:r>
          </a:p>
          <a:p>
            <a:pPr algn="ctr"/>
            <a:r>
              <a:rPr kumimoji="1" lang="ja-JP" altLang="en-US" dirty="0"/>
              <a:t>やや患者重視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EC21964-6058-13B1-9B13-57D24EFE8CC2}"/>
              </a:ext>
            </a:extLst>
          </p:cNvPr>
          <p:cNvSpPr txBox="1"/>
          <p:nvPr/>
        </p:nvSpPr>
        <p:spPr>
          <a:xfrm>
            <a:off x="8054732" y="52043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Fuzzy</a:t>
            </a:r>
          </a:p>
          <a:p>
            <a:pPr algn="ctr"/>
            <a:r>
              <a:rPr kumimoji="1" lang="ja-JP" altLang="en-US" dirty="0"/>
              <a:t>やや空間重視</a:t>
            </a:r>
          </a:p>
        </p:txBody>
      </p:sp>
    </p:spTree>
    <p:extLst>
      <p:ext uri="{BB962C8B-B14F-4D97-AF65-F5344CB8AC3E}">
        <p14:creationId xmlns:p14="http://schemas.microsoft.com/office/powerpoint/2010/main" val="114937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039BDDBD-8A4D-860F-88BF-6959C08CA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72" y="500163"/>
            <a:ext cx="10455406" cy="5881166"/>
          </a:xfrm>
          <a:prstGeom prst="rect">
            <a:avLst/>
          </a:prstGeom>
        </p:spPr>
      </p:pic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411ED3AA-6F68-AD04-F4AA-52EECA85F1B2}"/>
              </a:ext>
            </a:extLst>
          </p:cNvPr>
          <p:cNvSpPr/>
          <p:nvPr/>
        </p:nvSpPr>
        <p:spPr>
          <a:xfrm>
            <a:off x="9840416" y="3140968"/>
            <a:ext cx="1224136" cy="648072"/>
          </a:xfrm>
          <a:prstGeom prst="wedgeRectCallout">
            <a:avLst>
              <a:gd name="adj1" fmla="val -61702"/>
              <a:gd name="adj2" fmla="val 51819"/>
            </a:avLst>
          </a:prstGeom>
          <a:solidFill>
            <a:schemeClr val="bg1"/>
          </a:solidFill>
          <a:ln>
            <a:solidFill>
              <a:srgbClr val="1F77B4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00001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F01968C5-987C-1B17-BC07-1CB2DDCFD1F5}"/>
              </a:ext>
            </a:extLst>
          </p:cNvPr>
          <p:cNvSpPr/>
          <p:nvPr/>
        </p:nvSpPr>
        <p:spPr>
          <a:xfrm>
            <a:off x="6023992" y="1052736"/>
            <a:ext cx="1224136" cy="648072"/>
          </a:xfrm>
          <a:prstGeom prst="wedgeRectCallout">
            <a:avLst>
              <a:gd name="adj1" fmla="val 25212"/>
              <a:gd name="adj2" fmla="val 128301"/>
            </a:avLst>
          </a:prstGeom>
          <a:solidFill>
            <a:schemeClr val="bg1"/>
          </a:solidFill>
          <a:ln>
            <a:solidFill>
              <a:srgbClr val="FF7F0E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00002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5CD79663-25D6-23D4-19B3-5F46AC4EDB81}"/>
              </a:ext>
            </a:extLst>
          </p:cNvPr>
          <p:cNvSpPr/>
          <p:nvPr/>
        </p:nvSpPr>
        <p:spPr>
          <a:xfrm>
            <a:off x="8256240" y="1772816"/>
            <a:ext cx="1224136" cy="648072"/>
          </a:xfrm>
          <a:prstGeom prst="wedgeRectCallout">
            <a:avLst>
              <a:gd name="adj1" fmla="val -22608"/>
              <a:gd name="adj2" fmla="val 82808"/>
            </a:avLst>
          </a:prstGeom>
          <a:solidFill>
            <a:schemeClr val="bg1"/>
          </a:solidFill>
          <a:ln>
            <a:solidFill>
              <a:srgbClr val="D62728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00021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FBE1C5CB-DCF5-E910-E739-60FFCE71A7CF}"/>
              </a:ext>
            </a:extLst>
          </p:cNvPr>
          <p:cNvSpPr/>
          <p:nvPr/>
        </p:nvSpPr>
        <p:spPr>
          <a:xfrm>
            <a:off x="5200164" y="3480251"/>
            <a:ext cx="1224136" cy="648072"/>
          </a:xfrm>
          <a:prstGeom prst="wedgeRectCallout">
            <a:avLst>
              <a:gd name="adj1" fmla="val 13694"/>
              <a:gd name="adj2" fmla="val -89276"/>
            </a:avLst>
          </a:prstGeom>
          <a:solidFill>
            <a:schemeClr val="bg1"/>
          </a:solidFill>
          <a:ln>
            <a:solidFill>
              <a:srgbClr val="9467BD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00029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AB965269-A9F1-50C4-89AC-4A944F5ADAD1}"/>
              </a:ext>
            </a:extLst>
          </p:cNvPr>
          <p:cNvSpPr/>
          <p:nvPr/>
        </p:nvSpPr>
        <p:spPr>
          <a:xfrm>
            <a:off x="6528048" y="3480251"/>
            <a:ext cx="1224136" cy="648072"/>
          </a:xfrm>
          <a:prstGeom prst="wedgeRectCallout">
            <a:avLst>
              <a:gd name="adj1" fmla="val 13694"/>
              <a:gd name="adj2" fmla="val -89276"/>
            </a:avLst>
          </a:prstGeom>
          <a:solidFill>
            <a:schemeClr val="bg1"/>
          </a:solidFill>
          <a:ln>
            <a:solidFill>
              <a:srgbClr val="8C564B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00036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F3A880C0-D145-BAAC-3BD8-16820B9CA7E4}"/>
              </a:ext>
            </a:extLst>
          </p:cNvPr>
          <p:cNvSpPr/>
          <p:nvPr/>
        </p:nvSpPr>
        <p:spPr>
          <a:xfrm>
            <a:off x="7464152" y="1052736"/>
            <a:ext cx="1224136" cy="648072"/>
          </a:xfrm>
          <a:prstGeom prst="wedgeRectCallout">
            <a:avLst>
              <a:gd name="adj1" fmla="val -43900"/>
              <a:gd name="adj2" fmla="val 71599"/>
            </a:avLst>
          </a:prstGeom>
          <a:solidFill>
            <a:schemeClr val="bg1"/>
          </a:solidFill>
          <a:ln>
            <a:solidFill>
              <a:srgbClr val="E997D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Physical Therapist</a:t>
            </a:r>
          </a:p>
          <a:p>
            <a:pPr algn="ctr"/>
            <a:r>
              <a:rPr lang="en-US" altLang="ja-JP" sz="1600">
                <a:solidFill>
                  <a:sysClr val="windowText" lastClr="000000"/>
                </a:solidFill>
              </a:rPr>
              <a:t>0004</a:t>
            </a:r>
            <a:r>
              <a:rPr lang="en-US" altLang="ja-JP" sz="1600" dirty="0">
                <a:solidFill>
                  <a:sysClr val="windowText" lastClr="000000"/>
                </a:solidFill>
              </a:rPr>
              <a:t>2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CF28F5B9-0C08-AEF7-53BF-00A2DE73E638}"/>
              </a:ext>
            </a:extLst>
          </p:cNvPr>
          <p:cNvSpPr/>
          <p:nvPr/>
        </p:nvSpPr>
        <p:spPr>
          <a:xfrm>
            <a:off x="4295800" y="1052736"/>
            <a:ext cx="1224136" cy="648072"/>
          </a:xfrm>
          <a:prstGeom prst="wedgeRectCallout">
            <a:avLst>
              <a:gd name="adj1" fmla="val -20862"/>
              <a:gd name="adj2" fmla="val 80830"/>
            </a:avLst>
          </a:prstGeom>
          <a:solidFill>
            <a:schemeClr val="bg1"/>
          </a:solidFill>
          <a:ln>
            <a:solidFill>
              <a:srgbClr val="B8B8B8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600" dirty="0">
                <a:solidFill>
                  <a:sysClr val="windowText" lastClr="000000"/>
                </a:solidFill>
              </a:rPr>
              <a:t>Physical Therapist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600" dirty="0">
                <a:solidFill>
                  <a:sysClr val="windowText" lastClr="000000"/>
                </a:solidFill>
              </a:rPr>
              <a:t>00043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3C4FD51D-F51B-A010-C491-CABD591CD966}"/>
              </a:ext>
            </a:extLst>
          </p:cNvPr>
          <p:cNvSpPr/>
          <p:nvPr/>
        </p:nvSpPr>
        <p:spPr>
          <a:xfrm>
            <a:off x="2927648" y="2042131"/>
            <a:ext cx="1224136" cy="648072"/>
          </a:xfrm>
          <a:prstGeom prst="wedgeRectCallout">
            <a:avLst>
              <a:gd name="adj1" fmla="val -22608"/>
              <a:gd name="adj2" fmla="val 82808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ysClr val="windowText" lastClr="000000"/>
                </a:solidFill>
              </a:rPr>
              <a:t>00006</a:t>
            </a:r>
            <a:endParaRPr lang="ja-JP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8104537-8603-C510-0737-F3DF7397883A}"/>
              </a:ext>
            </a:extLst>
          </p:cNvPr>
          <p:cNvSpPr/>
          <p:nvPr/>
        </p:nvSpPr>
        <p:spPr>
          <a:xfrm>
            <a:off x="2959388" y="2924944"/>
            <a:ext cx="1122017" cy="1203379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5C2AEC-3418-4EF3-5AF6-35389A52D268}"/>
              </a:ext>
            </a:extLst>
          </p:cNvPr>
          <p:cNvSpPr/>
          <p:nvPr/>
        </p:nvSpPr>
        <p:spPr>
          <a:xfrm>
            <a:off x="5663952" y="2420889"/>
            <a:ext cx="505684" cy="792088"/>
          </a:xfrm>
          <a:prstGeom prst="rect">
            <a:avLst/>
          </a:prstGeom>
          <a:noFill/>
          <a:ln w="76200">
            <a:solidFill>
              <a:srgbClr val="9467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9B38329-9047-BDE9-21FF-F3AD3F62E4AF}"/>
              </a:ext>
            </a:extLst>
          </p:cNvPr>
          <p:cNvSpPr/>
          <p:nvPr/>
        </p:nvSpPr>
        <p:spPr>
          <a:xfrm>
            <a:off x="4461712" y="1898115"/>
            <a:ext cx="505684" cy="792088"/>
          </a:xfrm>
          <a:prstGeom prst="rect">
            <a:avLst/>
          </a:prstGeom>
          <a:noFill/>
          <a:ln w="76200"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38F11D7-6D32-2018-F4AD-BC7E7283DC99}"/>
              </a:ext>
            </a:extLst>
          </p:cNvPr>
          <p:cNvSpPr/>
          <p:nvPr/>
        </p:nvSpPr>
        <p:spPr>
          <a:xfrm>
            <a:off x="6866192" y="2492896"/>
            <a:ext cx="453944" cy="792088"/>
          </a:xfrm>
          <a:prstGeom prst="rect">
            <a:avLst/>
          </a:prstGeom>
          <a:noFill/>
          <a:ln w="76200">
            <a:solidFill>
              <a:srgbClr val="8C5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C53C210-51FC-8A1B-89F4-D9E5463E41C6}"/>
              </a:ext>
            </a:extLst>
          </p:cNvPr>
          <p:cNvSpPr/>
          <p:nvPr/>
        </p:nvSpPr>
        <p:spPr>
          <a:xfrm>
            <a:off x="8200240" y="2676942"/>
            <a:ext cx="776080" cy="1040089"/>
          </a:xfrm>
          <a:prstGeom prst="rect">
            <a:avLst/>
          </a:prstGeom>
          <a:noFill/>
          <a:ln w="76200">
            <a:solidFill>
              <a:srgbClr val="D62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CE0B9D2-57C2-6757-A591-539698145144}"/>
              </a:ext>
            </a:extLst>
          </p:cNvPr>
          <p:cNvSpPr/>
          <p:nvPr/>
        </p:nvSpPr>
        <p:spPr>
          <a:xfrm>
            <a:off x="8400256" y="3821220"/>
            <a:ext cx="1440160" cy="1407980"/>
          </a:xfrm>
          <a:prstGeom prst="rect">
            <a:avLst/>
          </a:prstGeom>
          <a:noFill/>
          <a:ln w="76200">
            <a:solidFill>
              <a:srgbClr val="1F7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9FEFBDB-F6E3-12A6-6B9F-9DDD02D2FD2B}"/>
              </a:ext>
            </a:extLst>
          </p:cNvPr>
          <p:cNvSpPr/>
          <p:nvPr/>
        </p:nvSpPr>
        <p:spPr>
          <a:xfrm>
            <a:off x="7176120" y="1896075"/>
            <a:ext cx="339038" cy="1100877"/>
          </a:xfrm>
          <a:prstGeom prst="rect">
            <a:avLst/>
          </a:prstGeom>
          <a:noFill/>
          <a:ln w="76200">
            <a:solidFill>
              <a:srgbClr val="E99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C8AE096-AAEC-BF30-E263-528D14C36BA4}"/>
              </a:ext>
            </a:extLst>
          </p:cNvPr>
          <p:cNvSpPr/>
          <p:nvPr/>
        </p:nvSpPr>
        <p:spPr>
          <a:xfrm>
            <a:off x="6744072" y="2240839"/>
            <a:ext cx="341429" cy="540090"/>
          </a:xfrm>
          <a:prstGeom prst="rect">
            <a:avLst/>
          </a:prstGeom>
          <a:noFill/>
          <a:ln w="76200">
            <a:solidFill>
              <a:srgbClr val="FF7F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98A666C7-E976-1B72-329F-9BDAE562E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7289" y="2046542"/>
            <a:ext cx="6089297" cy="39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92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A13AC3D-1855-40F5-E38D-E4CFEFC0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9096" y="1196752"/>
            <a:ext cx="3647728" cy="205184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BC2BC55-B431-AB26-DBBE-43E50F69F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196751"/>
            <a:ext cx="3647728" cy="205184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8C9FEE3-3498-7730-DEB2-EE6A43A5E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1196751"/>
            <a:ext cx="3647728" cy="2051847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6F801AA-A8D2-F43D-CA3C-B10E7D5CE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1196751"/>
            <a:ext cx="3647728" cy="205184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A377C75-DFB7-238A-F10D-803A2EC95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0616" y="1196751"/>
            <a:ext cx="3647728" cy="205184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CF431D2-95A2-6B61-980E-5ED2ECACF5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4060" y="3433643"/>
            <a:ext cx="3647728" cy="205184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18BDE340-CC9C-6A53-B8A3-1C567AF6DC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3433643"/>
            <a:ext cx="3647728" cy="2051847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0B87734-3D61-8CEF-6999-F464F4B7D1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572" y="3433643"/>
            <a:ext cx="3647728" cy="205184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75D01A3-47BF-762A-03D5-D121A808D4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3433643"/>
            <a:ext cx="3647728" cy="2051847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2CE5F412-2D4B-1CC7-C51A-76469D5440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812" y="3427665"/>
            <a:ext cx="3647728" cy="2051847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6D13DE5-8493-7D5E-943F-A47C7766E2DC}"/>
              </a:ext>
            </a:extLst>
          </p:cNvPr>
          <p:cNvSpPr txBox="1"/>
          <p:nvPr/>
        </p:nvSpPr>
        <p:spPr>
          <a:xfrm>
            <a:off x="-3481064" y="8986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75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A8A3A0F-FBF1-03AA-6691-D1D82583CA3F}"/>
              </a:ext>
            </a:extLst>
          </p:cNvPr>
          <p:cNvSpPr txBox="1"/>
          <p:nvPr/>
        </p:nvSpPr>
        <p:spPr>
          <a:xfrm>
            <a:off x="3952311" y="8986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77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FCA6FD4-C205-FF4D-A0FE-97E1D6395552}"/>
              </a:ext>
            </a:extLst>
          </p:cNvPr>
          <p:cNvSpPr txBox="1"/>
          <p:nvPr/>
        </p:nvSpPr>
        <p:spPr>
          <a:xfrm>
            <a:off x="11568608" y="8986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79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3E5B664-9A5E-70AF-20D3-AA265B5116AD}"/>
              </a:ext>
            </a:extLst>
          </p:cNvPr>
          <p:cNvSpPr txBox="1"/>
          <p:nvPr/>
        </p:nvSpPr>
        <p:spPr>
          <a:xfrm>
            <a:off x="119336" y="55145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81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CE6C448-3C05-D532-6E95-B84A39BB64AD}"/>
              </a:ext>
            </a:extLst>
          </p:cNvPr>
          <p:cNvSpPr txBox="1"/>
          <p:nvPr/>
        </p:nvSpPr>
        <p:spPr>
          <a:xfrm>
            <a:off x="7735633" y="55145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83</a:t>
            </a:r>
            <a:endParaRPr kumimoji="1" lang="ja-JP" altLang="en-US" dirty="0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A7A3C6CD-8791-D33C-6176-3DC69E65E9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8936" y="-1153202"/>
            <a:ext cx="3397568" cy="1911132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EAFE57E-D401-6E40-63C8-FCF9021F12F7}"/>
              </a:ext>
            </a:extLst>
          </p:cNvPr>
          <p:cNvSpPr txBox="1"/>
          <p:nvPr/>
        </p:nvSpPr>
        <p:spPr>
          <a:xfrm>
            <a:off x="-3481064" y="-11816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546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7F7403-8CA9-E8FB-B5B0-AA7C2F2D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DE5434-0D91-06D3-0D38-78B4E325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28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AFBE06-726C-6582-0EA0-D28F8830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" y="1700808"/>
            <a:ext cx="6089297" cy="399610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75F02F4-07FE-4162-0136-070D1EB09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700807"/>
            <a:ext cx="6096001" cy="400050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858A45E-F9C7-6F46-CC0B-3401A1043EED}"/>
              </a:ext>
            </a:extLst>
          </p:cNvPr>
          <p:cNvSpPr txBox="1"/>
          <p:nvPr/>
        </p:nvSpPr>
        <p:spPr>
          <a:xfrm>
            <a:off x="6073774" y="5805264"/>
            <a:ext cx="6140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/home/hayashide/kazu_ws/master_thesis/outputs/20260726_realdata/visualization/P8_total_risk_75_83.png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658D58-4680-F945-0586-43977CCAE648}"/>
              </a:ext>
            </a:extLst>
          </p:cNvPr>
          <p:cNvSpPr txBox="1"/>
          <p:nvPr/>
        </p:nvSpPr>
        <p:spPr>
          <a:xfrm>
            <a:off x="6703" y="5809663"/>
            <a:ext cx="6140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/home/hayashide/kazu_ws/master_thesis/outputs/20260726_realdata/visualization/P6_total_risk_75_83.png</a:t>
            </a:r>
          </a:p>
        </p:txBody>
      </p:sp>
    </p:spTree>
    <p:extLst>
      <p:ext uri="{BB962C8B-B14F-4D97-AF65-F5344CB8AC3E}">
        <p14:creationId xmlns:p14="http://schemas.microsoft.com/office/powerpoint/2010/main" val="758839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639D84-0F03-10E6-62C3-BE776169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5-3 </a:t>
            </a:r>
            <a:r>
              <a:rPr kumimoji="1" lang="ja-JP" altLang="en-US" dirty="0"/>
              <a:t>実データ 対照的な例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785C6BD-9917-8C42-086D-F690A30C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29</a:t>
            </a:fld>
            <a:endParaRPr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E200119-7497-201F-1F1F-B1B24D87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725"/>
            <a:ext cx="6096000" cy="400049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0891670-4A5B-6DE0-1F30-FC58AB128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44725"/>
            <a:ext cx="6096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06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682AE-9DF5-12A7-48F5-ABFF7552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5-3</a:t>
            </a:r>
            <a:r>
              <a:rPr kumimoji="1" lang="ja-JP" altLang="en-US" dirty="0"/>
              <a:t> 空間的文脈指向と順位の関係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24D359-E843-1479-9C8C-4D138C3E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30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FBA3D9C-E57B-5C13-4C85-C9CCF1946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301"/>
            <a:ext cx="12192000" cy="322539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1D35B3-1CE9-2B09-FF7E-885EACFF72B9}"/>
              </a:ext>
            </a:extLst>
          </p:cNvPr>
          <p:cNvSpPr txBox="1"/>
          <p:nvPr/>
        </p:nvSpPr>
        <p:spPr>
          <a:xfrm>
            <a:off x="3026752" y="4653136"/>
            <a:ext cx="614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/home/hayashide/kazu_ws/master_thesis/outputs/20260726_realdata/analysis/fuzzy_profile_ranking.png</a:t>
            </a:r>
          </a:p>
        </p:txBody>
      </p:sp>
    </p:spTree>
    <p:extLst>
      <p:ext uri="{BB962C8B-B14F-4D97-AF65-F5344CB8AC3E}">
        <p14:creationId xmlns:p14="http://schemas.microsoft.com/office/powerpoint/2010/main" val="1651197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F8EA0-8976-9846-3E88-88F7C4A4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dirty="0"/>
              <a:t>5-3 </a:t>
            </a:r>
            <a:r>
              <a:rPr kumimoji="1" lang="ja-JP" altLang="en-US" sz="2400" dirty="0"/>
              <a:t>物体の有無・</a:t>
            </a:r>
            <a:r>
              <a:rPr lang="ja-JP" altLang="en-US" sz="2400" dirty="0"/>
              <a:t>見守り有無のどちらを重視するかの指標</a:t>
            </a:r>
            <a:r>
              <a:rPr lang="en-US" altLang="ja-JP" sz="2400" dirty="0" err="1"/>
              <a:t>D_i</a:t>
            </a:r>
            <a:r>
              <a:rPr lang="ja-JP" altLang="en-US" sz="2400" dirty="0"/>
              <a:t>と順位の関係</a:t>
            </a:r>
            <a:endParaRPr kumimoji="1" lang="ja-JP" altLang="en-US"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193D2AB-9D87-8CA4-4DBF-3F98DFDC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31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EBE5F4-BB8A-CF2A-3FE3-B670C6F2D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301"/>
            <a:ext cx="12192000" cy="322539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0E509F-EE72-0F2E-7068-1D8012033404}"/>
              </a:ext>
            </a:extLst>
          </p:cNvPr>
          <p:cNvSpPr txBox="1"/>
          <p:nvPr/>
        </p:nvSpPr>
        <p:spPr>
          <a:xfrm>
            <a:off x="407368" y="4718532"/>
            <a:ext cx="11380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/home/hayashide/kazu_ws/master_thesis/outputs/20260726_realdata/analysis/fuzzy_profile_di.png</a:t>
            </a:r>
          </a:p>
        </p:txBody>
      </p:sp>
    </p:spTree>
    <p:extLst>
      <p:ext uri="{BB962C8B-B14F-4D97-AF65-F5344CB8AC3E}">
        <p14:creationId xmlns:p14="http://schemas.microsoft.com/office/powerpoint/2010/main" val="3518231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2DC6F4-C54F-4351-26EC-4DEC8986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BBDD6B-752A-1C70-F4FB-8242B541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7924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F99E71-0C19-33EE-3CC2-93AB51BA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ACD92A-2FF5-1F8A-7A00-C52DA11D9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33</a:t>
            </a:fld>
            <a:endParaRPr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EB7F11AB-E752-FFD2-71E9-4018A5D42263}"/>
              </a:ext>
            </a:extLst>
          </p:cNvPr>
          <p:cNvGrpSpPr/>
          <p:nvPr/>
        </p:nvGrpSpPr>
        <p:grpSpPr>
          <a:xfrm>
            <a:off x="3431704" y="745301"/>
            <a:ext cx="8630883" cy="6057468"/>
            <a:chOff x="130001" y="140624"/>
            <a:chExt cx="12121468" cy="6696079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B3F89BFC-FDA7-04CA-088A-E6302DD96FAD}"/>
                </a:ext>
              </a:extLst>
            </p:cNvPr>
            <p:cNvCxnSpPr>
              <a:cxnSpLocks/>
            </p:cNvCxnSpPr>
            <p:nvPr/>
          </p:nvCxnSpPr>
          <p:spPr>
            <a:xfrm>
              <a:off x="8051279" y="468711"/>
              <a:ext cx="0" cy="4951084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15B359B2-90EF-D12F-AE85-8B2C2EB70512}"/>
                </a:ext>
              </a:extLst>
            </p:cNvPr>
            <p:cNvCxnSpPr>
              <a:cxnSpLocks/>
            </p:cNvCxnSpPr>
            <p:nvPr/>
          </p:nvCxnSpPr>
          <p:spPr>
            <a:xfrm>
              <a:off x="8137042" y="468711"/>
              <a:ext cx="0" cy="3447862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5225AA73-5288-AA01-DB94-337DBA79BB76}"/>
                </a:ext>
              </a:extLst>
            </p:cNvPr>
            <p:cNvCxnSpPr>
              <a:cxnSpLocks/>
            </p:cNvCxnSpPr>
            <p:nvPr/>
          </p:nvCxnSpPr>
          <p:spPr>
            <a:xfrm>
              <a:off x="8253546" y="468711"/>
              <a:ext cx="0" cy="1870167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37B5BF3-0B7B-1778-BC71-F31CA29E9992}"/>
                </a:ext>
              </a:extLst>
            </p:cNvPr>
            <p:cNvSpPr/>
            <p:nvPr/>
          </p:nvSpPr>
          <p:spPr>
            <a:xfrm>
              <a:off x="5195584" y="5419795"/>
              <a:ext cx="3291184" cy="11775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B72E1D9-EB1C-B53A-5A89-E5A44A6E4F34}"/>
                </a:ext>
              </a:extLst>
            </p:cNvPr>
            <p:cNvSpPr/>
            <p:nvPr/>
          </p:nvSpPr>
          <p:spPr>
            <a:xfrm>
              <a:off x="5195584" y="2355695"/>
              <a:ext cx="3291184" cy="13185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45748FA3-D8C5-B06A-4F1C-1A23DF2E95C4}"/>
                </a:ext>
              </a:extLst>
            </p:cNvPr>
            <p:cNvSpPr/>
            <p:nvPr/>
          </p:nvSpPr>
          <p:spPr>
            <a:xfrm>
              <a:off x="5195584" y="3916573"/>
              <a:ext cx="3291184" cy="12484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63C38B3-5E83-52D7-373A-2FC21EE29EA3}"/>
                </a:ext>
              </a:extLst>
            </p:cNvPr>
            <p:cNvSpPr txBox="1"/>
            <p:nvPr/>
          </p:nvSpPr>
          <p:spPr>
            <a:xfrm>
              <a:off x="7698360" y="3916573"/>
              <a:ext cx="788407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Static</a:t>
              </a:r>
              <a:endParaRPr kumimoji="1" lang="ja-JP" altLang="en-US" sz="1200" b="1" dirty="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57DD2886-7587-00E6-519D-164386354BFA}"/>
                </a:ext>
              </a:extLst>
            </p:cNvPr>
            <p:cNvSpPr/>
            <p:nvPr/>
          </p:nvSpPr>
          <p:spPr>
            <a:xfrm>
              <a:off x="5195584" y="732137"/>
              <a:ext cx="3291184" cy="13626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CD9EFF4B-7994-A7DA-A0E1-24D66C5BDA38}"/>
                </a:ext>
              </a:extLst>
            </p:cNvPr>
            <p:cNvSpPr/>
            <p:nvPr/>
          </p:nvSpPr>
          <p:spPr>
            <a:xfrm>
              <a:off x="10773559" y="3432729"/>
              <a:ext cx="1288564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/>
                <a:t>Total risk</a:t>
              </a:r>
              <a:endParaRPr kumimoji="1" lang="ja-JP" altLang="en-US" sz="1200" b="1" dirty="0"/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55C21B46-EF65-0E8C-3E13-4F8EFD1590AA}"/>
                </a:ext>
              </a:extLst>
            </p:cNvPr>
            <p:cNvSpPr/>
            <p:nvPr/>
          </p:nvSpPr>
          <p:spPr>
            <a:xfrm>
              <a:off x="8967481" y="1865365"/>
              <a:ext cx="1288564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Internal</a:t>
              </a:r>
              <a:endParaRPr kumimoji="1" lang="ja-JP" altLang="en-US" sz="1200" dirty="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3EE1C575-717A-C8A4-4170-26E53729B8EA}"/>
                </a:ext>
              </a:extLst>
            </p:cNvPr>
            <p:cNvSpPr/>
            <p:nvPr/>
          </p:nvSpPr>
          <p:spPr>
            <a:xfrm>
              <a:off x="8967481" y="5000091"/>
              <a:ext cx="1288564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External</a:t>
              </a:r>
              <a:endParaRPr kumimoji="1" lang="ja-JP" altLang="en-US" sz="1200" dirty="0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01F6D0AC-7FDA-723A-6CF9-6E0412F7DA52}"/>
                </a:ext>
              </a:extLst>
            </p:cNvPr>
            <p:cNvSpPr/>
            <p:nvPr/>
          </p:nvSpPr>
          <p:spPr>
            <a:xfrm>
              <a:off x="7009244" y="1067207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Attribution</a:t>
              </a:r>
              <a:endParaRPr kumimoji="1" lang="ja-JP" altLang="en-US" sz="1200" dirty="0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9CA01528-80B3-CA49-06B7-CCE1695017DA}"/>
                </a:ext>
              </a:extLst>
            </p:cNvPr>
            <p:cNvSpPr/>
            <p:nvPr/>
          </p:nvSpPr>
          <p:spPr>
            <a:xfrm>
              <a:off x="7009806" y="2663525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Action</a:t>
              </a:r>
              <a:endParaRPr kumimoji="1" lang="ja-JP" altLang="en-US" sz="1200" dirty="0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E93C840D-694D-466B-8E43-129C8B10EC9D}"/>
                </a:ext>
              </a:extLst>
            </p:cNvPr>
            <p:cNvSpPr/>
            <p:nvPr/>
          </p:nvSpPr>
          <p:spPr>
            <a:xfrm>
              <a:off x="7009244" y="4259851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Objects</a:t>
              </a:r>
              <a:endParaRPr kumimoji="1" lang="ja-JP" altLang="en-US" sz="1200" dirty="0"/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E5A4E3B9-05BA-66CE-CA83-1939C23A2574}"/>
                </a:ext>
              </a:extLst>
            </p:cNvPr>
            <p:cNvSpPr/>
            <p:nvPr/>
          </p:nvSpPr>
          <p:spPr>
            <a:xfrm>
              <a:off x="7009244" y="5740330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Surrounding staff</a:t>
              </a:r>
              <a:endParaRPr kumimoji="1" lang="ja-JP" altLang="en-US" sz="1200" dirty="0"/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CDBA5848-8B58-22AA-8BE8-8E9F807B22AD}"/>
                </a:ext>
              </a:extLst>
            </p:cNvPr>
            <p:cNvSpPr/>
            <p:nvPr/>
          </p:nvSpPr>
          <p:spPr>
            <a:xfrm>
              <a:off x="5329935" y="798453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Patient</a:t>
              </a:r>
              <a:endParaRPr kumimoji="1" lang="ja-JP" altLang="en-US" sz="1200" dirty="0"/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385650FD-1E40-5CD7-A650-A950BD8FB717}"/>
                </a:ext>
              </a:extLst>
            </p:cNvPr>
            <p:cNvSpPr/>
            <p:nvPr/>
          </p:nvSpPr>
          <p:spPr>
            <a:xfrm>
              <a:off x="5329935" y="1516832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Age</a:t>
              </a:r>
              <a:endParaRPr kumimoji="1" lang="ja-JP" altLang="en-US" sz="1200" dirty="0"/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F17A40AC-A724-0425-E7B2-BC338A437DD7}"/>
                </a:ext>
              </a:extLst>
            </p:cNvPr>
            <p:cNvSpPr/>
            <p:nvPr/>
          </p:nvSpPr>
          <p:spPr>
            <a:xfrm>
              <a:off x="5329935" y="2338878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Action 1</a:t>
              </a:r>
              <a:endParaRPr kumimoji="1" lang="ja-JP" altLang="en-US" sz="1200" dirty="0"/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25FC83C6-2FD8-5735-4C6E-1CC18494FA90}"/>
                </a:ext>
              </a:extLst>
            </p:cNvPr>
            <p:cNvSpPr/>
            <p:nvPr/>
          </p:nvSpPr>
          <p:spPr>
            <a:xfrm>
              <a:off x="5329935" y="3200967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Action </a:t>
              </a:r>
              <a:r>
                <a:rPr kumimoji="1" lang="en-US" altLang="ja-JP" sz="1200" i="1" dirty="0"/>
                <a:t>n</a:t>
              </a:r>
              <a:endParaRPr kumimoji="1" lang="ja-JP" altLang="en-US" sz="1200" i="1" dirty="0"/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62A13354-95BD-1AEC-1E53-A2E29275B373}"/>
                </a:ext>
              </a:extLst>
            </p:cNvPr>
            <p:cNvSpPr/>
            <p:nvPr/>
          </p:nvSpPr>
          <p:spPr>
            <a:xfrm>
              <a:off x="5329935" y="4019127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Object 1</a:t>
              </a:r>
              <a:endParaRPr kumimoji="1" lang="ja-JP" altLang="en-US" sz="1200" dirty="0"/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1E642BE7-2A55-C425-AF42-48A643409497}"/>
                </a:ext>
              </a:extLst>
            </p:cNvPr>
            <p:cNvSpPr/>
            <p:nvPr/>
          </p:nvSpPr>
          <p:spPr>
            <a:xfrm>
              <a:off x="5329935" y="4681447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Object </a:t>
              </a:r>
              <a:r>
                <a:rPr kumimoji="1" lang="en-US" altLang="ja-JP" sz="1200" i="1" dirty="0"/>
                <a:t>n</a:t>
              </a:r>
              <a:endParaRPr kumimoji="1" lang="ja-JP" altLang="en-US" sz="1200" i="1" dirty="0"/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00657188-CEF2-A6FD-9767-9E44532BC7CB}"/>
                </a:ext>
              </a:extLst>
            </p:cNvPr>
            <p:cNvSpPr/>
            <p:nvPr/>
          </p:nvSpPr>
          <p:spPr>
            <a:xfrm>
              <a:off x="5329935" y="5499606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Distance</a:t>
              </a:r>
              <a:endParaRPr kumimoji="1" lang="ja-JP" altLang="en-US" sz="1200" dirty="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C7FD709-DD80-0820-0CC6-FF6469372EE8}"/>
                </a:ext>
              </a:extLst>
            </p:cNvPr>
            <p:cNvSpPr/>
            <p:nvPr/>
          </p:nvSpPr>
          <p:spPr>
            <a:xfrm>
              <a:off x="3668321" y="798868"/>
              <a:ext cx="1288564" cy="10767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BLIP</a:t>
              </a:r>
              <a:endParaRPr kumimoji="1" lang="ja-JP" altLang="en-US" sz="1200" dirty="0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B5AF5BCA-FB0B-435A-EED2-A93073D8207E}"/>
                </a:ext>
              </a:extLst>
            </p:cNvPr>
            <p:cNvSpPr/>
            <p:nvPr/>
          </p:nvSpPr>
          <p:spPr>
            <a:xfrm>
              <a:off x="3668321" y="2334989"/>
              <a:ext cx="1288564" cy="12243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Pose similarity evaluator</a:t>
              </a:r>
            </a:p>
            <a:p>
              <a:pPr algn="ctr"/>
              <a:r>
                <a:rPr lang="en-US" altLang="ja-JP" sz="1200" dirty="0"/>
                <a:t>with YOLO</a:t>
              </a:r>
              <a:endParaRPr kumimoji="1" lang="ja-JP" altLang="en-US" sz="1200" dirty="0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634B2D6E-944E-190C-611C-46E98C111F83}"/>
                </a:ext>
              </a:extLst>
            </p:cNvPr>
            <p:cNvSpPr/>
            <p:nvPr/>
          </p:nvSpPr>
          <p:spPr>
            <a:xfrm>
              <a:off x="3668321" y="4019127"/>
              <a:ext cx="1288564" cy="1020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BLIP</a:t>
              </a:r>
              <a:endParaRPr kumimoji="1" lang="ja-JP" altLang="en-US" sz="1200" dirty="0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0AB720F-35A7-4CC8-C4A6-66765C3DC68B}"/>
                </a:ext>
              </a:extLst>
            </p:cNvPr>
            <p:cNvSpPr/>
            <p:nvPr/>
          </p:nvSpPr>
          <p:spPr>
            <a:xfrm>
              <a:off x="3668321" y="5499606"/>
              <a:ext cx="1288564" cy="1020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Relative position calculator</a:t>
              </a:r>
              <a:endParaRPr kumimoji="1" lang="ja-JP" altLang="en-US" sz="1200" dirty="0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6F4D6546-8AFA-6BA6-B87E-A2807870B942}"/>
                </a:ext>
              </a:extLst>
            </p:cNvPr>
            <p:cNvSpPr/>
            <p:nvPr/>
          </p:nvSpPr>
          <p:spPr>
            <a:xfrm>
              <a:off x="2454760" y="798453"/>
              <a:ext cx="988148" cy="5383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7898995-E8BD-AF21-D5E9-4E1C07CD281B}"/>
                </a:ext>
              </a:extLst>
            </p:cNvPr>
            <p:cNvSpPr/>
            <p:nvPr/>
          </p:nvSpPr>
          <p:spPr>
            <a:xfrm>
              <a:off x="2454760" y="2331695"/>
              <a:ext cx="988148" cy="6121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6B2C6280-79D2-8AC1-AF8C-A14626F4B469}"/>
                </a:ext>
              </a:extLst>
            </p:cNvPr>
            <p:cNvSpPr/>
            <p:nvPr/>
          </p:nvSpPr>
          <p:spPr>
            <a:xfrm>
              <a:off x="2454760" y="4012540"/>
              <a:ext cx="988148" cy="51362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5F0FA0C0-E94B-DD22-B3F7-3FCBE51A174E}"/>
                </a:ext>
              </a:extLst>
            </p:cNvPr>
            <p:cNvSpPr/>
            <p:nvPr/>
          </p:nvSpPr>
          <p:spPr>
            <a:xfrm>
              <a:off x="2454760" y="6015427"/>
              <a:ext cx="988148" cy="510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B4C465B0-F139-D4DE-194B-137A79F509E1}"/>
                </a:ext>
              </a:extLst>
            </p:cNvPr>
            <p:cNvSpPr/>
            <p:nvPr/>
          </p:nvSpPr>
          <p:spPr>
            <a:xfrm>
              <a:off x="130001" y="1290861"/>
              <a:ext cx="1740604" cy="84318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Bounding box RGB image</a:t>
              </a:r>
              <a:endParaRPr kumimoji="1" lang="ja-JP" altLang="en-US" sz="1200" dirty="0"/>
            </a:p>
          </p:txBody>
        </p:sp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BB27FD26-2EDB-5837-7CE6-58889288EB78}"/>
                </a:ext>
              </a:extLst>
            </p:cNvPr>
            <p:cNvSpPr/>
            <p:nvPr/>
          </p:nvSpPr>
          <p:spPr>
            <a:xfrm>
              <a:off x="130001" y="5318738"/>
              <a:ext cx="1740604" cy="84318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Extracted </a:t>
              </a:r>
              <a:r>
                <a:rPr kumimoji="1" lang="en-US" altLang="ja-JP" sz="1200" dirty="0" err="1"/>
                <a:t>PointCloud</a:t>
              </a:r>
              <a:endParaRPr kumimoji="1" lang="ja-JP" altLang="en-US" sz="1200" dirty="0"/>
            </a:p>
          </p:txBody>
        </p:sp>
        <p:sp>
          <p:nvSpPr>
            <p:cNvPr id="37" name="四角形: 角を丸くする 36">
              <a:extLst>
                <a:ext uri="{FF2B5EF4-FFF2-40B4-BE49-F238E27FC236}">
                  <a16:creationId xmlns:a16="http://schemas.microsoft.com/office/drawing/2014/main" id="{B7F9EEDD-DBBC-804F-F2F4-8D200AE38333}"/>
                </a:ext>
              </a:extLst>
            </p:cNvPr>
            <p:cNvSpPr/>
            <p:nvPr/>
          </p:nvSpPr>
          <p:spPr>
            <a:xfrm>
              <a:off x="130001" y="3280739"/>
              <a:ext cx="1740604" cy="84318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background differencing</a:t>
              </a:r>
            </a:p>
            <a:p>
              <a:pPr algn="ctr"/>
              <a:r>
                <a:rPr kumimoji="1" lang="en-US" altLang="ja-JP" sz="1200" dirty="0"/>
                <a:t>image</a:t>
              </a:r>
              <a:endParaRPr kumimoji="1" lang="ja-JP" altLang="en-US" sz="1200" dirty="0"/>
            </a:p>
          </p:txBody>
        </p: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61CFED7F-0146-4960-92D2-1A132BE3EF34}"/>
                </a:ext>
              </a:extLst>
            </p:cNvPr>
            <p:cNvCxnSpPr>
              <a:cxnSpLocks/>
              <a:stCxn id="20" idx="3"/>
              <a:endCxn id="16" idx="1"/>
            </p:cNvCxnSpPr>
            <p:nvPr/>
          </p:nvCxnSpPr>
          <p:spPr>
            <a:xfrm>
              <a:off x="6491727" y="977622"/>
              <a:ext cx="517515" cy="35918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74EE2169-A8C9-0634-B538-3DD64774D9FE}"/>
                </a:ext>
              </a:extLst>
            </p:cNvPr>
            <p:cNvCxnSpPr>
              <a:cxnSpLocks/>
              <a:stCxn id="21" idx="3"/>
              <a:endCxn id="16" idx="1"/>
            </p:cNvCxnSpPr>
            <p:nvPr/>
          </p:nvCxnSpPr>
          <p:spPr>
            <a:xfrm flipV="1">
              <a:off x="6491727" y="1336811"/>
              <a:ext cx="517515" cy="35919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12D4E7AF-277A-403A-BEE5-55E20590BC3D}"/>
                </a:ext>
              </a:extLst>
            </p:cNvPr>
            <p:cNvCxnSpPr>
              <a:cxnSpLocks/>
              <a:stCxn id="23" idx="3"/>
              <a:endCxn id="17" idx="1"/>
            </p:cNvCxnSpPr>
            <p:nvPr/>
          </p:nvCxnSpPr>
          <p:spPr>
            <a:xfrm flipV="1">
              <a:off x="6491727" y="2933129"/>
              <a:ext cx="518077" cy="447007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DA843F7B-81C2-E968-9878-588891D4DC18}"/>
                </a:ext>
              </a:extLst>
            </p:cNvPr>
            <p:cNvCxnSpPr>
              <a:cxnSpLocks/>
              <a:stCxn id="22" idx="3"/>
              <a:endCxn id="17" idx="1"/>
            </p:cNvCxnSpPr>
            <p:nvPr/>
          </p:nvCxnSpPr>
          <p:spPr>
            <a:xfrm>
              <a:off x="6491727" y="2518048"/>
              <a:ext cx="518077" cy="41508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2554996-3DB1-C112-A288-1780020A2E0B}"/>
                </a:ext>
              </a:extLst>
            </p:cNvPr>
            <p:cNvCxnSpPr>
              <a:cxnSpLocks/>
              <a:stCxn id="24" idx="3"/>
              <a:endCxn id="18" idx="1"/>
            </p:cNvCxnSpPr>
            <p:nvPr/>
          </p:nvCxnSpPr>
          <p:spPr>
            <a:xfrm>
              <a:off x="6491727" y="4198296"/>
              <a:ext cx="517515" cy="33116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ACB7598B-031E-B17F-9826-1C939257D8B8}"/>
                </a:ext>
              </a:extLst>
            </p:cNvPr>
            <p:cNvCxnSpPr>
              <a:cxnSpLocks/>
              <a:stCxn id="25" idx="3"/>
              <a:endCxn id="18" idx="1"/>
            </p:cNvCxnSpPr>
            <p:nvPr/>
          </p:nvCxnSpPr>
          <p:spPr>
            <a:xfrm flipV="1">
              <a:off x="6491727" y="4529455"/>
              <a:ext cx="517515" cy="33116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20F3ECF8-0A5E-4FF4-D401-1CC40D718CAA}"/>
                </a:ext>
              </a:extLst>
            </p:cNvPr>
            <p:cNvCxnSpPr>
              <a:cxnSpLocks/>
              <a:stCxn id="26" idx="3"/>
              <a:endCxn id="19" idx="1"/>
            </p:cNvCxnSpPr>
            <p:nvPr/>
          </p:nvCxnSpPr>
          <p:spPr>
            <a:xfrm>
              <a:off x="6491727" y="5678776"/>
              <a:ext cx="517515" cy="33116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857CBBCA-7952-8017-D52F-6E356C39DAB0}"/>
                </a:ext>
              </a:extLst>
            </p:cNvPr>
            <p:cNvCxnSpPr>
              <a:cxnSpLocks/>
              <a:stCxn id="87" idx="3"/>
              <a:endCxn id="19" idx="1"/>
            </p:cNvCxnSpPr>
            <p:nvPr/>
          </p:nvCxnSpPr>
          <p:spPr>
            <a:xfrm flipV="1">
              <a:off x="6491727" y="6009935"/>
              <a:ext cx="517515" cy="33116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5BF109F6-E0CA-296E-57BC-42A0645C43E3}"/>
                </a:ext>
              </a:extLst>
            </p:cNvPr>
            <p:cNvCxnSpPr>
              <a:cxnSpLocks/>
              <a:stCxn id="19" idx="3"/>
              <a:endCxn id="15" idx="1"/>
            </p:cNvCxnSpPr>
            <p:nvPr/>
          </p:nvCxnSpPr>
          <p:spPr>
            <a:xfrm flipV="1">
              <a:off x="8449404" y="5269696"/>
              <a:ext cx="518077" cy="74024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E387779-64C2-9188-CB0F-6C986E055E9C}"/>
                </a:ext>
              </a:extLst>
            </p:cNvPr>
            <p:cNvCxnSpPr>
              <a:cxnSpLocks/>
              <a:stCxn id="18" idx="3"/>
              <a:endCxn id="15" idx="1"/>
            </p:cNvCxnSpPr>
            <p:nvPr/>
          </p:nvCxnSpPr>
          <p:spPr>
            <a:xfrm>
              <a:off x="8449404" y="4529455"/>
              <a:ext cx="518077" cy="74024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E72BE0E2-D884-C33E-19EA-FFC2CB83D5DD}"/>
                </a:ext>
              </a:extLst>
            </p:cNvPr>
            <p:cNvSpPr txBox="1"/>
            <p:nvPr/>
          </p:nvSpPr>
          <p:spPr>
            <a:xfrm>
              <a:off x="9635001" y="5713963"/>
              <a:ext cx="2616468" cy="11227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: Fuzzy reasoning</a:t>
              </a:r>
            </a:p>
            <a:p>
              <a:r>
                <a:rPr lang="ja-JP" altLang="en-US" sz="1200" dirty="0"/>
                <a:t>　　</a:t>
              </a:r>
              <a:r>
                <a:rPr lang="en-US" altLang="ja-JP" sz="1200" dirty="0"/>
                <a:t>: Pairwise comparison</a:t>
              </a:r>
            </a:p>
            <a:p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: Others</a:t>
              </a:r>
            </a:p>
            <a:p>
              <a:r>
                <a:rPr lang="ja-JP" altLang="en-US" sz="1200" dirty="0"/>
                <a:t>　　</a:t>
              </a:r>
              <a:r>
                <a:rPr lang="en-US" altLang="ja-JP" sz="1200" dirty="0"/>
                <a:t>: Process</a:t>
              </a:r>
            </a:p>
            <a:p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: Information</a:t>
              </a:r>
              <a:endParaRPr kumimoji="1" lang="ja-JP" altLang="en-US" sz="1200" dirty="0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25975570-0EF7-72AB-83CF-60D66084DB77}"/>
                </a:ext>
              </a:extLst>
            </p:cNvPr>
            <p:cNvCxnSpPr>
              <a:cxnSpLocks/>
              <a:stCxn id="16" idx="3"/>
              <a:endCxn id="14" idx="1"/>
            </p:cNvCxnSpPr>
            <p:nvPr/>
          </p:nvCxnSpPr>
          <p:spPr>
            <a:xfrm>
              <a:off x="8449403" y="1336811"/>
              <a:ext cx="518077" cy="79815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BFB3778A-F909-2B07-BBF8-110D9CD1381D}"/>
                </a:ext>
              </a:extLst>
            </p:cNvPr>
            <p:cNvCxnSpPr>
              <a:cxnSpLocks/>
              <a:stCxn id="17" idx="3"/>
              <a:endCxn id="14" idx="1"/>
            </p:cNvCxnSpPr>
            <p:nvPr/>
          </p:nvCxnSpPr>
          <p:spPr>
            <a:xfrm flipV="1">
              <a:off x="8449965" y="2134969"/>
              <a:ext cx="517515" cy="79816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D8663B66-844E-D448-E32C-8B34E4E51620}"/>
                </a:ext>
              </a:extLst>
            </p:cNvPr>
            <p:cNvCxnSpPr>
              <a:cxnSpLocks/>
              <a:stCxn id="14" idx="3"/>
              <a:endCxn id="13" idx="1"/>
            </p:cNvCxnSpPr>
            <p:nvPr/>
          </p:nvCxnSpPr>
          <p:spPr>
            <a:xfrm>
              <a:off x="10256045" y="2134969"/>
              <a:ext cx="517515" cy="156736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FC5C9BBD-EE29-C61B-1872-06D1F9A8251D}"/>
                </a:ext>
              </a:extLst>
            </p:cNvPr>
            <p:cNvCxnSpPr>
              <a:cxnSpLocks/>
              <a:stCxn id="15" idx="3"/>
              <a:endCxn id="13" idx="1"/>
            </p:cNvCxnSpPr>
            <p:nvPr/>
          </p:nvCxnSpPr>
          <p:spPr>
            <a:xfrm flipV="1">
              <a:off x="10256045" y="3702333"/>
              <a:ext cx="517515" cy="156736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FA451B09-7190-3AA5-B535-71D44806B14E}"/>
                </a:ext>
              </a:extLst>
            </p:cNvPr>
            <p:cNvCxnSpPr>
              <a:cxnSpLocks/>
            </p:cNvCxnSpPr>
            <p:nvPr/>
          </p:nvCxnSpPr>
          <p:spPr>
            <a:xfrm>
              <a:off x="2002208" y="1713377"/>
              <a:ext cx="0" cy="314724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147F1856-EC21-0709-40A8-AB76C70303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208" y="1713377"/>
              <a:ext cx="1666113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8D05127E-F20C-8FC6-25E4-5F1227762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208" y="3340962"/>
              <a:ext cx="1666113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13715CC3-C2A6-BA5A-2650-09E6C6C301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208" y="4860616"/>
              <a:ext cx="1666113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C02DFB36-38C7-92FF-5D3A-161C61DE4356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H="1">
              <a:off x="1870605" y="3702333"/>
              <a:ext cx="347627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D1BA7A33-6CB0-35D3-706C-939560151175}"/>
                </a:ext>
              </a:extLst>
            </p:cNvPr>
            <p:cNvCxnSpPr>
              <a:cxnSpLocks/>
            </p:cNvCxnSpPr>
            <p:nvPr/>
          </p:nvCxnSpPr>
          <p:spPr>
            <a:xfrm>
              <a:off x="2218232" y="2637775"/>
              <a:ext cx="0" cy="162207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327D82EA-FE3E-9F42-F6F9-B0BE229C81C4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2218232" y="2637774"/>
              <a:ext cx="236528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AFA13E53-2474-4446-0DF8-E4ECFFAA4E8D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>
              <a:off x="2218232" y="4269351"/>
              <a:ext cx="236528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91B47975-0CB2-0811-3B19-DB56DFE45054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>
              <a:off x="1870605" y="1712456"/>
              <a:ext cx="13160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D400F451-6666-F124-19A9-8ACBCC7BCFD8}"/>
                </a:ext>
              </a:extLst>
            </p:cNvPr>
            <p:cNvSpPr/>
            <p:nvPr/>
          </p:nvSpPr>
          <p:spPr>
            <a:xfrm>
              <a:off x="1964845" y="1675088"/>
              <a:ext cx="74733" cy="596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A8028B0F-FEBC-6011-DE00-ED3B34D16150}"/>
                </a:ext>
              </a:extLst>
            </p:cNvPr>
            <p:cNvSpPr/>
            <p:nvPr/>
          </p:nvSpPr>
          <p:spPr>
            <a:xfrm>
              <a:off x="1965689" y="3303596"/>
              <a:ext cx="74733" cy="596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4" name="楕円 63">
              <a:extLst>
                <a:ext uri="{FF2B5EF4-FFF2-40B4-BE49-F238E27FC236}">
                  <a16:creationId xmlns:a16="http://schemas.microsoft.com/office/drawing/2014/main" id="{3195ED50-72E7-FFBC-5995-EC1403B4557F}"/>
                </a:ext>
              </a:extLst>
            </p:cNvPr>
            <p:cNvSpPr/>
            <p:nvPr/>
          </p:nvSpPr>
          <p:spPr>
            <a:xfrm>
              <a:off x="2180020" y="3664967"/>
              <a:ext cx="74733" cy="596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63A854E-3B1B-4A8A-9474-EA4B768EBB86}"/>
                </a:ext>
              </a:extLst>
            </p:cNvPr>
            <p:cNvCxnSpPr>
              <a:cxnSpLocks/>
              <a:endCxn id="36" idx="3"/>
            </p:cNvCxnSpPr>
            <p:nvPr/>
          </p:nvCxnSpPr>
          <p:spPr>
            <a:xfrm flipH="1">
              <a:off x="1870605" y="5740332"/>
              <a:ext cx="1797716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4DB77E13-763D-9421-1A9F-5ACF49C8B00F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983013" y="977622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01FF3FE7-B072-27A3-59D9-E8B425EFC175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H="1">
              <a:off x="4983013" y="1696001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DD647AD7-B495-E5D0-94AD-D30B4EEC3855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4983013" y="2518048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71A04511-C7FE-E4E6-1100-F233B707B5B6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4983013" y="3380136"/>
              <a:ext cx="346922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B32186BA-C11A-733E-31DA-07BDE6F7B5A6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>
              <a:off x="4983013" y="4198296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97493372-BC2B-56A2-529A-430911F5DF77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>
              <a:off x="4983013" y="4860616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E8239DB9-90DD-578D-CEF6-841FE5512381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4983013" y="5678776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569612D4-5B04-8C5C-D2D3-2A6CAAC53A7D}"/>
                </a:ext>
              </a:extLst>
            </p:cNvPr>
            <p:cNvCxnSpPr>
              <a:cxnSpLocks/>
              <a:stCxn id="87" idx="1"/>
            </p:cNvCxnSpPr>
            <p:nvPr/>
          </p:nvCxnSpPr>
          <p:spPr>
            <a:xfrm flipH="1" flipV="1">
              <a:off x="4983013" y="6341095"/>
              <a:ext cx="346921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A1F08A07-315D-9942-ABE1-FACF236C4A69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 flipH="1" flipV="1">
              <a:off x="3442909" y="1067632"/>
              <a:ext cx="225412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B26BCB10-CCBF-6CCF-E579-04A519667341}"/>
                </a:ext>
              </a:extLst>
            </p:cNvPr>
            <p:cNvCxnSpPr>
              <a:cxnSpLocks/>
              <a:endCxn id="32" idx="3"/>
            </p:cNvCxnSpPr>
            <p:nvPr/>
          </p:nvCxnSpPr>
          <p:spPr>
            <a:xfrm flipH="1" flipV="1">
              <a:off x="3442909" y="2637774"/>
              <a:ext cx="225412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92D3DC9A-86C7-E72E-C04B-74F32D7F719E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flipH="1">
              <a:off x="3442909" y="4269351"/>
              <a:ext cx="225412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17EF91B8-D627-DFA4-0E0E-9BFF7241900C}"/>
                </a:ext>
              </a:extLst>
            </p:cNvPr>
            <p:cNvCxnSpPr>
              <a:cxnSpLocks/>
              <a:endCxn id="34" idx="3"/>
            </p:cNvCxnSpPr>
            <p:nvPr/>
          </p:nvCxnSpPr>
          <p:spPr>
            <a:xfrm flipH="1">
              <a:off x="3442909" y="6270591"/>
              <a:ext cx="225412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DF36658C-8D19-54EF-B971-01BFD364A58B}"/>
                </a:ext>
              </a:extLst>
            </p:cNvPr>
            <p:cNvSpPr txBox="1"/>
            <p:nvPr/>
          </p:nvSpPr>
          <p:spPr>
            <a:xfrm rot="5400000">
              <a:off x="6489271" y="2738826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73BBAF5E-CF69-389A-EEB6-EE7B509D875E}"/>
                </a:ext>
              </a:extLst>
            </p:cNvPr>
            <p:cNvSpPr txBox="1"/>
            <p:nvPr/>
          </p:nvSpPr>
          <p:spPr>
            <a:xfrm rot="5400000">
              <a:off x="4958710" y="2738826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AC76E8A0-67AB-7A45-F2B1-AEF450866D8A}"/>
                </a:ext>
              </a:extLst>
            </p:cNvPr>
            <p:cNvSpPr txBox="1"/>
            <p:nvPr/>
          </p:nvSpPr>
          <p:spPr>
            <a:xfrm rot="5400000">
              <a:off x="6489271" y="4337610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6BA171E2-C023-F83E-8FD5-6354B9D1F366}"/>
                </a:ext>
              </a:extLst>
            </p:cNvPr>
            <p:cNvSpPr txBox="1"/>
            <p:nvPr/>
          </p:nvSpPr>
          <p:spPr>
            <a:xfrm rot="5400000">
              <a:off x="4958710" y="4337610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3DA6DA04-3780-7381-6CE0-A81C1DF4C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0240" y="6270590"/>
              <a:ext cx="217924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D7250FBE-D125-C889-2A98-CE61EBF97E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0240" y="6703099"/>
              <a:ext cx="3620591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100BFA73-740C-D539-44D6-EED5752D9B72}"/>
                </a:ext>
              </a:extLst>
            </p:cNvPr>
            <p:cNvCxnSpPr>
              <a:cxnSpLocks/>
            </p:cNvCxnSpPr>
            <p:nvPr/>
          </p:nvCxnSpPr>
          <p:spPr>
            <a:xfrm>
              <a:off x="2290240" y="6270590"/>
              <a:ext cx="0" cy="43250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1ECBC78F-AF29-E5BA-DE63-CE50233F1FA4}"/>
                </a:ext>
              </a:extLst>
            </p:cNvPr>
            <p:cNvCxnSpPr>
              <a:cxnSpLocks/>
            </p:cNvCxnSpPr>
            <p:nvPr/>
          </p:nvCxnSpPr>
          <p:spPr>
            <a:xfrm>
              <a:off x="5728290" y="6520265"/>
              <a:ext cx="0" cy="18283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コネクタ 85">
              <a:extLst>
                <a:ext uri="{FF2B5EF4-FFF2-40B4-BE49-F238E27FC236}">
                  <a16:creationId xmlns:a16="http://schemas.microsoft.com/office/drawing/2014/main" id="{2131DBC7-5646-E539-D250-B3C055741F04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5910831" y="5857945"/>
              <a:ext cx="0" cy="84515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四角形: 角を丸くする 86">
              <a:extLst>
                <a:ext uri="{FF2B5EF4-FFF2-40B4-BE49-F238E27FC236}">
                  <a16:creationId xmlns:a16="http://schemas.microsoft.com/office/drawing/2014/main" id="{FF03EF21-EEF2-6962-190D-AED0E4FE8AF4}"/>
                </a:ext>
              </a:extLst>
            </p:cNvPr>
            <p:cNvSpPr/>
            <p:nvPr/>
          </p:nvSpPr>
          <p:spPr>
            <a:xfrm>
              <a:off x="5329934" y="6161926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/>
                <a:t>Direction</a:t>
              </a:r>
              <a:endParaRPr kumimoji="1" lang="ja-JP" altLang="en-US" sz="1200" dirty="0"/>
            </a:p>
          </p:txBody>
        </p:sp>
        <p:grpSp>
          <p:nvGrpSpPr>
            <p:cNvPr id="88" name="グループ化 87">
              <a:extLst>
                <a:ext uri="{FF2B5EF4-FFF2-40B4-BE49-F238E27FC236}">
                  <a16:creationId xmlns:a16="http://schemas.microsoft.com/office/drawing/2014/main" id="{09252A38-AD7A-F905-2E70-DCCB285B8DE7}"/>
                </a:ext>
              </a:extLst>
            </p:cNvPr>
            <p:cNvGrpSpPr/>
            <p:nvPr/>
          </p:nvGrpSpPr>
          <p:grpSpPr>
            <a:xfrm>
              <a:off x="9751424" y="5882976"/>
              <a:ext cx="288082" cy="397954"/>
              <a:chOff x="9721614" y="5921242"/>
              <a:chExt cx="163486" cy="397955"/>
            </a:xfrm>
          </p:grpSpPr>
          <p:cxnSp>
            <p:nvCxnSpPr>
              <p:cNvPr id="96" name="直線コネクタ 95">
                <a:extLst>
                  <a:ext uri="{FF2B5EF4-FFF2-40B4-BE49-F238E27FC236}">
                    <a16:creationId xmlns:a16="http://schemas.microsoft.com/office/drawing/2014/main" id="{5C8E4F22-6696-C63B-AA24-1C6692C5E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14" y="5921242"/>
                <a:ext cx="16345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線コネクタ 96">
                <a:extLst>
                  <a:ext uri="{FF2B5EF4-FFF2-40B4-BE49-F238E27FC236}">
                    <a16:creationId xmlns:a16="http://schemas.microsoft.com/office/drawing/2014/main" id="{9577D9F9-EB94-0EC6-FA3F-C7C670A93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29" y="6120220"/>
                <a:ext cx="163457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FC15FC4E-BD3A-3185-8981-8AF5B21DF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43" y="6319197"/>
                <a:ext cx="1634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737F5661-2292-2F67-392A-7CB16CB8705D}"/>
                </a:ext>
              </a:extLst>
            </p:cNvPr>
            <p:cNvSpPr/>
            <p:nvPr/>
          </p:nvSpPr>
          <p:spPr>
            <a:xfrm>
              <a:off x="9749590" y="6420213"/>
              <a:ext cx="289932" cy="111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/>
            </a:p>
          </p:txBody>
        </p:sp>
        <p:sp>
          <p:nvSpPr>
            <p:cNvPr id="90" name="四角形: 角を丸くする 89">
              <a:extLst>
                <a:ext uri="{FF2B5EF4-FFF2-40B4-BE49-F238E27FC236}">
                  <a16:creationId xmlns:a16="http://schemas.microsoft.com/office/drawing/2014/main" id="{74472BD2-3487-B474-A3A3-8C2EBA4584C3}"/>
                </a:ext>
              </a:extLst>
            </p:cNvPr>
            <p:cNvSpPr/>
            <p:nvPr/>
          </p:nvSpPr>
          <p:spPr>
            <a:xfrm>
              <a:off x="9736131" y="6609759"/>
              <a:ext cx="303391" cy="1196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/>
            </a:p>
          </p:txBody>
        </p: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5211869A-FC83-932A-9632-3D0153CB59AC}"/>
                </a:ext>
              </a:extLst>
            </p:cNvPr>
            <p:cNvSpPr txBox="1"/>
            <p:nvPr/>
          </p:nvSpPr>
          <p:spPr>
            <a:xfrm>
              <a:off x="7698360" y="732137"/>
              <a:ext cx="788407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Static</a:t>
              </a:r>
              <a:endParaRPr kumimoji="1" lang="ja-JP" altLang="en-US" sz="1200" b="1" dirty="0"/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83DB6D02-B557-A0E5-6F06-0B53B4C8490D}"/>
                </a:ext>
              </a:extLst>
            </p:cNvPr>
            <p:cNvSpPr txBox="1"/>
            <p:nvPr/>
          </p:nvSpPr>
          <p:spPr>
            <a:xfrm>
              <a:off x="7398937" y="2355695"/>
              <a:ext cx="1087830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Dynamic</a:t>
              </a:r>
              <a:endParaRPr kumimoji="1" lang="ja-JP" altLang="en-US" sz="1200" b="1" dirty="0"/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B330B382-70DE-9110-C589-5EBF67D353BD}"/>
                </a:ext>
              </a:extLst>
            </p:cNvPr>
            <p:cNvSpPr txBox="1"/>
            <p:nvPr/>
          </p:nvSpPr>
          <p:spPr>
            <a:xfrm>
              <a:off x="7398937" y="5419795"/>
              <a:ext cx="1087830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Dynamic</a:t>
              </a:r>
              <a:endParaRPr kumimoji="1" lang="ja-JP" altLang="en-US" sz="1200" b="1" dirty="0"/>
            </a:p>
          </p:txBody>
        </p: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2F5C00B4-AAE6-0471-DC18-C33440E81608}"/>
                </a:ext>
              </a:extLst>
            </p:cNvPr>
            <p:cNvCxnSpPr>
              <a:cxnSpLocks/>
            </p:cNvCxnSpPr>
            <p:nvPr/>
          </p:nvCxnSpPr>
          <p:spPr>
            <a:xfrm>
              <a:off x="8339306" y="468711"/>
              <a:ext cx="0" cy="263426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フローチャート: 他ページ結合子 94">
              <a:extLst>
                <a:ext uri="{FF2B5EF4-FFF2-40B4-BE49-F238E27FC236}">
                  <a16:creationId xmlns:a16="http://schemas.microsoft.com/office/drawing/2014/main" id="{0A734034-AD04-C369-F904-425E13060A15}"/>
                </a:ext>
              </a:extLst>
            </p:cNvPr>
            <p:cNvSpPr/>
            <p:nvPr/>
          </p:nvSpPr>
          <p:spPr>
            <a:xfrm rot="10800000">
              <a:off x="7918470" y="140624"/>
              <a:ext cx="564857" cy="319677"/>
            </a:xfrm>
            <a:prstGeom prst="flowChartOffpage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99" name="楕円 98">
            <a:extLst>
              <a:ext uri="{FF2B5EF4-FFF2-40B4-BE49-F238E27FC236}">
                <a16:creationId xmlns:a16="http://schemas.microsoft.com/office/drawing/2014/main" id="{6128143E-CA33-FCA8-5D27-DF0A077301FB}"/>
              </a:ext>
            </a:extLst>
          </p:cNvPr>
          <p:cNvSpPr/>
          <p:nvPr/>
        </p:nvSpPr>
        <p:spPr>
          <a:xfrm>
            <a:off x="7391264" y="6651586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/>
          </a:p>
        </p:txBody>
      </p:sp>
    </p:spTree>
    <p:extLst>
      <p:ext uri="{BB962C8B-B14F-4D97-AF65-F5344CB8AC3E}">
        <p14:creationId xmlns:p14="http://schemas.microsoft.com/office/powerpoint/2010/main" val="2021126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49D71-3623-5A47-B91F-C00A652A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参考：通知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CBD60D5-09F8-534D-A389-CF9FCE104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34</a:t>
            </a:fld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0A80E0-0147-A274-A275-7819E37E231B}"/>
              </a:ext>
            </a:extLst>
          </p:cNvPr>
          <p:cNvSpPr/>
          <p:nvPr/>
        </p:nvSpPr>
        <p:spPr>
          <a:xfrm>
            <a:off x="2880844" y="3067987"/>
            <a:ext cx="2665649" cy="2568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0D94438-8825-979B-7D3B-26CAC48D5880}"/>
              </a:ext>
            </a:extLst>
          </p:cNvPr>
          <p:cNvSpPr/>
          <p:nvPr/>
        </p:nvSpPr>
        <p:spPr>
          <a:xfrm>
            <a:off x="1099868" y="5809629"/>
            <a:ext cx="1599204" cy="227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366A74-1EE6-60AA-FF6D-9B9743CCD190}"/>
              </a:ext>
            </a:extLst>
          </p:cNvPr>
          <p:cNvSpPr/>
          <p:nvPr/>
        </p:nvSpPr>
        <p:spPr>
          <a:xfrm>
            <a:off x="469381" y="3067987"/>
            <a:ext cx="2383783" cy="2568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B801BBA-D280-A1A1-ADCA-6B36D7503BFE}"/>
              </a:ext>
            </a:extLst>
          </p:cNvPr>
          <p:cNvSpPr/>
          <p:nvPr/>
        </p:nvSpPr>
        <p:spPr>
          <a:xfrm>
            <a:off x="3063779" y="5809629"/>
            <a:ext cx="1088006" cy="2275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1FCD561E-5F47-B818-A6DE-1925156E5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9655"/>
              </p:ext>
            </p:extLst>
          </p:nvPr>
        </p:nvGraphicFramePr>
        <p:xfrm>
          <a:off x="580164" y="4527509"/>
          <a:ext cx="2200910" cy="1007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305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Static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Significance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Objects (iv Pole)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0.12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Attribution (Patient)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0.01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DE1AC1C6-7543-A2F9-34A0-41E2F4DB0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364335"/>
              </p:ext>
            </p:extLst>
          </p:nvPr>
        </p:nvGraphicFramePr>
        <p:xfrm>
          <a:off x="3224156" y="4527509"/>
          <a:ext cx="202469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318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137801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4"/>
                          </a:solidFill>
                        </a:rPr>
                        <a:t>Dynamic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Correlation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138865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Stand up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0.99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138865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138865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Move wheelchair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-0.50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pic>
        <p:nvPicPr>
          <p:cNvPr id="10" name="図 9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A1BD56D5-6397-4A46-B4D4-C217CA1F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44" b="3338"/>
          <a:stretch/>
        </p:blipFill>
        <p:spPr>
          <a:xfrm>
            <a:off x="576396" y="3227629"/>
            <a:ext cx="2200910" cy="1269467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0A94CCD-4136-F948-723B-D21A612DB172}"/>
              </a:ext>
            </a:extLst>
          </p:cNvPr>
          <p:cNvCxnSpPr>
            <a:cxnSpLocks/>
          </p:cNvCxnSpPr>
          <p:nvPr/>
        </p:nvCxnSpPr>
        <p:spPr>
          <a:xfrm>
            <a:off x="1559496" y="3316293"/>
            <a:ext cx="0" cy="93610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3B2DC7C-709A-4AEE-CCFC-248F2CFD384F}"/>
              </a:ext>
            </a:extLst>
          </p:cNvPr>
          <p:cNvGrpSpPr/>
          <p:nvPr/>
        </p:nvGrpSpPr>
        <p:grpSpPr>
          <a:xfrm>
            <a:off x="2902381" y="3217312"/>
            <a:ext cx="2609892" cy="1281725"/>
            <a:chOff x="2985484" y="3125175"/>
            <a:chExt cx="2870063" cy="1409496"/>
          </a:xfrm>
        </p:grpSpPr>
        <p:pic>
          <p:nvPicPr>
            <p:cNvPr id="13" name="図 12" descr="グラフ, 折れ線グラフ&#10;&#10;自動的に生成された説明">
              <a:extLst>
                <a:ext uri="{FF2B5EF4-FFF2-40B4-BE49-F238E27FC236}">
                  <a16:creationId xmlns:a16="http://schemas.microsoft.com/office/drawing/2014/main" id="{B07AE941-2257-1991-52C4-4E2F08EB0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625" r="37388"/>
            <a:stretch/>
          </p:blipFill>
          <p:spPr>
            <a:xfrm>
              <a:off x="2985484" y="3151814"/>
              <a:ext cx="1453138" cy="1382857"/>
            </a:xfrm>
            <a:prstGeom prst="rect">
              <a:avLst/>
            </a:prstGeom>
          </p:spPr>
        </p:pic>
        <p:pic>
          <p:nvPicPr>
            <p:cNvPr id="14" name="図 13" descr="グラフ, 折れ線グラフ&#10;&#10;自動的に生成された説明">
              <a:extLst>
                <a:ext uri="{FF2B5EF4-FFF2-40B4-BE49-F238E27FC236}">
                  <a16:creationId xmlns:a16="http://schemas.microsoft.com/office/drawing/2014/main" id="{BC9CC377-9095-FB5B-25B2-146F989E4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0" t="11731" r="37841"/>
            <a:stretch/>
          </p:blipFill>
          <p:spPr>
            <a:xfrm>
              <a:off x="4462305" y="3151813"/>
              <a:ext cx="1393242" cy="1380723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A146F96B-530A-CAB9-163B-BBB6293D6651}"/>
                </a:ext>
              </a:extLst>
            </p:cNvPr>
            <p:cNvSpPr txBox="1"/>
            <p:nvPr/>
          </p:nvSpPr>
          <p:spPr>
            <a:xfrm>
              <a:off x="4642969" y="3258435"/>
              <a:ext cx="810367" cy="2876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b="1" dirty="0">
                  <a:solidFill>
                    <a:schemeClr val="accent2"/>
                  </a:solidFill>
                </a:rPr>
                <a:t>Stand up</a:t>
              </a:r>
              <a:endParaRPr kumimoji="1" lang="ja-JP" altLang="en-US" sz="1100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D7595E62-E468-5937-FA72-26B84C353636}"/>
                </a:ext>
              </a:extLst>
            </p:cNvPr>
            <p:cNvSpPr/>
            <p:nvPr/>
          </p:nvSpPr>
          <p:spPr>
            <a:xfrm>
              <a:off x="4772447" y="3587733"/>
              <a:ext cx="476250" cy="558800"/>
            </a:xfrm>
            <a:custGeom>
              <a:avLst/>
              <a:gdLst>
                <a:gd name="connsiteX0" fmla="*/ 0 w 476250"/>
                <a:gd name="connsiteY0" fmla="*/ 558800 h 558800"/>
                <a:gd name="connsiteX1" fmla="*/ 330200 w 476250"/>
                <a:gd name="connsiteY1" fmla="*/ 361950 h 558800"/>
                <a:gd name="connsiteX2" fmla="*/ 476250 w 476250"/>
                <a:gd name="connsiteY2" fmla="*/ 0 h 55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58800">
                  <a:moveTo>
                    <a:pt x="0" y="558800"/>
                  </a:moveTo>
                  <a:cubicBezTo>
                    <a:pt x="125412" y="506941"/>
                    <a:pt x="250825" y="455083"/>
                    <a:pt x="330200" y="361950"/>
                  </a:cubicBezTo>
                  <a:cubicBezTo>
                    <a:pt x="409575" y="268817"/>
                    <a:pt x="442912" y="134408"/>
                    <a:pt x="476250" y="0"/>
                  </a:cubicBezTo>
                </a:path>
              </a:pathLst>
            </a:cu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8ED3D7D1-9667-111B-7566-7828781DB0F0}"/>
                </a:ext>
              </a:extLst>
            </p:cNvPr>
            <p:cNvSpPr/>
            <p:nvPr/>
          </p:nvSpPr>
          <p:spPr>
            <a:xfrm>
              <a:off x="3524894" y="3388920"/>
              <a:ext cx="476250" cy="558800"/>
            </a:xfrm>
            <a:custGeom>
              <a:avLst/>
              <a:gdLst>
                <a:gd name="connsiteX0" fmla="*/ 0 w 476250"/>
                <a:gd name="connsiteY0" fmla="*/ 558800 h 558800"/>
                <a:gd name="connsiteX1" fmla="*/ 330200 w 476250"/>
                <a:gd name="connsiteY1" fmla="*/ 361950 h 558800"/>
                <a:gd name="connsiteX2" fmla="*/ 476250 w 476250"/>
                <a:gd name="connsiteY2" fmla="*/ 0 h 55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58800">
                  <a:moveTo>
                    <a:pt x="0" y="558800"/>
                  </a:moveTo>
                  <a:cubicBezTo>
                    <a:pt x="125412" y="506941"/>
                    <a:pt x="250825" y="455083"/>
                    <a:pt x="330200" y="361950"/>
                  </a:cubicBezTo>
                  <a:cubicBezTo>
                    <a:pt x="409575" y="268817"/>
                    <a:pt x="442912" y="134408"/>
                    <a:pt x="476250" y="0"/>
                  </a:cubicBezTo>
                </a:path>
              </a:pathLst>
            </a:cu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EB966401-2925-0307-A2FD-612D495C4801}"/>
                </a:ext>
              </a:extLst>
            </p:cNvPr>
            <p:cNvSpPr txBox="1"/>
            <p:nvPr/>
          </p:nvSpPr>
          <p:spPr>
            <a:xfrm>
              <a:off x="3588723" y="3125175"/>
              <a:ext cx="8857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b="1" dirty="0">
                  <a:solidFill>
                    <a:schemeClr val="accent2"/>
                  </a:solidFill>
                </a:rPr>
                <a:t>Total risk</a:t>
              </a:r>
              <a:endParaRPr kumimoji="1" lang="ja-JP" altLang="en-US" sz="11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010EC4F-1D95-16E0-EBF2-D737C9AC3238}"/>
              </a:ext>
            </a:extLst>
          </p:cNvPr>
          <p:cNvSpPr txBox="1"/>
          <p:nvPr/>
        </p:nvSpPr>
        <p:spPr>
          <a:xfrm>
            <a:off x="371414" y="5781946"/>
            <a:ext cx="5175080" cy="307777"/>
          </a:xfrm>
          <a:prstGeom prst="wedgeRectCallout">
            <a:avLst>
              <a:gd name="adj1" fmla="val -24172"/>
              <a:gd name="adj2" fmla="val 33676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kumimoji="1" lang="en-US" altLang="ja-JP" sz="1400" b="1" dirty="0"/>
              <a:t>B</a:t>
            </a:r>
            <a:r>
              <a:rPr kumimoji="1" lang="ja-JP" altLang="en-US" sz="1400" b="1" dirty="0"/>
              <a:t>さんが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車椅子に乗っている</a:t>
            </a:r>
            <a:r>
              <a:rPr kumimoji="1" lang="ja-JP" altLang="en-US" sz="1400" b="1" dirty="0"/>
              <a:t>のに</a:t>
            </a:r>
            <a:r>
              <a:rPr kumimoji="1" lang="ja-JP" altLang="en-US" sz="1400" b="1" dirty="0">
                <a:solidFill>
                  <a:schemeClr val="accent2"/>
                </a:solidFill>
              </a:rPr>
              <a:t>立ち上がった</a:t>
            </a:r>
            <a:r>
              <a:rPr kumimoji="1" lang="ja-JP" altLang="en-US" sz="1400" b="1" dirty="0"/>
              <a:t>ので危険です！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B3DDC55-1B1D-09CF-A430-52A06B406066}"/>
              </a:ext>
            </a:extLst>
          </p:cNvPr>
          <p:cNvSpPr/>
          <p:nvPr/>
        </p:nvSpPr>
        <p:spPr>
          <a:xfrm>
            <a:off x="435600" y="5816111"/>
            <a:ext cx="504056" cy="22758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AAC9F9B-1D1B-3917-F478-7B0A77C59A3F}"/>
              </a:ext>
            </a:extLst>
          </p:cNvPr>
          <p:cNvGrpSpPr/>
          <p:nvPr/>
        </p:nvGrpSpPr>
        <p:grpSpPr>
          <a:xfrm>
            <a:off x="591130" y="1589030"/>
            <a:ext cx="1744381" cy="1349678"/>
            <a:chOff x="1069897" y="1589030"/>
            <a:chExt cx="1744381" cy="1349678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2702D1A9-7FB3-8B13-9374-33E56EBDBAE7}"/>
                </a:ext>
              </a:extLst>
            </p:cNvPr>
            <p:cNvGrpSpPr/>
            <p:nvPr/>
          </p:nvGrpSpPr>
          <p:grpSpPr>
            <a:xfrm>
              <a:off x="1069897" y="1589030"/>
              <a:ext cx="1744381" cy="1349678"/>
              <a:chOff x="1069897" y="1589030"/>
              <a:chExt cx="1744381" cy="1349678"/>
            </a:xfrm>
          </p:grpSpPr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716781A9-E19E-94C0-C526-7C515BDEF10A}"/>
                  </a:ext>
                </a:extLst>
              </p:cNvPr>
              <p:cNvGrpSpPr/>
              <p:nvPr/>
            </p:nvGrpSpPr>
            <p:grpSpPr>
              <a:xfrm>
                <a:off x="1069897" y="1589030"/>
                <a:ext cx="1744381" cy="1349678"/>
                <a:chOff x="1069897" y="1589030"/>
                <a:chExt cx="1744381" cy="1349678"/>
              </a:xfrm>
            </p:grpSpPr>
            <p:pic>
              <p:nvPicPr>
                <p:cNvPr id="26" name="図 25">
                  <a:extLst>
                    <a:ext uri="{FF2B5EF4-FFF2-40B4-BE49-F238E27FC236}">
                      <a16:creationId xmlns:a16="http://schemas.microsoft.com/office/drawing/2014/main" id="{4FCD8888-A63B-4F0C-1CF7-C08F2D14BF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rcRect l="4783" r="24595"/>
                <a:stretch/>
              </p:blipFill>
              <p:spPr>
                <a:xfrm>
                  <a:off x="1069897" y="1589030"/>
                  <a:ext cx="1744381" cy="1349678"/>
                </a:xfrm>
                <a:prstGeom prst="rect">
                  <a:avLst/>
                </a:prstGeom>
              </p:spPr>
            </p:pic>
            <p:pic>
              <p:nvPicPr>
                <p:cNvPr id="27" name="図 26">
                  <a:extLst>
                    <a:ext uri="{FF2B5EF4-FFF2-40B4-BE49-F238E27FC236}">
                      <a16:creationId xmlns:a16="http://schemas.microsoft.com/office/drawing/2014/main" id="{48B49AD4-EC87-DC9D-9869-A435C26E60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6343" t="11979" r="40792" b="7062"/>
                <a:stretch/>
              </p:blipFill>
              <p:spPr>
                <a:xfrm>
                  <a:off x="1602465" y="1753370"/>
                  <a:ext cx="811783" cy="1092689"/>
                </a:xfrm>
                <a:prstGeom prst="rect">
                  <a:avLst/>
                </a:prstGeom>
              </p:spPr>
            </p:pic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914CFFD3-1BF1-F857-546F-33B1E2AA8C03}"/>
                    </a:ext>
                  </a:extLst>
                </p:cNvPr>
                <p:cNvSpPr/>
                <p:nvPr/>
              </p:nvSpPr>
              <p:spPr>
                <a:xfrm>
                  <a:off x="1602467" y="1753370"/>
                  <a:ext cx="811783" cy="1092689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65B12282-7CC6-62FE-ACB9-3FFEE10EBEB1}"/>
                  </a:ext>
                </a:extLst>
              </p:cNvPr>
              <p:cNvSpPr/>
              <p:nvPr/>
            </p:nvSpPr>
            <p:spPr>
              <a:xfrm>
                <a:off x="1138840" y="1795927"/>
                <a:ext cx="439795" cy="76897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588AECF1-A870-5B9E-DA40-9DC21D9352D8}"/>
                </a:ext>
              </a:extLst>
            </p:cNvPr>
            <p:cNvSpPr/>
            <p:nvPr/>
          </p:nvSpPr>
          <p:spPr>
            <a:xfrm>
              <a:off x="2008356" y="1752875"/>
              <a:ext cx="216025" cy="1837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AA4FED6-0E75-270E-3120-56B9B1477EA6}"/>
              </a:ext>
            </a:extLst>
          </p:cNvPr>
          <p:cNvCxnSpPr>
            <a:cxnSpLocks/>
          </p:cNvCxnSpPr>
          <p:nvPr/>
        </p:nvCxnSpPr>
        <p:spPr>
          <a:xfrm>
            <a:off x="2853164" y="3053307"/>
            <a:ext cx="0" cy="256899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図 29" descr="グラフ, 折れ線グラフ&#10;&#10;自動的に生成された説明">
            <a:extLst>
              <a:ext uri="{FF2B5EF4-FFF2-40B4-BE49-F238E27FC236}">
                <a16:creationId xmlns:a16="http://schemas.microsoft.com/office/drawing/2014/main" id="{492D4E8F-DCD1-F981-26B5-84554A6455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" t="2795" r="1752" b="6521"/>
          <a:stretch/>
        </p:blipFill>
        <p:spPr>
          <a:xfrm>
            <a:off x="2375135" y="1543693"/>
            <a:ext cx="3163706" cy="1485645"/>
          </a:xfrm>
          <a:prstGeom prst="rect">
            <a:avLst/>
          </a:prstGeom>
        </p:spPr>
      </p:pic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59164CD4-2FA6-4BC5-79AE-A32FD5D2F9E5}"/>
              </a:ext>
            </a:extLst>
          </p:cNvPr>
          <p:cNvCxnSpPr>
            <a:cxnSpLocks/>
          </p:cNvCxnSpPr>
          <p:nvPr/>
        </p:nvCxnSpPr>
        <p:spPr>
          <a:xfrm>
            <a:off x="435600" y="3059779"/>
            <a:ext cx="515476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矢印: 下 31">
            <a:extLst>
              <a:ext uri="{FF2B5EF4-FFF2-40B4-BE49-F238E27FC236}">
                <a16:creationId xmlns:a16="http://schemas.microsoft.com/office/drawing/2014/main" id="{6F014216-5E48-7CBE-721D-EA6CD7A83307}"/>
              </a:ext>
            </a:extLst>
          </p:cNvPr>
          <p:cNvSpPr/>
          <p:nvPr/>
        </p:nvSpPr>
        <p:spPr>
          <a:xfrm>
            <a:off x="2420545" y="2945977"/>
            <a:ext cx="1076818" cy="256910"/>
          </a:xfrm>
          <a:prstGeom prst="downArrow">
            <a:avLst>
              <a:gd name="adj1" fmla="val 385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55BBC4E6-2037-9D18-7DF0-7D95021CEBB0}"/>
              </a:ext>
            </a:extLst>
          </p:cNvPr>
          <p:cNvCxnSpPr>
            <a:cxnSpLocks/>
          </p:cNvCxnSpPr>
          <p:nvPr/>
        </p:nvCxnSpPr>
        <p:spPr>
          <a:xfrm>
            <a:off x="435600" y="5622304"/>
            <a:ext cx="515476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矢印: 下 33">
            <a:extLst>
              <a:ext uri="{FF2B5EF4-FFF2-40B4-BE49-F238E27FC236}">
                <a16:creationId xmlns:a16="http://schemas.microsoft.com/office/drawing/2014/main" id="{D6D56D1F-825D-B721-073B-38095094C351}"/>
              </a:ext>
            </a:extLst>
          </p:cNvPr>
          <p:cNvSpPr/>
          <p:nvPr/>
        </p:nvSpPr>
        <p:spPr>
          <a:xfrm>
            <a:off x="2420545" y="5494594"/>
            <a:ext cx="1076818" cy="256910"/>
          </a:xfrm>
          <a:prstGeom prst="downArrow">
            <a:avLst>
              <a:gd name="adj1" fmla="val 385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F902C54C-94B7-D541-2B74-5FA2F1C685FD}"/>
              </a:ext>
            </a:extLst>
          </p:cNvPr>
          <p:cNvSpPr/>
          <p:nvPr/>
        </p:nvSpPr>
        <p:spPr>
          <a:xfrm>
            <a:off x="3815956" y="1798762"/>
            <a:ext cx="263820" cy="622126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3140E8A-6E41-647E-0465-B07EF5912F52}"/>
              </a:ext>
            </a:extLst>
          </p:cNvPr>
          <p:cNvSpPr txBox="1"/>
          <p:nvPr/>
        </p:nvSpPr>
        <p:spPr>
          <a:xfrm>
            <a:off x="2696866" y="1596085"/>
            <a:ext cx="1373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solidFill>
                  <a:schemeClr val="accent1"/>
                </a:solidFill>
              </a:rPr>
              <a:t>Risk increases &amp; rank changes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253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0857BB-9D9D-7366-8A88-11E6717CD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以下のスライドは作業用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2C4C6A-F2A7-51FB-5CD4-30AE5AF0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5219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F4C312-480A-FB1F-F196-A37861CFC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/>
        </p:spPr>
        <p:txBody>
          <a:bodyPr/>
          <a:lstStyle/>
          <a:p>
            <a:r>
              <a:rPr lang="ja-JP" altLang="en-US" dirty="0"/>
              <a:t>修論　図表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198645-64B7-9B4D-13D8-FC9C2A6E1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149080"/>
            <a:ext cx="5184576" cy="1752600"/>
          </a:xfrm>
        </p:spPr>
        <p:txBody>
          <a:bodyPr>
            <a:normAutofit/>
          </a:bodyPr>
          <a:lstStyle/>
          <a:p>
            <a:pPr algn="r"/>
            <a:r>
              <a:rPr lang="ja-JP" altLang="en-US" sz="2000" dirty="0"/>
              <a:t>髙橋正樹研究室 修士</a:t>
            </a:r>
            <a:r>
              <a:rPr lang="en-US" altLang="ja-JP" sz="2000" dirty="0"/>
              <a:t>2</a:t>
            </a:r>
            <a:r>
              <a:rPr lang="ja-JP" altLang="en-US" sz="2000" dirty="0"/>
              <a:t>年 林出和之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4981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FE542-F34C-677A-3A9A-55A46FF8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梗概　通知が必要なシーン例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2D7961-933C-BCE1-EC75-9B8FAD24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37</a:t>
            </a:fld>
            <a:endParaRPr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2EC4610-B593-644D-C195-E33DFD4A1863}"/>
              </a:ext>
            </a:extLst>
          </p:cNvPr>
          <p:cNvGrpSpPr/>
          <p:nvPr/>
        </p:nvGrpSpPr>
        <p:grpSpPr>
          <a:xfrm>
            <a:off x="2639616" y="1556792"/>
            <a:ext cx="6035212" cy="3297755"/>
            <a:chOff x="2639616" y="1556792"/>
            <a:chExt cx="6035212" cy="3297755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4E65D93D-B176-10C6-E33C-D41CE14FA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9616" y="1556792"/>
              <a:ext cx="6035212" cy="3297755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39EABFD-66DA-5851-4E04-E82A77BD3BC5}"/>
                </a:ext>
              </a:extLst>
            </p:cNvPr>
            <p:cNvSpPr/>
            <p:nvPr/>
          </p:nvSpPr>
          <p:spPr>
            <a:xfrm>
              <a:off x="5159896" y="1983435"/>
              <a:ext cx="546950" cy="443688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4281D2E-C87D-CE61-9A82-8FD676580C90}"/>
                </a:ext>
              </a:extLst>
            </p:cNvPr>
            <p:cNvSpPr/>
            <p:nvPr/>
          </p:nvSpPr>
          <p:spPr>
            <a:xfrm>
              <a:off x="4890853" y="2060848"/>
              <a:ext cx="1349164" cy="2504044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DC7FDD2-88B0-5C9E-E60E-9CDAD63ACB34}"/>
                </a:ext>
              </a:extLst>
            </p:cNvPr>
            <p:cNvSpPr txBox="1"/>
            <p:nvPr/>
          </p:nvSpPr>
          <p:spPr>
            <a:xfrm>
              <a:off x="4239602" y="4220433"/>
              <a:ext cx="2835242" cy="5847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b="1" dirty="0"/>
                <a:t>The patien</a:t>
              </a:r>
              <a:r>
                <a:rPr lang="en-US" altLang="ja-JP" sz="1600" b="1" dirty="0"/>
                <a:t>t standing up without permission</a:t>
              </a:r>
              <a:endParaRPr kumimoji="1" lang="ja-JP" altLang="en-US" sz="1600" b="1" dirty="0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5305744-BB63-A28E-07B2-EC992E4F9183}"/>
                </a:ext>
              </a:extLst>
            </p:cNvPr>
            <p:cNvSpPr/>
            <p:nvPr/>
          </p:nvSpPr>
          <p:spPr>
            <a:xfrm>
              <a:off x="6421673" y="1773626"/>
              <a:ext cx="698352" cy="1459707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0891C94-98A5-03B3-A5A9-DE6555D88EDE}"/>
                </a:ext>
              </a:extLst>
            </p:cNvPr>
            <p:cNvSpPr txBox="1"/>
            <p:nvPr/>
          </p:nvSpPr>
          <p:spPr>
            <a:xfrm>
              <a:off x="6168008" y="2915214"/>
              <a:ext cx="2447264" cy="58477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b="1" dirty="0"/>
                <a:t>The nurse concentrating on her task</a:t>
              </a:r>
              <a:endParaRPr kumimoji="1" lang="ja-JP" altLang="en-US" sz="1600" b="1" dirty="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A94AFA7B-71CF-CABE-A145-234DB80DAA70}"/>
                </a:ext>
              </a:extLst>
            </p:cNvPr>
            <p:cNvSpPr/>
            <p:nvPr/>
          </p:nvSpPr>
          <p:spPr>
            <a:xfrm>
              <a:off x="3033935" y="2060848"/>
              <a:ext cx="1270161" cy="194421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1ADF79F-5C07-05E8-1D8F-8FE1627B3A6A}"/>
              </a:ext>
            </a:extLst>
          </p:cNvPr>
          <p:cNvGrpSpPr/>
          <p:nvPr/>
        </p:nvGrpSpPr>
        <p:grpSpPr>
          <a:xfrm>
            <a:off x="591130" y="1589030"/>
            <a:ext cx="1744381" cy="1349678"/>
            <a:chOff x="1069897" y="1589030"/>
            <a:chExt cx="1744381" cy="134967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28009AE9-0845-4E0E-5970-E3C6850A1FEA}"/>
                </a:ext>
              </a:extLst>
            </p:cNvPr>
            <p:cNvGrpSpPr/>
            <p:nvPr/>
          </p:nvGrpSpPr>
          <p:grpSpPr>
            <a:xfrm>
              <a:off x="1069897" y="1589030"/>
              <a:ext cx="1744381" cy="1349678"/>
              <a:chOff x="1069897" y="1589030"/>
              <a:chExt cx="1744381" cy="1349678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E41BD0C4-3122-DCFE-AD51-2B9C5D4E3E67}"/>
                  </a:ext>
                </a:extLst>
              </p:cNvPr>
              <p:cNvGrpSpPr/>
              <p:nvPr/>
            </p:nvGrpSpPr>
            <p:grpSpPr>
              <a:xfrm>
                <a:off x="1069897" y="1589030"/>
                <a:ext cx="1744381" cy="1349678"/>
                <a:chOff x="1069897" y="1589030"/>
                <a:chExt cx="1744381" cy="1349678"/>
              </a:xfrm>
            </p:grpSpPr>
            <p:pic>
              <p:nvPicPr>
                <p:cNvPr id="19" name="図 18">
                  <a:extLst>
                    <a:ext uri="{FF2B5EF4-FFF2-40B4-BE49-F238E27FC236}">
                      <a16:creationId xmlns:a16="http://schemas.microsoft.com/office/drawing/2014/main" id="{D7F91A56-DE6C-1938-CE86-20E35EAACA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rcRect l="4783" r="24595"/>
                <a:stretch/>
              </p:blipFill>
              <p:spPr>
                <a:xfrm>
                  <a:off x="1069897" y="1589030"/>
                  <a:ext cx="1744381" cy="1349678"/>
                </a:xfrm>
                <a:prstGeom prst="rect">
                  <a:avLst/>
                </a:prstGeom>
              </p:spPr>
            </p:pic>
            <p:pic>
              <p:nvPicPr>
                <p:cNvPr id="20" name="図 19">
                  <a:extLst>
                    <a:ext uri="{FF2B5EF4-FFF2-40B4-BE49-F238E27FC236}">
                      <a16:creationId xmlns:a16="http://schemas.microsoft.com/office/drawing/2014/main" id="{277F92C5-9F5C-8A41-4041-68F5A1D43C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26343" t="11979" r="40792" b="7062"/>
                <a:stretch/>
              </p:blipFill>
              <p:spPr>
                <a:xfrm>
                  <a:off x="1602465" y="1753370"/>
                  <a:ext cx="811783" cy="1092689"/>
                </a:xfrm>
                <a:prstGeom prst="rect">
                  <a:avLst/>
                </a:prstGeom>
              </p:spPr>
            </p:pic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A63F043A-9606-4909-AD4F-113559D63CC2}"/>
                    </a:ext>
                  </a:extLst>
                </p:cNvPr>
                <p:cNvSpPr/>
                <p:nvPr/>
              </p:nvSpPr>
              <p:spPr>
                <a:xfrm>
                  <a:off x="1602467" y="1753370"/>
                  <a:ext cx="811783" cy="1092689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8CB4C6FC-BB5B-E920-CD53-F3791EEA102E}"/>
                  </a:ext>
                </a:extLst>
              </p:cNvPr>
              <p:cNvSpPr/>
              <p:nvPr/>
            </p:nvSpPr>
            <p:spPr>
              <a:xfrm>
                <a:off x="1138840" y="1795927"/>
                <a:ext cx="439795" cy="76897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EDA82A3-309F-0C66-7716-1B2BD876B18C}"/>
                </a:ext>
              </a:extLst>
            </p:cNvPr>
            <p:cNvSpPr/>
            <p:nvPr/>
          </p:nvSpPr>
          <p:spPr>
            <a:xfrm>
              <a:off x="2008356" y="1752875"/>
              <a:ext cx="216025" cy="1837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E2E5946-ED20-8D33-8860-DA1839B2735D}"/>
              </a:ext>
            </a:extLst>
          </p:cNvPr>
          <p:cNvSpPr txBox="1"/>
          <p:nvPr/>
        </p:nvSpPr>
        <p:spPr>
          <a:xfrm>
            <a:off x="3493326" y="3128204"/>
            <a:ext cx="370614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dirty="0"/>
              <a:t>A</a:t>
            </a:r>
            <a:endParaRPr kumimoji="1" lang="ja-JP" altLang="en-US" sz="20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0F97548-CB1E-0034-4129-7B13DDDCBBBA}"/>
              </a:ext>
            </a:extLst>
          </p:cNvPr>
          <p:cNvSpPr txBox="1"/>
          <p:nvPr/>
        </p:nvSpPr>
        <p:spPr>
          <a:xfrm>
            <a:off x="5370318" y="2632846"/>
            <a:ext cx="356188" cy="4001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dirty="0"/>
              <a:t>B</a:t>
            </a:r>
            <a:endParaRPr kumimoji="1" lang="ja-JP" altLang="en-US" sz="20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33746A5-D925-8945-DC08-4B1386B223CE}"/>
              </a:ext>
            </a:extLst>
          </p:cNvPr>
          <p:cNvSpPr txBox="1"/>
          <p:nvPr/>
        </p:nvSpPr>
        <p:spPr>
          <a:xfrm>
            <a:off x="5255277" y="1570059"/>
            <a:ext cx="356188" cy="40011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2000" dirty="0"/>
              <a:t>C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08230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6CCB8-6671-87B6-FF1F-77765892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梗概　手法概要図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1FB393C-9FAC-A118-D0D6-8E0A51B2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38</a:t>
            </a:fld>
            <a:endParaRPr lang="ja-JP" altLang="en-US"/>
          </a:p>
        </p:txBody>
      </p: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809863E7-BDED-F0CB-51FB-1C1B15BC5833}"/>
              </a:ext>
            </a:extLst>
          </p:cNvPr>
          <p:cNvGrpSpPr/>
          <p:nvPr/>
        </p:nvGrpSpPr>
        <p:grpSpPr>
          <a:xfrm>
            <a:off x="4368688" y="745301"/>
            <a:ext cx="8630883" cy="6057468"/>
            <a:chOff x="130001" y="140624"/>
            <a:chExt cx="12121468" cy="6696079"/>
          </a:xfrm>
        </p:grpSpPr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D7676CA5-892B-F95E-EFDF-BA4DF3915E3B}"/>
                </a:ext>
              </a:extLst>
            </p:cNvPr>
            <p:cNvCxnSpPr>
              <a:cxnSpLocks/>
            </p:cNvCxnSpPr>
            <p:nvPr/>
          </p:nvCxnSpPr>
          <p:spPr>
            <a:xfrm>
              <a:off x="8051279" y="468711"/>
              <a:ext cx="0" cy="4951084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6DE0FF3E-19B8-F260-CE92-52D8C03A3B39}"/>
                </a:ext>
              </a:extLst>
            </p:cNvPr>
            <p:cNvCxnSpPr>
              <a:cxnSpLocks/>
            </p:cNvCxnSpPr>
            <p:nvPr/>
          </p:nvCxnSpPr>
          <p:spPr>
            <a:xfrm>
              <a:off x="8137042" y="468711"/>
              <a:ext cx="0" cy="3447862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B2977125-8AAA-8C61-ABB1-A13AEA290DAA}"/>
                </a:ext>
              </a:extLst>
            </p:cNvPr>
            <p:cNvCxnSpPr>
              <a:cxnSpLocks/>
            </p:cNvCxnSpPr>
            <p:nvPr/>
          </p:nvCxnSpPr>
          <p:spPr>
            <a:xfrm>
              <a:off x="8253546" y="468711"/>
              <a:ext cx="0" cy="1870167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1A9B847B-9B9B-D684-3762-21DDDF4E0FBA}"/>
                </a:ext>
              </a:extLst>
            </p:cNvPr>
            <p:cNvSpPr/>
            <p:nvPr/>
          </p:nvSpPr>
          <p:spPr>
            <a:xfrm>
              <a:off x="5195584" y="5419795"/>
              <a:ext cx="3291184" cy="11775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7B4A4FA0-19AE-458A-D281-EFAC01C17975}"/>
                </a:ext>
              </a:extLst>
            </p:cNvPr>
            <p:cNvSpPr/>
            <p:nvPr/>
          </p:nvSpPr>
          <p:spPr>
            <a:xfrm>
              <a:off x="5195584" y="2355695"/>
              <a:ext cx="3291184" cy="13185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D23E6D36-0121-7A41-7221-3F7AC0A4A8BF}"/>
                </a:ext>
              </a:extLst>
            </p:cNvPr>
            <p:cNvSpPr/>
            <p:nvPr/>
          </p:nvSpPr>
          <p:spPr>
            <a:xfrm>
              <a:off x="5195584" y="3916573"/>
              <a:ext cx="3291184" cy="12484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B815747E-F9BF-CE2B-99F4-6490ACD620E8}"/>
                </a:ext>
              </a:extLst>
            </p:cNvPr>
            <p:cNvSpPr txBox="1"/>
            <p:nvPr/>
          </p:nvSpPr>
          <p:spPr>
            <a:xfrm>
              <a:off x="7698360" y="3916573"/>
              <a:ext cx="788407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Static</a:t>
              </a:r>
              <a:endParaRPr kumimoji="1" lang="ja-JP" altLang="en-US" sz="1200" b="1" dirty="0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5D27D449-FCBA-FA86-88F9-41BA2A8906A0}"/>
                </a:ext>
              </a:extLst>
            </p:cNvPr>
            <p:cNvSpPr/>
            <p:nvPr/>
          </p:nvSpPr>
          <p:spPr>
            <a:xfrm>
              <a:off x="5195584" y="732137"/>
              <a:ext cx="3291184" cy="13626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9" name="四角形: 角を丸くする 68">
              <a:extLst>
                <a:ext uri="{FF2B5EF4-FFF2-40B4-BE49-F238E27FC236}">
                  <a16:creationId xmlns:a16="http://schemas.microsoft.com/office/drawing/2014/main" id="{05DC30DD-2014-6A27-747D-687094D354DC}"/>
                </a:ext>
              </a:extLst>
            </p:cNvPr>
            <p:cNvSpPr/>
            <p:nvPr/>
          </p:nvSpPr>
          <p:spPr>
            <a:xfrm>
              <a:off x="10773559" y="3432729"/>
              <a:ext cx="1288564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/>
                <a:t>Total risk</a:t>
              </a:r>
              <a:endParaRPr kumimoji="1" lang="ja-JP" altLang="en-US" sz="1200" b="1" dirty="0"/>
            </a:p>
          </p:txBody>
        </p:sp>
        <p:sp>
          <p:nvSpPr>
            <p:cNvPr id="70" name="四角形: 角を丸くする 69">
              <a:extLst>
                <a:ext uri="{FF2B5EF4-FFF2-40B4-BE49-F238E27FC236}">
                  <a16:creationId xmlns:a16="http://schemas.microsoft.com/office/drawing/2014/main" id="{5B4FD75B-E194-FECF-0080-AAE93866440A}"/>
                </a:ext>
              </a:extLst>
            </p:cNvPr>
            <p:cNvSpPr/>
            <p:nvPr/>
          </p:nvSpPr>
          <p:spPr>
            <a:xfrm>
              <a:off x="8967481" y="1865365"/>
              <a:ext cx="1288564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Internal</a:t>
              </a:r>
              <a:endParaRPr kumimoji="1" lang="ja-JP" altLang="en-US" sz="1200" dirty="0"/>
            </a:p>
          </p:txBody>
        </p:sp>
        <p:sp>
          <p:nvSpPr>
            <p:cNvPr id="71" name="四角形: 角を丸くする 70">
              <a:extLst>
                <a:ext uri="{FF2B5EF4-FFF2-40B4-BE49-F238E27FC236}">
                  <a16:creationId xmlns:a16="http://schemas.microsoft.com/office/drawing/2014/main" id="{0C1C1862-5596-07E5-07DE-3E3E38D648D8}"/>
                </a:ext>
              </a:extLst>
            </p:cNvPr>
            <p:cNvSpPr/>
            <p:nvPr/>
          </p:nvSpPr>
          <p:spPr>
            <a:xfrm>
              <a:off x="8967481" y="5000091"/>
              <a:ext cx="1288564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External</a:t>
              </a:r>
              <a:endParaRPr kumimoji="1" lang="ja-JP" altLang="en-US" sz="1200" dirty="0"/>
            </a:p>
          </p:txBody>
        </p:sp>
        <p:sp>
          <p:nvSpPr>
            <p:cNvPr id="72" name="四角形: 角を丸くする 71">
              <a:extLst>
                <a:ext uri="{FF2B5EF4-FFF2-40B4-BE49-F238E27FC236}">
                  <a16:creationId xmlns:a16="http://schemas.microsoft.com/office/drawing/2014/main" id="{CF60BADF-E987-5DB8-C9EB-9E757F37897C}"/>
                </a:ext>
              </a:extLst>
            </p:cNvPr>
            <p:cNvSpPr/>
            <p:nvPr/>
          </p:nvSpPr>
          <p:spPr>
            <a:xfrm>
              <a:off x="7009244" y="1067207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Attribution</a:t>
              </a:r>
              <a:endParaRPr kumimoji="1" lang="ja-JP" altLang="en-US" sz="1200" dirty="0"/>
            </a:p>
          </p:txBody>
        </p:sp>
        <p:sp>
          <p:nvSpPr>
            <p:cNvPr id="73" name="四角形: 角を丸くする 72">
              <a:extLst>
                <a:ext uri="{FF2B5EF4-FFF2-40B4-BE49-F238E27FC236}">
                  <a16:creationId xmlns:a16="http://schemas.microsoft.com/office/drawing/2014/main" id="{6D6CB90F-38FA-986D-CED3-A69B070CCA88}"/>
                </a:ext>
              </a:extLst>
            </p:cNvPr>
            <p:cNvSpPr/>
            <p:nvPr/>
          </p:nvSpPr>
          <p:spPr>
            <a:xfrm>
              <a:off x="7009806" y="2663525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Action</a:t>
              </a:r>
              <a:endParaRPr kumimoji="1" lang="ja-JP" altLang="en-US" sz="1200" dirty="0"/>
            </a:p>
          </p:txBody>
        </p:sp>
        <p:sp>
          <p:nvSpPr>
            <p:cNvPr id="74" name="四角形: 角を丸くする 73">
              <a:extLst>
                <a:ext uri="{FF2B5EF4-FFF2-40B4-BE49-F238E27FC236}">
                  <a16:creationId xmlns:a16="http://schemas.microsoft.com/office/drawing/2014/main" id="{EF8D53A1-BC8D-D5FB-D223-EC05788753A7}"/>
                </a:ext>
              </a:extLst>
            </p:cNvPr>
            <p:cNvSpPr/>
            <p:nvPr/>
          </p:nvSpPr>
          <p:spPr>
            <a:xfrm>
              <a:off x="7009244" y="4259851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Objects</a:t>
              </a:r>
              <a:endParaRPr kumimoji="1" lang="ja-JP" altLang="en-US" sz="1200" dirty="0"/>
            </a:p>
          </p:txBody>
        </p:sp>
        <p:sp>
          <p:nvSpPr>
            <p:cNvPr id="75" name="四角形: 角を丸くする 74">
              <a:extLst>
                <a:ext uri="{FF2B5EF4-FFF2-40B4-BE49-F238E27FC236}">
                  <a16:creationId xmlns:a16="http://schemas.microsoft.com/office/drawing/2014/main" id="{726693A4-A757-4DE5-1EEC-5E229FDA43B8}"/>
                </a:ext>
              </a:extLst>
            </p:cNvPr>
            <p:cNvSpPr/>
            <p:nvPr/>
          </p:nvSpPr>
          <p:spPr>
            <a:xfrm>
              <a:off x="7009244" y="5740330"/>
              <a:ext cx="1440160" cy="5392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Surrounding staff</a:t>
              </a:r>
              <a:endParaRPr kumimoji="1" lang="ja-JP" altLang="en-US" sz="1200" dirty="0"/>
            </a:p>
          </p:txBody>
        </p:sp>
        <p:sp>
          <p:nvSpPr>
            <p:cNvPr id="76" name="四角形: 角を丸くする 75">
              <a:extLst>
                <a:ext uri="{FF2B5EF4-FFF2-40B4-BE49-F238E27FC236}">
                  <a16:creationId xmlns:a16="http://schemas.microsoft.com/office/drawing/2014/main" id="{1E3F0A33-FBB5-CEB7-46DE-ECCFCB51C8A7}"/>
                </a:ext>
              </a:extLst>
            </p:cNvPr>
            <p:cNvSpPr/>
            <p:nvPr/>
          </p:nvSpPr>
          <p:spPr>
            <a:xfrm>
              <a:off x="5329935" y="798453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Patient</a:t>
              </a:r>
              <a:endParaRPr kumimoji="1" lang="ja-JP" altLang="en-US" sz="1200" dirty="0"/>
            </a:p>
          </p:txBody>
        </p:sp>
        <p:sp>
          <p:nvSpPr>
            <p:cNvPr id="77" name="四角形: 角を丸くする 76">
              <a:extLst>
                <a:ext uri="{FF2B5EF4-FFF2-40B4-BE49-F238E27FC236}">
                  <a16:creationId xmlns:a16="http://schemas.microsoft.com/office/drawing/2014/main" id="{C96F1577-CD76-E931-542C-CEE1D6DE5FDB}"/>
                </a:ext>
              </a:extLst>
            </p:cNvPr>
            <p:cNvSpPr/>
            <p:nvPr/>
          </p:nvSpPr>
          <p:spPr>
            <a:xfrm>
              <a:off x="5329935" y="1516832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Age</a:t>
              </a:r>
              <a:endParaRPr kumimoji="1" lang="ja-JP" altLang="en-US" sz="1200" dirty="0"/>
            </a:p>
          </p:txBody>
        </p:sp>
        <p:sp>
          <p:nvSpPr>
            <p:cNvPr id="78" name="四角形: 角を丸くする 77">
              <a:extLst>
                <a:ext uri="{FF2B5EF4-FFF2-40B4-BE49-F238E27FC236}">
                  <a16:creationId xmlns:a16="http://schemas.microsoft.com/office/drawing/2014/main" id="{0B5B56C0-1882-B633-0B51-1C83BCC2C50A}"/>
                </a:ext>
              </a:extLst>
            </p:cNvPr>
            <p:cNvSpPr/>
            <p:nvPr/>
          </p:nvSpPr>
          <p:spPr>
            <a:xfrm>
              <a:off x="5329935" y="2338878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Action 1</a:t>
              </a:r>
              <a:endParaRPr kumimoji="1" lang="ja-JP" altLang="en-US" sz="1200" dirty="0"/>
            </a:p>
          </p:txBody>
        </p:sp>
        <p:sp>
          <p:nvSpPr>
            <p:cNvPr id="79" name="四角形: 角を丸くする 78">
              <a:extLst>
                <a:ext uri="{FF2B5EF4-FFF2-40B4-BE49-F238E27FC236}">
                  <a16:creationId xmlns:a16="http://schemas.microsoft.com/office/drawing/2014/main" id="{27C11AEB-E776-E092-4A1A-2451D9F8D82F}"/>
                </a:ext>
              </a:extLst>
            </p:cNvPr>
            <p:cNvSpPr/>
            <p:nvPr/>
          </p:nvSpPr>
          <p:spPr>
            <a:xfrm>
              <a:off x="5329935" y="3200967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Action </a:t>
              </a:r>
              <a:r>
                <a:rPr kumimoji="1" lang="en-US" altLang="ja-JP" sz="1200" i="1" dirty="0"/>
                <a:t>n</a:t>
              </a:r>
              <a:endParaRPr kumimoji="1" lang="ja-JP" altLang="en-US" sz="1200" i="1" dirty="0"/>
            </a:p>
          </p:txBody>
        </p:sp>
        <p:sp>
          <p:nvSpPr>
            <p:cNvPr id="80" name="四角形: 角を丸くする 79">
              <a:extLst>
                <a:ext uri="{FF2B5EF4-FFF2-40B4-BE49-F238E27FC236}">
                  <a16:creationId xmlns:a16="http://schemas.microsoft.com/office/drawing/2014/main" id="{95D493E8-E234-E2DA-7BE4-C205C1A56FE5}"/>
                </a:ext>
              </a:extLst>
            </p:cNvPr>
            <p:cNvSpPr/>
            <p:nvPr/>
          </p:nvSpPr>
          <p:spPr>
            <a:xfrm>
              <a:off x="5329935" y="4019127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Object 1</a:t>
              </a:r>
              <a:endParaRPr kumimoji="1" lang="ja-JP" altLang="en-US" sz="1200" dirty="0"/>
            </a:p>
          </p:txBody>
        </p:sp>
        <p:sp>
          <p:nvSpPr>
            <p:cNvPr id="81" name="四角形: 角を丸くする 80">
              <a:extLst>
                <a:ext uri="{FF2B5EF4-FFF2-40B4-BE49-F238E27FC236}">
                  <a16:creationId xmlns:a16="http://schemas.microsoft.com/office/drawing/2014/main" id="{43864C52-6353-3171-B7F6-B4842149A035}"/>
                </a:ext>
              </a:extLst>
            </p:cNvPr>
            <p:cNvSpPr/>
            <p:nvPr/>
          </p:nvSpPr>
          <p:spPr>
            <a:xfrm>
              <a:off x="5329935" y="4681447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Object </a:t>
              </a:r>
              <a:r>
                <a:rPr kumimoji="1" lang="en-US" altLang="ja-JP" sz="1200" i="1" dirty="0"/>
                <a:t>n</a:t>
              </a:r>
              <a:endParaRPr kumimoji="1" lang="ja-JP" altLang="en-US" sz="1200" i="1" dirty="0"/>
            </a:p>
          </p:txBody>
        </p:sp>
        <p:sp>
          <p:nvSpPr>
            <p:cNvPr id="82" name="四角形: 角を丸くする 81">
              <a:extLst>
                <a:ext uri="{FF2B5EF4-FFF2-40B4-BE49-F238E27FC236}">
                  <a16:creationId xmlns:a16="http://schemas.microsoft.com/office/drawing/2014/main" id="{3F19363A-E1BD-9A9C-EEC7-33828231BF3E}"/>
                </a:ext>
              </a:extLst>
            </p:cNvPr>
            <p:cNvSpPr/>
            <p:nvPr/>
          </p:nvSpPr>
          <p:spPr>
            <a:xfrm>
              <a:off x="5329935" y="5499606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Distance</a:t>
              </a:r>
              <a:endParaRPr kumimoji="1" lang="ja-JP" altLang="en-US" sz="1200" dirty="0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43CC3DB4-23F6-F14E-28A2-E196BA779873}"/>
                </a:ext>
              </a:extLst>
            </p:cNvPr>
            <p:cNvSpPr/>
            <p:nvPr/>
          </p:nvSpPr>
          <p:spPr>
            <a:xfrm>
              <a:off x="3668321" y="798868"/>
              <a:ext cx="1288564" cy="10767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BLIP</a:t>
              </a:r>
              <a:endParaRPr kumimoji="1" lang="ja-JP" altLang="en-US" sz="1200" dirty="0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2BB428B7-6F07-0E9C-FC43-E60D54B957E9}"/>
                </a:ext>
              </a:extLst>
            </p:cNvPr>
            <p:cNvSpPr/>
            <p:nvPr/>
          </p:nvSpPr>
          <p:spPr>
            <a:xfrm>
              <a:off x="3668321" y="2334989"/>
              <a:ext cx="1288564" cy="12243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Pose similarity evaluator</a:t>
              </a:r>
            </a:p>
            <a:p>
              <a:pPr algn="ctr"/>
              <a:r>
                <a:rPr lang="en-US" altLang="ja-JP" sz="1200" dirty="0"/>
                <a:t>with YOLO</a:t>
              </a:r>
              <a:endParaRPr kumimoji="1" lang="ja-JP" altLang="en-US" sz="1200" dirty="0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1C9ADEBB-9637-3568-61FC-FAC772559B79}"/>
                </a:ext>
              </a:extLst>
            </p:cNvPr>
            <p:cNvSpPr/>
            <p:nvPr/>
          </p:nvSpPr>
          <p:spPr>
            <a:xfrm>
              <a:off x="3668321" y="4019127"/>
              <a:ext cx="1288564" cy="1020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BLIP</a:t>
              </a:r>
              <a:endParaRPr kumimoji="1" lang="ja-JP" altLang="en-US" sz="1200" dirty="0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9EC2B2FF-24C4-EB3F-16A8-6F4DF8DD853F}"/>
                </a:ext>
              </a:extLst>
            </p:cNvPr>
            <p:cNvSpPr/>
            <p:nvPr/>
          </p:nvSpPr>
          <p:spPr>
            <a:xfrm>
              <a:off x="3668321" y="5499606"/>
              <a:ext cx="1288564" cy="102065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Relative position calculator</a:t>
              </a:r>
              <a:endParaRPr kumimoji="1" lang="ja-JP" altLang="en-US" sz="1200" dirty="0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82A95736-AC59-1CD3-4BCE-AF9179849F3E}"/>
                </a:ext>
              </a:extLst>
            </p:cNvPr>
            <p:cNvSpPr/>
            <p:nvPr/>
          </p:nvSpPr>
          <p:spPr>
            <a:xfrm>
              <a:off x="2454760" y="798453"/>
              <a:ext cx="988148" cy="5383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28A9E24D-6693-707E-CF6D-EAAC803166CF}"/>
                </a:ext>
              </a:extLst>
            </p:cNvPr>
            <p:cNvSpPr/>
            <p:nvPr/>
          </p:nvSpPr>
          <p:spPr>
            <a:xfrm>
              <a:off x="2454760" y="2331695"/>
              <a:ext cx="988148" cy="6121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986F8807-CDF4-3804-451B-DEDED8E0ABE0}"/>
                </a:ext>
              </a:extLst>
            </p:cNvPr>
            <p:cNvSpPr/>
            <p:nvPr/>
          </p:nvSpPr>
          <p:spPr>
            <a:xfrm>
              <a:off x="2454760" y="4012540"/>
              <a:ext cx="988148" cy="51362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D7C76969-0CE7-835D-88B4-C4F7E1F58DCE}"/>
                </a:ext>
              </a:extLst>
            </p:cNvPr>
            <p:cNvSpPr/>
            <p:nvPr/>
          </p:nvSpPr>
          <p:spPr>
            <a:xfrm>
              <a:off x="2454760" y="6015427"/>
              <a:ext cx="988148" cy="510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</a:t>
              </a:r>
              <a:endParaRPr kumimoji="1" lang="ja-JP" altLang="en-US" sz="1200" dirty="0"/>
            </a:p>
          </p:txBody>
        </p:sp>
        <p:sp>
          <p:nvSpPr>
            <p:cNvPr id="91" name="四角形: 角を丸くする 90">
              <a:extLst>
                <a:ext uri="{FF2B5EF4-FFF2-40B4-BE49-F238E27FC236}">
                  <a16:creationId xmlns:a16="http://schemas.microsoft.com/office/drawing/2014/main" id="{603DA2FD-7DF7-13DC-9BBE-BB43F8238B9D}"/>
                </a:ext>
              </a:extLst>
            </p:cNvPr>
            <p:cNvSpPr/>
            <p:nvPr/>
          </p:nvSpPr>
          <p:spPr>
            <a:xfrm>
              <a:off x="130001" y="1290861"/>
              <a:ext cx="1740604" cy="84318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Bounding box RGB image</a:t>
              </a:r>
              <a:endParaRPr kumimoji="1" lang="ja-JP" altLang="en-US" sz="1200" dirty="0"/>
            </a:p>
          </p:txBody>
        </p:sp>
        <p:sp>
          <p:nvSpPr>
            <p:cNvPr id="92" name="四角形: 角を丸くする 91">
              <a:extLst>
                <a:ext uri="{FF2B5EF4-FFF2-40B4-BE49-F238E27FC236}">
                  <a16:creationId xmlns:a16="http://schemas.microsoft.com/office/drawing/2014/main" id="{9723C985-550E-3DCD-B93D-06DC9B5D4375}"/>
                </a:ext>
              </a:extLst>
            </p:cNvPr>
            <p:cNvSpPr/>
            <p:nvPr/>
          </p:nvSpPr>
          <p:spPr>
            <a:xfrm>
              <a:off x="130001" y="5318738"/>
              <a:ext cx="1740604" cy="84318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Extracted </a:t>
              </a:r>
              <a:r>
                <a:rPr kumimoji="1" lang="en-US" altLang="ja-JP" sz="1200" dirty="0" err="1"/>
                <a:t>PointCloud</a:t>
              </a:r>
              <a:endParaRPr kumimoji="1" lang="ja-JP" altLang="en-US" sz="1200" dirty="0"/>
            </a:p>
          </p:txBody>
        </p:sp>
        <p:sp>
          <p:nvSpPr>
            <p:cNvPr id="93" name="四角形: 角を丸くする 92">
              <a:extLst>
                <a:ext uri="{FF2B5EF4-FFF2-40B4-BE49-F238E27FC236}">
                  <a16:creationId xmlns:a16="http://schemas.microsoft.com/office/drawing/2014/main" id="{33455A14-8F51-17DE-6E7C-B52149565658}"/>
                </a:ext>
              </a:extLst>
            </p:cNvPr>
            <p:cNvSpPr/>
            <p:nvPr/>
          </p:nvSpPr>
          <p:spPr>
            <a:xfrm>
              <a:off x="130001" y="3280739"/>
              <a:ext cx="1740604" cy="843189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background differencing</a:t>
              </a:r>
            </a:p>
            <a:p>
              <a:pPr algn="ctr"/>
              <a:r>
                <a:rPr kumimoji="1" lang="en-US" altLang="ja-JP" sz="1200" dirty="0"/>
                <a:t>image</a:t>
              </a:r>
              <a:endParaRPr kumimoji="1" lang="ja-JP" altLang="en-US" sz="1200" dirty="0"/>
            </a:p>
          </p:txBody>
        </p: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2C9C1AB8-3115-11BA-B8AE-1CB27C30707D}"/>
                </a:ext>
              </a:extLst>
            </p:cNvPr>
            <p:cNvCxnSpPr>
              <a:cxnSpLocks/>
              <a:stCxn id="76" idx="3"/>
              <a:endCxn id="72" idx="1"/>
            </p:cNvCxnSpPr>
            <p:nvPr/>
          </p:nvCxnSpPr>
          <p:spPr>
            <a:xfrm>
              <a:off x="6491727" y="977622"/>
              <a:ext cx="517515" cy="35918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8A6EB6C5-CD2E-C86C-B301-EB5DFA4EC1E1}"/>
                </a:ext>
              </a:extLst>
            </p:cNvPr>
            <p:cNvCxnSpPr>
              <a:cxnSpLocks/>
              <a:stCxn id="77" idx="3"/>
              <a:endCxn id="72" idx="1"/>
            </p:cNvCxnSpPr>
            <p:nvPr/>
          </p:nvCxnSpPr>
          <p:spPr>
            <a:xfrm flipV="1">
              <a:off x="6491727" y="1336811"/>
              <a:ext cx="517515" cy="35919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70C07DDA-281D-87F7-760F-A90A2116E97A}"/>
                </a:ext>
              </a:extLst>
            </p:cNvPr>
            <p:cNvCxnSpPr>
              <a:cxnSpLocks/>
              <a:stCxn id="79" idx="3"/>
              <a:endCxn id="73" idx="1"/>
            </p:cNvCxnSpPr>
            <p:nvPr/>
          </p:nvCxnSpPr>
          <p:spPr>
            <a:xfrm flipV="1">
              <a:off x="6491727" y="2933129"/>
              <a:ext cx="518077" cy="447007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659890EA-B2B5-DA13-9049-EA31AF809741}"/>
                </a:ext>
              </a:extLst>
            </p:cNvPr>
            <p:cNvCxnSpPr>
              <a:cxnSpLocks/>
              <a:stCxn id="78" idx="3"/>
              <a:endCxn id="73" idx="1"/>
            </p:cNvCxnSpPr>
            <p:nvPr/>
          </p:nvCxnSpPr>
          <p:spPr>
            <a:xfrm>
              <a:off x="6491727" y="2518048"/>
              <a:ext cx="518077" cy="41508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E31D445E-744B-DC20-E23E-EBF2E95A4816}"/>
                </a:ext>
              </a:extLst>
            </p:cNvPr>
            <p:cNvCxnSpPr>
              <a:cxnSpLocks/>
              <a:stCxn id="80" idx="3"/>
              <a:endCxn id="74" idx="1"/>
            </p:cNvCxnSpPr>
            <p:nvPr/>
          </p:nvCxnSpPr>
          <p:spPr>
            <a:xfrm>
              <a:off x="6491727" y="4198296"/>
              <a:ext cx="517515" cy="33116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F1DCE2B7-2E7F-3B88-E114-3F8E4754A190}"/>
                </a:ext>
              </a:extLst>
            </p:cNvPr>
            <p:cNvCxnSpPr>
              <a:cxnSpLocks/>
              <a:stCxn id="81" idx="3"/>
              <a:endCxn id="74" idx="1"/>
            </p:cNvCxnSpPr>
            <p:nvPr/>
          </p:nvCxnSpPr>
          <p:spPr>
            <a:xfrm flipV="1">
              <a:off x="6491727" y="4529455"/>
              <a:ext cx="517515" cy="33116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E2264429-8E3F-FD86-CBA8-B6A116DC077E}"/>
                </a:ext>
              </a:extLst>
            </p:cNvPr>
            <p:cNvCxnSpPr>
              <a:cxnSpLocks/>
              <a:stCxn id="82" idx="3"/>
              <a:endCxn id="75" idx="1"/>
            </p:cNvCxnSpPr>
            <p:nvPr/>
          </p:nvCxnSpPr>
          <p:spPr>
            <a:xfrm>
              <a:off x="6491727" y="5678776"/>
              <a:ext cx="517515" cy="33116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線コネクタ 100">
              <a:extLst>
                <a:ext uri="{FF2B5EF4-FFF2-40B4-BE49-F238E27FC236}">
                  <a16:creationId xmlns:a16="http://schemas.microsoft.com/office/drawing/2014/main" id="{56095AA0-8539-C10A-3E6D-21F9469E1B20}"/>
                </a:ext>
              </a:extLst>
            </p:cNvPr>
            <p:cNvCxnSpPr>
              <a:cxnSpLocks/>
              <a:stCxn id="143" idx="3"/>
              <a:endCxn id="75" idx="1"/>
            </p:cNvCxnSpPr>
            <p:nvPr/>
          </p:nvCxnSpPr>
          <p:spPr>
            <a:xfrm flipV="1">
              <a:off x="6491727" y="6009935"/>
              <a:ext cx="517515" cy="33116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5F279237-C506-2BF0-C916-9A0063C144DA}"/>
                </a:ext>
              </a:extLst>
            </p:cNvPr>
            <p:cNvCxnSpPr>
              <a:cxnSpLocks/>
              <a:stCxn id="75" idx="3"/>
              <a:endCxn id="71" idx="1"/>
            </p:cNvCxnSpPr>
            <p:nvPr/>
          </p:nvCxnSpPr>
          <p:spPr>
            <a:xfrm flipV="1">
              <a:off x="8449404" y="5269696"/>
              <a:ext cx="518077" cy="74024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83CBCFA0-95AD-5064-883E-78FA7429C2D7}"/>
                </a:ext>
              </a:extLst>
            </p:cNvPr>
            <p:cNvCxnSpPr>
              <a:cxnSpLocks/>
              <a:stCxn id="74" idx="3"/>
              <a:endCxn id="71" idx="1"/>
            </p:cNvCxnSpPr>
            <p:nvPr/>
          </p:nvCxnSpPr>
          <p:spPr>
            <a:xfrm>
              <a:off x="8449404" y="4529455"/>
              <a:ext cx="518077" cy="74024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6DA92D2D-CDD1-46B1-83B0-B0924F994E72}"/>
                </a:ext>
              </a:extLst>
            </p:cNvPr>
            <p:cNvSpPr txBox="1"/>
            <p:nvPr/>
          </p:nvSpPr>
          <p:spPr>
            <a:xfrm>
              <a:off x="9635001" y="5713963"/>
              <a:ext cx="2616468" cy="11227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: Fuzzy reasoning</a:t>
              </a:r>
            </a:p>
            <a:p>
              <a:r>
                <a:rPr lang="ja-JP" altLang="en-US" sz="1200" dirty="0"/>
                <a:t>　　</a:t>
              </a:r>
              <a:r>
                <a:rPr lang="en-US" altLang="ja-JP" sz="1200" dirty="0"/>
                <a:t>: Pairwise comparison</a:t>
              </a:r>
            </a:p>
            <a:p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: Others</a:t>
              </a:r>
            </a:p>
            <a:p>
              <a:r>
                <a:rPr lang="ja-JP" altLang="en-US" sz="1200" dirty="0"/>
                <a:t>　　</a:t>
              </a:r>
              <a:r>
                <a:rPr lang="en-US" altLang="ja-JP" sz="1200" dirty="0"/>
                <a:t>: Process</a:t>
              </a:r>
            </a:p>
            <a:p>
              <a:r>
                <a:rPr kumimoji="1" lang="ja-JP" altLang="en-US" sz="1200" dirty="0"/>
                <a:t>　　</a:t>
              </a:r>
              <a:r>
                <a:rPr kumimoji="1" lang="en-US" altLang="ja-JP" sz="1200" dirty="0"/>
                <a:t>: Information</a:t>
              </a:r>
              <a:endParaRPr kumimoji="1" lang="ja-JP" altLang="en-US" sz="1200" dirty="0"/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02E8F873-8E57-FE44-ED27-463DDD51C1F8}"/>
                </a:ext>
              </a:extLst>
            </p:cNvPr>
            <p:cNvCxnSpPr>
              <a:cxnSpLocks/>
              <a:stCxn id="72" idx="3"/>
              <a:endCxn id="70" idx="1"/>
            </p:cNvCxnSpPr>
            <p:nvPr/>
          </p:nvCxnSpPr>
          <p:spPr>
            <a:xfrm>
              <a:off x="8449403" y="1336811"/>
              <a:ext cx="518077" cy="79815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81539615-706A-6614-B83B-5BD8F64E5EA4}"/>
                </a:ext>
              </a:extLst>
            </p:cNvPr>
            <p:cNvCxnSpPr>
              <a:cxnSpLocks/>
              <a:stCxn id="73" idx="3"/>
              <a:endCxn id="70" idx="1"/>
            </p:cNvCxnSpPr>
            <p:nvPr/>
          </p:nvCxnSpPr>
          <p:spPr>
            <a:xfrm flipV="1">
              <a:off x="8449965" y="2134969"/>
              <a:ext cx="517515" cy="79816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2EA71A52-0A40-EE68-F1E4-0625A5C2DC40}"/>
                </a:ext>
              </a:extLst>
            </p:cNvPr>
            <p:cNvCxnSpPr>
              <a:cxnSpLocks/>
              <a:stCxn id="70" idx="3"/>
              <a:endCxn id="69" idx="1"/>
            </p:cNvCxnSpPr>
            <p:nvPr/>
          </p:nvCxnSpPr>
          <p:spPr>
            <a:xfrm>
              <a:off x="10256045" y="2134969"/>
              <a:ext cx="517515" cy="156736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4BB51EC2-84A8-1F3E-BC50-D3C42E5C3388}"/>
                </a:ext>
              </a:extLst>
            </p:cNvPr>
            <p:cNvCxnSpPr>
              <a:cxnSpLocks/>
              <a:stCxn id="71" idx="3"/>
              <a:endCxn id="69" idx="1"/>
            </p:cNvCxnSpPr>
            <p:nvPr/>
          </p:nvCxnSpPr>
          <p:spPr>
            <a:xfrm flipV="1">
              <a:off x="10256045" y="3702333"/>
              <a:ext cx="517515" cy="156736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4ABD2B7B-33F8-CB1A-968D-AEF5A2A7A9C9}"/>
                </a:ext>
              </a:extLst>
            </p:cNvPr>
            <p:cNvCxnSpPr>
              <a:cxnSpLocks/>
            </p:cNvCxnSpPr>
            <p:nvPr/>
          </p:nvCxnSpPr>
          <p:spPr>
            <a:xfrm>
              <a:off x="2002208" y="1713377"/>
              <a:ext cx="0" cy="314724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2F570ADE-1CC5-AF5F-AA1B-D7B17104A0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208" y="1713377"/>
              <a:ext cx="1666113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72847499-67F3-2C0C-AB7B-CA17AC6D0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208" y="3340962"/>
              <a:ext cx="1666113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7D89F55A-B050-46CF-9C23-9DDD02CFF5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2208" y="4860616"/>
              <a:ext cx="1666113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957374AD-44CF-92DD-A6D9-31C6C40ECB98}"/>
                </a:ext>
              </a:extLst>
            </p:cNvPr>
            <p:cNvCxnSpPr>
              <a:cxnSpLocks/>
              <a:endCxn id="93" idx="3"/>
            </p:cNvCxnSpPr>
            <p:nvPr/>
          </p:nvCxnSpPr>
          <p:spPr>
            <a:xfrm flipH="1">
              <a:off x="1870605" y="3702333"/>
              <a:ext cx="347627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C7E9D580-23F2-3329-D0C0-D5C7769F6B31}"/>
                </a:ext>
              </a:extLst>
            </p:cNvPr>
            <p:cNvCxnSpPr>
              <a:cxnSpLocks/>
            </p:cNvCxnSpPr>
            <p:nvPr/>
          </p:nvCxnSpPr>
          <p:spPr>
            <a:xfrm>
              <a:off x="2218232" y="2637775"/>
              <a:ext cx="0" cy="162207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DB9FA800-29B9-3427-02BA-540DDAB2BC11}"/>
                </a:ext>
              </a:extLst>
            </p:cNvPr>
            <p:cNvCxnSpPr>
              <a:cxnSpLocks/>
              <a:stCxn id="88" idx="1"/>
            </p:cNvCxnSpPr>
            <p:nvPr/>
          </p:nvCxnSpPr>
          <p:spPr>
            <a:xfrm flipH="1">
              <a:off x="2218232" y="2637774"/>
              <a:ext cx="236528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AC8EB71E-49DE-81E8-1769-382374685322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H="1">
              <a:off x="2218232" y="4269351"/>
              <a:ext cx="236528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539D07E4-BA8F-5D9C-E53D-413CEC504FA7}"/>
                </a:ext>
              </a:extLst>
            </p:cNvPr>
            <p:cNvCxnSpPr>
              <a:cxnSpLocks/>
              <a:endCxn id="91" idx="3"/>
            </p:cNvCxnSpPr>
            <p:nvPr/>
          </p:nvCxnSpPr>
          <p:spPr>
            <a:xfrm flipH="1">
              <a:off x="1870605" y="1712456"/>
              <a:ext cx="13160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楕円 117">
              <a:extLst>
                <a:ext uri="{FF2B5EF4-FFF2-40B4-BE49-F238E27FC236}">
                  <a16:creationId xmlns:a16="http://schemas.microsoft.com/office/drawing/2014/main" id="{C9A0A530-B0C7-9C72-F8CA-92631D4B0685}"/>
                </a:ext>
              </a:extLst>
            </p:cNvPr>
            <p:cNvSpPr/>
            <p:nvPr/>
          </p:nvSpPr>
          <p:spPr>
            <a:xfrm>
              <a:off x="1964845" y="1675088"/>
              <a:ext cx="74733" cy="596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9" name="楕円 118">
              <a:extLst>
                <a:ext uri="{FF2B5EF4-FFF2-40B4-BE49-F238E27FC236}">
                  <a16:creationId xmlns:a16="http://schemas.microsoft.com/office/drawing/2014/main" id="{CB82789F-9606-36A3-76F8-B1E1020A2003}"/>
                </a:ext>
              </a:extLst>
            </p:cNvPr>
            <p:cNvSpPr/>
            <p:nvPr/>
          </p:nvSpPr>
          <p:spPr>
            <a:xfrm>
              <a:off x="1965689" y="3303596"/>
              <a:ext cx="74733" cy="596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0" name="楕円 119">
              <a:extLst>
                <a:ext uri="{FF2B5EF4-FFF2-40B4-BE49-F238E27FC236}">
                  <a16:creationId xmlns:a16="http://schemas.microsoft.com/office/drawing/2014/main" id="{F49CB261-35EE-2535-5DC6-DF8B71540054}"/>
                </a:ext>
              </a:extLst>
            </p:cNvPr>
            <p:cNvSpPr/>
            <p:nvPr/>
          </p:nvSpPr>
          <p:spPr>
            <a:xfrm>
              <a:off x="2180020" y="3664967"/>
              <a:ext cx="74733" cy="596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EAA72B0D-6351-3FCB-E69F-05156A0C4864}"/>
                </a:ext>
              </a:extLst>
            </p:cNvPr>
            <p:cNvCxnSpPr>
              <a:cxnSpLocks/>
              <a:endCxn id="92" idx="3"/>
            </p:cNvCxnSpPr>
            <p:nvPr/>
          </p:nvCxnSpPr>
          <p:spPr>
            <a:xfrm flipH="1">
              <a:off x="1870605" y="5740332"/>
              <a:ext cx="1797716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06C75A43-4A0B-1A07-B5CF-E4EB927C7FF7}"/>
                </a:ext>
              </a:extLst>
            </p:cNvPr>
            <p:cNvCxnSpPr>
              <a:cxnSpLocks/>
              <a:stCxn id="76" idx="1"/>
            </p:cNvCxnSpPr>
            <p:nvPr/>
          </p:nvCxnSpPr>
          <p:spPr>
            <a:xfrm flipH="1">
              <a:off x="4983013" y="977622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064C337F-E103-1667-BBED-E6B74E86995E}"/>
                </a:ext>
              </a:extLst>
            </p:cNvPr>
            <p:cNvCxnSpPr>
              <a:cxnSpLocks/>
              <a:stCxn id="77" idx="1"/>
            </p:cNvCxnSpPr>
            <p:nvPr/>
          </p:nvCxnSpPr>
          <p:spPr>
            <a:xfrm flipH="1">
              <a:off x="4983013" y="1696001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EDCB6E7E-CB43-FDCC-35E8-51197A964FE0}"/>
                </a:ext>
              </a:extLst>
            </p:cNvPr>
            <p:cNvCxnSpPr>
              <a:cxnSpLocks/>
              <a:stCxn id="78" idx="1"/>
            </p:cNvCxnSpPr>
            <p:nvPr/>
          </p:nvCxnSpPr>
          <p:spPr>
            <a:xfrm flipH="1">
              <a:off x="4983013" y="2518048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40E7F2C7-8D30-F04A-D9B2-A39372962F1B}"/>
                </a:ext>
              </a:extLst>
            </p:cNvPr>
            <p:cNvCxnSpPr>
              <a:cxnSpLocks/>
              <a:stCxn id="79" idx="1"/>
            </p:cNvCxnSpPr>
            <p:nvPr/>
          </p:nvCxnSpPr>
          <p:spPr>
            <a:xfrm flipH="1" flipV="1">
              <a:off x="4983013" y="3380136"/>
              <a:ext cx="346922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AC3E8FB1-42FE-7F78-7D96-5A8617E24AD6}"/>
                </a:ext>
              </a:extLst>
            </p:cNvPr>
            <p:cNvCxnSpPr>
              <a:cxnSpLocks/>
              <a:stCxn id="80" idx="1"/>
            </p:cNvCxnSpPr>
            <p:nvPr/>
          </p:nvCxnSpPr>
          <p:spPr>
            <a:xfrm flipH="1">
              <a:off x="4983013" y="4198296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09C8802A-4078-CAEF-2A72-847A3D730AA5}"/>
                </a:ext>
              </a:extLst>
            </p:cNvPr>
            <p:cNvCxnSpPr>
              <a:cxnSpLocks/>
              <a:stCxn id="81" idx="1"/>
            </p:cNvCxnSpPr>
            <p:nvPr/>
          </p:nvCxnSpPr>
          <p:spPr>
            <a:xfrm flipH="1">
              <a:off x="4983013" y="4860616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6314EC7B-DD95-7A7E-D15D-BE63CA4D38D9}"/>
                </a:ext>
              </a:extLst>
            </p:cNvPr>
            <p:cNvCxnSpPr>
              <a:cxnSpLocks/>
              <a:stCxn id="82" idx="1"/>
            </p:cNvCxnSpPr>
            <p:nvPr/>
          </p:nvCxnSpPr>
          <p:spPr>
            <a:xfrm flipH="1">
              <a:off x="4983013" y="5678776"/>
              <a:ext cx="34692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F504EA97-7E17-8CB7-D645-1FD40BC9C205}"/>
                </a:ext>
              </a:extLst>
            </p:cNvPr>
            <p:cNvCxnSpPr>
              <a:cxnSpLocks/>
              <a:stCxn id="143" idx="1"/>
            </p:cNvCxnSpPr>
            <p:nvPr/>
          </p:nvCxnSpPr>
          <p:spPr>
            <a:xfrm flipH="1" flipV="1">
              <a:off x="4983013" y="6341095"/>
              <a:ext cx="346921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線コネクタ 129">
              <a:extLst>
                <a:ext uri="{FF2B5EF4-FFF2-40B4-BE49-F238E27FC236}">
                  <a16:creationId xmlns:a16="http://schemas.microsoft.com/office/drawing/2014/main" id="{7E2F7F2A-26C2-0334-8915-39627C121012}"/>
                </a:ext>
              </a:extLst>
            </p:cNvPr>
            <p:cNvCxnSpPr>
              <a:cxnSpLocks/>
              <a:endCxn id="87" idx="3"/>
            </p:cNvCxnSpPr>
            <p:nvPr/>
          </p:nvCxnSpPr>
          <p:spPr>
            <a:xfrm flipH="1" flipV="1">
              <a:off x="3442909" y="1067632"/>
              <a:ext cx="225412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2219204B-90DF-0117-441C-2752E6ADC70C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 flipH="1" flipV="1">
              <a:off x="3442909" y="2637774"/>
              <a:ext cx="225412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9B38CA49-603C-132B-8B99-554A1CFB5459}"/>
                </a:ext>
              </a:extLst>
            </p:cNvPr>
            <p:cNvCxnSpPr>
              <a:cxnSpLocks/>
              <a:endCxn id="89" idx="3"/>
            </p:cNvCxnSpPr>
            <p:nvPr/>
          </p:nvCxnSpPr>
          <p:spPr>
            <a:xfrm flipH="1">
              <a:off x="3442909" y="4269351"/>
              <a:ext cx="225412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直線コネクタ 132">
              <a:extLst>
                <a:ext uri="{FF2B5EF4-FFF2-40B4-BE49-F238E27FC236}">
                  <a16:creationId xmlns:a16="http://schemas.microsoft.com/office/drawing/2014/main" id="{41206EED-16E2-C25C-516E-078A0BE21070}"/>
                </a:ext>
              </a:extLst>
            </p:cNvPr>
            <p:cNvCxnSpPr>
              <a:cxnSpLocks/>
              <a:endCxn id="90" idx="3"/>
            </p:cNvCxnSpPr>
            <p:nvPr/>
          </p:nvCxnSpPr>
          <p:spPr>
            <a:xfrm flipH="1">
              <a:off x="3442909" y="6270591"/>
              <a:ext cx="225412" cy="1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B681D316-116E-EC1C-A147-3399527DCEAA}"/>
                </a:ext>
              </a:extLst>
            </p:cNvPr>
            <p:cNvSpPr txBox="1"/>
            <p:nvPr/>
          </p:nvSpPr>
          <p:spPr>
            <a:xfrm rot="5400000">
              <a:off x="6489271" y="2738826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sp>
          <p:nvSpPr>
            <p:cNvPr id="135" name="テキスト ボックス 134">
              <a:extLst>
                <a:ext uri="{FF2B5EF4-FFF2-40B4-BE49-F238E27FC236}">
                  <a16:creationId xmlns:a16="http://schemas.microsoft.com/office/drawing/2014/main" id="{DC52852D-1C8C-5CCA-45C8-2B753AF52B9C}"/>
                </a:ext>
              </a:extLst>
            </p:cNvPr>
            <p:cNvSpPr txBox="1"/>
            <p:nvPr/>
          </p:nvSpPr>
          <p:spPr>
            <a:xfrm rot="5400000">
              <a:off x="4958710" y="2738826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sp>
          <p:nvSpPr>
            <p:cNvPr id="136" name="テキスト ボックス 135">
              <a:extLst>
                <a:ext uri="{FF2B5EF4-FFF2-40B4-BE49-F238E27FC236}">
                  <a16:creationId xmlns:a16="http://schemas.microsoft.com/office/drawing/2014/main" id="{2DA19054-E319-CEFC-3B8B-091C0CF42378}"/>
                </a:ext>
              </a:extLst>
            </p:cNvPr>
            <p:cNvSpPr txBox="1"/>
            <p:nvPr/>
          </p:nvSpPr>
          <p:spPr>
            <a:xfrm rot="5400000">
              <a:off x="6489271" y="4337610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8E8F3E03-23BD-7FA0-9565-41003AE6B4A5}"/>
                </a:ext>
              </a:extLst>
            </p:cNvPr>
            <p:cNvSpPr txBox="1"/>
            <p:nvPr/>
          </p:nvSpPr>
          <p:spPr>
            <a:xfrm rot="5400000">
              <a:off x="4958710" y="4337610"/>
              <a:ext cx="374247" cy="389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200" dirty="0"/>
            </a:p>
          </p:txBody>
        </p: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114025A4-6C39-0676-BA84-7A48692A25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0240" y="6270590"/>
              <a:ext cx="217924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D3391878-3C44-500B-A43B-5B5D175354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0240" y="6703099"/>
              <a:ext cx="3620591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4B2D0C4C-81F3-0B7C-5C8A-1AA6510FD4FE}"/>
                </a:ext>
              </a:extLst>
            </p:cNvPr>
            <p:cNvCxnSpPr>
              <a:cxnSpLocks/>
            </p:cNvCxnSpPr>
            <p:nvPr/>
          </p:nvCxnSpPr>
          <p:spPr>
            <a:xfrm>
              <a:off x="2290240" y="6270590"/>
              <a:ext cx="0" cy="43250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直線コネクタ 140">
              <a:extLst>
                <a:ext uri="{FF2B5EF4-FFF2-40B4-BE49-F238E27FC236}">
                  <a16:creationId xmlns:a16="http://schemas.microsoft.com/office/drawing/2014/main" id="{D4FAAA0C-9749-C1D3-5EE1-ED68424441DB}"/>
                </a:ext>
              </a:extLst>
            </p:cNvPr>
            <p:cNvCxnSpPr>
              <a:cxnSpLocks/>
            </p:cNvCxnSpPr>
            <p:nvPr/>
          </p:nvCxnSpPr>
          <p:spPr>
            <a:xfrm>
              <a:off x="5728290" y="6520265"/>
              <a:ext cx="0" cy="18283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E7F60D04-77D1-56C2-B3EB-129D8EE3F3F3}"/>
                </a:ext>
              </a:extLst>
            </p:cNvPr>
            <p:cNvCxnSpPr>
              <a:cxnSpLocks/>
              <a:stCxn id="82" idx="2"/>
            </p:cNvCxnSpPr>
            <p:nvPr/>
          </p:nvCxnSpPr>
          <p:spPr>
            <a:xfrm>
              <a:off x="5910831" y="5857945"/>
              <a:ext cx="0" cy="84515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四角形: 角を丸くする 142">
              <a:extLst>
                <a:ext uri="{FF2B5EF4-FFF2-40B4-BE49-F238E27FC236}">
                  <a16:creationId xmlns:a16="http://schemas.microsoft.com/office/drawing/2014/main" id="{0282E6B9-CEE7-1CB7-092E-9A4A6BDAF182}"/>
                </a:ext>
              </a:extLst>
            </p:cNvPr>
            <p:cNvSpPr/>
            <p:nvPr/>
          </p:nvSpPr>
          <p:spPr>
            <a:xfrm>
              <a:off x="5329934" y="6161926"/>
              <a:ext cx="1161792" cy="35833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/>
                <a:t>Direction</a:t>
              </a:r>
              <a:endParaRPr kumimoji="1" lang="ja-JP" altLang="en-US" sz="1200" dirty="0"/>
            </a:p>
          </p:txBody>
        </p:sp>
        <p:grpSp>
          <p:nvGrpSpPr>
            <p:cNvPr id="144" name="グループ化 143">
              <a:extLst>
                <a:ext uri="{FF2B5EF4-FFF2-40B4-BE49-F238E27FC236}">
                  <a16:creationId xmlns:a16="http://schemas.microsoft.com/office/drawing/2014/main" id="{FD54F5ED-9253-CFEE-05E6-E9483904668A}"/>
                </a:ext>
              </a:extLst>
            </p:cNvPr>
            <p:cNvGrpSpPr/>
            <p:nvPr/>
          </p:nvGrpSpPr>
          <p:grpSpPr>
            <a:xfrm>
              <a:off x="9751424" y="5882976"/>
              <a:ext cx="288082" cy="397954"/>
              <a:chOff x="9721614" y="5921242"/>
              <a:chExt cx="163486" cy="397955"/>
            </a:xfrm>
          </p:grpSpPr>
          <p:cxnSp>
            <p:nvCxnSpPr>
              <p:cNvPr id="145" name="直線コネクタ 144">
                <a:extLst>
                  <a:ext uri="{FF2B5EF4-FFF2-40B4-BE49-F238E27FC236}">
                    <a16:creationId xmlns:a16="http://schemas.microsoft.com/office/drawing/2014/main" id="{0299157A-1E3F-11E9-29E5-8205E2E611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14" y="5921242"/>
                <a:ext cx="163457" cy="0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直線コネクタ 145">
                <a:extLst>
                  <a:ext uri="{FF2B5EF4-FFF2-40B4-BE49-F238E27FC236}">
                    <a16:creationId xmlns:a16="http://schemas.microsoft.com/office/drawing/2014/main" id="{BE510454-7F25-4BC4-C167-5B0333EF0F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29" y="6120220"/>
                <a:ext cx="163457" cy="0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直線コネクタ 146">
                <a:extLst>
                  <a:ext uri="{FF2B5EF4-FFF2-40B4-BE49-F238E27FC236}">
                    <a16:creationId xmlns:a16="http://schemas.microsoft.com/office/drawing/2014/main" id="{DF0A2DFA-3339-A2D2-4B87-D2D724CF05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1643" y="6319197"/>
                <a:ext cx="1634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E39E8702-2F6E-C393-59D8-D75E7A125768}"/>
                </a:ext>
              </a:extLst>
            </p:cNvPr>
            <p:cNvSpPr/>
            <p:nvPr/>
          </p:nvSpPr>
          <p:spPr>
            <a:xfrm>
              <a:off x="9749590" y="6420213"/>
              <a:ext cx="289932" cy="111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/>
            </a:p>
          </p:txBody>
        </p:sp>
        <p:sp>
          <p:nvSpPr>
            <p:cNvPr id="149" name="四角形: 角を丸くする 148">
              <a:extLst>
                <a:ext uri="{FF2B5EF4-FFF2-40B4-BE49-F238E27FC236}">
                  <a16:creationId xmlns:a16="http://schemas.microsoft.com/office/drawing/2014/main" id="{DF232860-B5BF-0CC0-C489-6575B1B0F677}"/>
                </a:ext>
              </a:extLst>
            </p:cNvPr>
            <p:cNvSpPr/>
            <p:nvPr/>
          </p:nvSpPr>
          <p:spPr>
            <a:xfrm>
              <a:off x="9736131" y="6609759"/>
              <a:ext cx="303391" cy="1196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/>
            </a:p>
          </p:txBody>
        </p: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FC7F23A7-1B4B-1510-39E3-2E3006E13342}"/>
                </a:ext>
              </a:extLst>
            </p:cNvPr>
            <p:cNvSpPr txBox="1"/>
            <p:nvPr/>
          </p:nvSpPr>
          <p:spPr>
            <a:xfrm>
              <a:off x="7698360" y="732137"/>
              <a:ext cx="788407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Static</a:t>
              </a:r>
              <a:endParaRPr kumimoji="1" lang="ja-JP" altLang="en-US" sz="1200" b="1" dirty="0"/>
            </a:p>
          </p:txBody>
        </p:sp>
        <p:sp>
          <p:nvSpPr>
            <p:cNvPr id="151" name="テキスト ボックス 150">
              <a:extLst>
                <a:ext uri="{FF2B5EF4-FFF2-40B4-BE49-F238E27FC236}">
                  <a16:creationId xmlns:a16="http://schemas.microsoft.com/office/drawing/2014/main" id="{A7CD2009-FF94-67C4-A22D-FA5544D98918}"/>
                </a:ext>
              </a:extLst>
            </p:cNvPr>
            <p:cNvSpPr txBox="1"/>
            <p:nvPr/>
          </p:nvSpPr>
          <p:spPr>
            <a:xfrm>
              <a:off x="7398937" y="2355695"/>
              <a:ext cx="1087830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Dynamic</a:t>
              </a:r>
              <a:endParaRPr kumimoji="1" lang="ja-JP" altLang="en-US" sz="1200" b="1" dirty="0"/>
            </a:p>
          </p:txBody>
        </p:sp>
        <p:sp>
          <p:nvSpPr>
            <p:cNvPr id="152" name="テキスト ボックス 151">
              <a:extLst>
                <a:ext uri="{FF2B5EF4-FFF2-40B4-BE49-F238E27FC236}">
                  <a16:creationId xmlns:a16="http://schemas.microsoft.com/office/drawing/2014/main" id="{A037E4C0-B626-4566-8F6C-B958FA639D94}"/>
                </a:ext>
              </a:extLst>
            </p:cNvPr>
            <p:cNvSpPr txBox="1"/>
            <p:nvPr/>
          </p:nvSpPr>
          <p:spPr>
            <a:xfrm>
              <a:off x="7398937" y="5419795"/>
              <a:ext cx="1087830" cy="3062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Dynamic</a:t>
              </a:r>
              <a:endParaRPr kumimoji="1" lang="ja-JP" altLang="en-US" sz="1200" b="1" dirty="0"/>
            </a:p>
          </p:txBody>
        </p:sp>
        <p:cxnSp>
          <p:nvCxnSpPr>
            <p:cNvPr id="153" name="直線コネクタ 152">
              <a:extLst>
                <a:ext uri="{FF2B5EF4-FFF2-40B4-BE49-F238E27FC236}">
                  <a16:creationId xmlns:a16="http://schemas.microsoft.com/office/drawing/2014/main" id="{1826FA52-5CBF-03D8-A5DD-DCC58EBB0695}"/>
                </a:ext>
              </a:extLst>
            </p:cNvPr>
            <p:cNvCxnSpPr>
              <a:cxnSpLocks/>
            </p:cNvCxnSpPr>
            <p:nvPr/>
          </p:nvCxnSpPr>
          <p:spPr>
            <a:xfrm>
              <a:off x="8339306" y="468711"/>
              <a:ext cx="0" cy="263426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フローチャート: 他ページ結合子 153">
              <a:extLst>
                <a:ext uri="{FF2B5EF4-FFF2-40B4-BE49-F238E27FC236}">
                  <a16:creationId xmlns:a16="http://schemas.microsoft.com/office/drawing/2014/main" id="{F1AB60FE-29DF-E2F3-BE2A-DEE0F43BBB6B}"/>
                </a:ext>
              </a:extLst>
            </p:cNvPr>
            <p:cNvSpPr/>
            <p:nvPr/>
          </p:nvSpPr>
          <p:spPr>
            <a:xfrm rot="10800000">
              <a:off x="7918470" y="140624"/>
              <a:ext cx="564857" cy="319677"/>
            </a:xfrm>
            <a:prstGeom prst="flowChartOffpage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grpSp>
        <p:nvGrpSpPr>
          <p:cNvPr id="202" name="グループ化 201">
            <a:extLst>
              <a:ext uri="{FF2B5EF4-FFF2-40B4-BE49-F238E27FC236}">
                <a16:creationId xmlns:a16="http://schemas.microsoft.com/office/drawing/2014/main" id="{F8112E2C-79DA-86BE-8F24-6244FAD6A56F}"/>
              </a:ext>
            </a:extLst>
          </p:cNvPr>
          <p:cNvGrpSpPr/>
          <p:nvPr/>
        </p:nvGrpSpPr>
        <p:grpSpPr>
          <a:xfrm>
            <a:off x="35075" y="726863"/>
            <a:ext cx="4297327" cy="6131138"/>
            <a:chOff x="35075" y="726863"/>
            <a:chExt cx="4297327" cy="6131138"/>
          </a:xfrm>
        </p:grpSpPr>
        <p:sp>
          <p:nvSpPr>
            <p:cNvPr id="4" name="フローチャート: 端子 3">
              <a:extLst>
                <a:ext uri="{FF2B5EF4-FFF2-40B4-BE49-F238E27FC236}">
                  <a16:creationId xmlns:a16="http://schemas.microsoft.com/office/drawing/2014/main" id="{BCBB9EEA-B3E2-9169-4EC5-08CCC25DD5C1}"/>
                </a:ext>
              </a:extLst>
            </p:cNvPr>
            <p:cNvSpPr/>
            <p:nvPr/>
          </p:nvSpPr>
          <p:spPr>
            <a:xfrm>
              <a:off x="1815294" y="726863"/>
              <a:ext cx="783162" cy="258444"/>
            </a:xfrm>
            <a:prstGeom prst="flowChartTerminator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Start</a:t>
              </a:r>
              <a:endParaRPr kumimoji="1" lang="ja-JP" altLang="en-US" sz="1200" dirty="0"/>
            </a:p>
          </p:txBody>
        </p:sp>
        <p:sp>
          <p:nvSpPr>
            <p:cNvPr id="5" name="フローチャート: 端子 4">
              <a:extLst>
                <a:ext uri="{FF2B5EF4-FFF2-40B4-BE49-F238E27FC236}">
                  <a16:creationId xmlns:a16="http://schemas.microsoft.com/office/drawing/2014/main" id="{7FE1D4B8-196E-3008-2D20-F55A77878E7F}"/>
                </a:ext>
              </a:extLst>
            </p:cNvPr>
            <p:cNvSpPr/>
            <p:nvPr/>
          </p:nvSpPr>
          <p:spPr>
            <a:xfrm>
              <a:off x="1815293" y="6599557"/>
              <a:ext cx="783162" cy="258444"/>
            </a:xfrm>
            <a:prstGeom prst="flowChartTerminator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End</a:t>
              </a:r>
              <a:endParaRPr kumimoji="1" lang="ja-JP" altLang="en-US" sz="1200" dirty="0"/>
            </a:p>
          </p:txBody>
        </p:sp>
        <p:sp>
          <p:nvSpPr>
            <p:cNvPr id="6" name="フローチャート: 判断 5">
              <a:extLst>
                <a:ext uri="{FF2B5EF4-FFF2-40B4-BE49-F238E27FC236}">
                  <a16:creationId xmlns:a16="http://schemas.microsoft.com/office/drawing/2014/main" id="{91FFEDB6-2BDE-A5B9-83F3-00ED1A8D83EC}"/>
                </a:ext>
              </a:extLst>
            </p:cNvPr>
            <p:cNvSpPr/>
            <p:nvPr/>
          </p:nvSpPr>
          <p:spPr>
            <a:xfrm>
              <a:off x="431399" y="4732186"/>
              <a:ext cx="1860794" cy="605511"/>
            </a:xfrm>
            <a:prstGeom prst="flowChartDecision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/>
                <a:t>Need to notify?</a:t>
              </a:r>
              <a:endParaRPr kumimoji="1" lang="ja-JP" altLang="en-US" sz="1200" dirty="0"/>
            </a:p>
          </p:txBody>
        </p:sp>
        <p:sp>
          <p:nvSpPr>
            <p:cNvPr id="7" name="フローチャート: 処理 6">
              <a:extLst>
                <a:ext uri="{FF2B5EF4-FFF2-40B4-BE49-F238E27FC236}">
                  <a16:creationId xmlns:a16="http://schemas.microsoft.com/office/drawing/2014/main" id="{ADA77489-E339-3C21-000C-E9B38CBD56C1}"/>
                </a:ext>
              </a:extLst>
            </p:cNvPr>
            <p:cNvSpPr/>
            <p:nvPr/>
          </p:nvSpPr>
          <p:spPr>
            <a:xfrm>
              <a:off x="721934" y="5441662"/>
              <a:ext cx="1279724" cy="413510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/>
                <a:t>Send notification to the staff</a:t>
              </a:r>
              <a:endParaRPr kumimoji="1" lang="ja-JP" altLang="en-US" sz="1200" dirty="0"/>
            </a:p>
          </p:txBody>
        </p:sp>
        <p:sp>
          <p:nvSpPr>
            <p:cNvPr id="8" name="四角形: 上の 2 つの角を切り取る 7">
              <a:extLst>
                <a:ext uri="{FF2B5EF4-FFF2-40B4-BE49-F238E27FC236}">
                  <a16:creationId xmlns:a16="http://schemas.microsoft.com/office/drawing/2014/main" id="{01FB80D9-559A-F786-219C-436AA9B3D246}"/>
                </a:ext>
              </a:extLst>
            </p:cNvPr>
            <p:cNvSpPr/>
            <p:nvPr/>
          </p:nvSpPr>
          <p:spPr>
            <a:xfrm>
              <a:off x="1427629" y="1057893"/>
              <a:ext cx="1558493" cy="310132"/>
            </a:xfrm>
            <a:prstGeom prst="snip2SameRect">
              <a:avLst>
                <a:gd name="adj1" fmla="val 40918"/>
                <a:gd name="adj2" fmla="val 0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四角形: 上の 2 つの角を切り取る 8">
              <a:extLst>
                <a:ext uri="{FF2B5EF4-FFF2-40B4-BE49-F238E27FC236}">
                  <a16:creationId xmlns:a16="http://schemas.microsoft.com/office/drawing/2014/main" id="{5B69C9A0-15C3-009D-385B-23C7A0397123}"/>
                </a:ext>
              </a:extLst>
            </p:cNvPr>
            <p:cNvSpPr/>
            <p:nvPr/>
          </p:nvSpPr>
          <p:spPr>
            <a:xfrm rot="10800000">
              <a:off x="1427629" y="6216128"/>
              <a:ext cx="1558493" cy="310132"/>
            </a:xfrm>
            <a:prstGeom prst="snip2SameRect">
              <a:avLst>
                <a:gd name="adj1" fmla="val 40918"/>
                <a:gd name="adj2" fmla="val 0"/>
              </a:avLst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DDB1F50D-8AE2-B898-EF0C-1F161C487D7D}"/>
                </a:ext>
              </a:extLst>
            </p:cNvPr>
            <p:cNvCxnSpPr>
              <a:cxnSpLocks/>
              <a:stCxn id="4" idx="2"/>
              <a:endCxn id="8" idx="3"/>
            </p:cNvCxnSpPr>
            <p:nvPr/>
          </p:nvCxnSpPr>
          <p:spPr>
            <a:xfrm>
              <a:off x="2206875" y="985307"/>
              <a:ext cx="0" cy="7258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053FF641-EFA1-F405-5B5F-4D0407090BA9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flipH="1">
              <a:off x="2206875" y="1881652"/>
              <a:ext cx="1" cy="61216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8D21FF1B-AFF1-CEAD-B7B0-EC230D8065B3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361796" y="4578993"/>
              <a:ext cx="0" cy="15319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6B86EE6F-3D2F-872A-2784-FF871D7E46FD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1361796" y="5337696"/>
              <a:ext cx="0" cy="1039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06C38194-AB91-AA5F-D1A5-D5ECCA9EF5A9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206875" y="6047173"/>
              <a:ext cx="0" cy="16895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A85A9F82-C93D-96FC-0A2E-378E74AD4FE0}"/>
                </a:ext>
              </a:extLst>
            </p:cNvPr>
            <p:cNvCxnSpPr>
              <a:cxnSpLocks/>
              <a:stCxn id="9" idx="3"/>
              <a:endCxn id="5" idx="0"/>
            </p:cNvCxnSpPr>
            <p:nvPr/>
          </p:nvCxnSpPr>
          <p:spPr>
            <a:xfrm flipH="1">
              <a:off x="2206874" y="6526260"/>
              <a:ext cx="1" cy="73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F67A087B-3E1D-B9DC-8EED-3412C221BCD8}"/>
                </a:ext>
              </a:extLst>
            </p:cNvPr>
            <p:cNvCxnSpPr>
              <a:cxnSpLocks/>
            </p:cNvCxnSpPr>
            <p:nvPr/>
          </p:nvCxnSpPr>
          <p:spPr>
            <a:xfrm>
              <a:off x="296195" y="5954266"/>
              <a:ext cx="1065600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CAEADCC-EF27-AB5E-1BD8-D597B8CDCA5E}"/>
                </a:ext>
              </a:extLst>
            </p:cNvPr>
            <p:cNvCxnSpPr>
              <a:cxnSpLocks/>
            </p:cNvCxnSpPr>
            <p:nvPr/>
          </p:nvCxnSpPr>
          <p:spPr>
            <a:xfrm>
              <a:off x="303414" y="5034941"/>
              <a:ext cx="0" cy="914339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9" name="フローチャート: 処理 18">
              <a:extLst>
                <a:ext uri="{FF2B5EF4-FFF2-40B4-BE49-F238E27FC236}">
                  <a16:creationId xmlns:a16="http://schemas.microsoft.com/office/drawing/2014/main" id="{9635E5E7-9D7F-885F-C18B-0D3DB93F8FD4}"/>
                </a:ext>
              </a:extLst>
            </p:cNvPr>
            <p:cNvSpPr/>
            <p:nvPr/>
          </p:nvSpPr>
          <p:spPr>
            <a:xfrm>
              <a:off x="1689988" y="1468142"/>
              <a:ext cx="1033775" cy="413510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Observe</a:t>
              </a:r>
              <a:endParaRPr kumimoji="1" lang="ja-JP" altLang="en-US" sz="1200" dirty="0"/>
            </a:p>
          </p:txBody>
        </p: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8442F278-ABE4-EA8C-E5C1-C14BD472C021}"/>
                </a:ext>
              </a:extLst>
            </p:cNvPr>
            <p:cNvCxnSpPr>
              <a:cxnSpLocks/>
              <a:stCxn id="8" idx="1"/>
              <a:endCxn id="19" idx="0"/>
            </p:cNvCxnSpPr>
            <p:nvPr/>
          </p:nvCxnSpPr>
          <p:spPr>
            <a:xfrm>
              <a:off x="2206875" y="1368025"/>
              <a:ext cx="0" cy="1001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1" name="フローチャート: 判断 20">
              <a:extLst>
                <a:ext uri="{FF2B5EF4-FFF2-40B4-BE49-F238E27FC236}">
                  <a16:creationId xmlns:a16="http://schemas.microsoft.com/office/drawing/2014/main" id="{FFC39298-6937-3D18-3121-2AD8CD124538}"/>
                </a:ext>
              </a:extLst>
            </p:cNvPr>
            <p:cNvSpPr/>
            <p:nvPr/>
          </p:nvSpPr>
          <p:spPr>
            <a:xfrm>
              <a:off x="296202" y="2090262"/>
              <a:ext cx="1860789" cy="532214"/>
            </a:xfrm>
            <a:prstGeom prst="flowChartDecisi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 preprocess</a:t>
              </a:r>
              <a:endParaRPr kumimoji="1" lang="ja-JP" altLang="en-US" sz="1200" dirty="0"/>
            </a:p>
          </p:txBody>
        </p:sp>
        <p:sp>
          <p:nvSpPr>
            <p:cNvPr id="22" name="フローチャート: 処理 21">
              <a:extLst>
                <a:ext uri="{FF2B5EF4-FFF2-40B4-BE49-F238E27FC236}">
                  <a16:creationId xmlns:a16="http://schemas.microsoft.com/office/drawing/2014/main" id="{A66FEF33-C143-4342-C493-7EAF9AB12868}"/>
                </a:ext>
              </a:extLst>
            </p:cNvPr>
            <p:cNvSpPr/>
            <p:nvPr/>
          </p:nvSpPr>
          <p:spPr>
            <a:xfrm>
              <a:off x="709709" y="2708949"/>
              <a:ext cx="1033775" cy="413510"/>
            </a:xfrm>
            <a:prstGeom prst="flowChartProcess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Preprocess</a:t>
              </a:r>
              <a:endParaRPr kumimoji="1" lang="ja-JP" altLang="en-US" sz="1200" dirty="0"/>
            </a:p>
          </p:txBody>
        </p:sp>
        <p:sp>
          <p:nvSpPr>
            <p:cNvPr id="23" name="フローチャート: 処理 22">
              <a:extLst>
                <a:ext uri="{FF2B5EF4-FFF2-40B4-BE49-F238E27FC236}">
                  <a16:creationId xmlns:a16="http://schemas.microsoft.com/office/drawing/2014/main" id="{E902FF2C-4AC8-30CC-653E-B70F355DC73C}"/>
                </a:ext>
              </a:extLst>
            </p:cNvPr>
            <p:cNvSpPr/>
            <p:nvPr/>
          </p:nvSpPr>
          <p:spPr>
            <a:xfrm>
              <a:off x="709709" y="3362577"/>
              <a:ext cx="1033775" cy="413510"/>
            </a:xfrm>
            <a:prstGeom prst="flowChart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Evaluate risk</a:t>
              </a:r>
              <a:endParaRPr kumimoji="1" lang="ja-JP" altLang="en-US" sz="1200" dirty="0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BEDF522C-984A-FB9F-F4F4-6AC9B71AB3F7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1226597" y="1942868"/>
              <a:ext cx="0" cy="1473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14C675BB-4A93-DE5F-7F9F-EF21DD1FA8F3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>
              <a:off x="1226597" y="2622476"/>
              <a:ext cx="0" cy="864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40708BBE-7586-C365-FFFD-A9547ABCBE13}"/>
                </a:ext>
              </a:extLst>
            </p:cNvPr>
            <p:cNvCxnSpPr>
              <a:cxnSpLocks/>
              <a:stCxn id="22" idx="2"/>
              <a:endCxn id="23" idx="0"/>
            </p:cNvCxnSpPr>
            <p:nvPr/>
          </p:nvCxnSpPr>
          <p:spPr>
            <a:xfrm>
              <a:off x="1226597" y="3122459"/>
              <a:ext cx="0" cy="24011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D4934A1D-6605-877F-07A1-4AC85AFD918D}"/>
                </a:ext>
              </a:extLst>
            </p:cNvPr>
            <p:cNvCxnSpPr>
              <a:cxnSpLocks/>
            </p:cNvCxnSpPr>
            <p:nvPr/>
          </p:nvCxnSpPr>
          <p:spPr>
            <a:xfrm>
              <a:off x="123158" y="3180725"/>
              <a:ext cx="1103438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AA963DBE-684E-960D-2172-E9436E65F2BB}"/>
                </a:ext>
              </a:extLst>
            </p:cNvPr>
            <p:cNvCxnSpPr>
              <a:cxnSpLocks/>
            </p:cNvCxnSpPr>
            <p:nvPr/>
          </p:nvCxnSpPr>
          <p:spPr>
            <a:xfrm>
              <a:off x="116779" y="2351427"/>
              <a:ext cx="0" cy="840571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6CBB4436-7C62-FD33-CEE4-9CE3A6BEC4F4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116779" y="2356369"/>
              <a:ext cx="179423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3941F69F-7B27-DBBB-6017-7BA1573AD555}"/>
                </a:ext>
              </a:extLst>
            </p:cNvPr>
            <p:cNvSpPr txBox="1"/>
            <p:nvPr/>
          </p:nvSpPr>
          <p:spPr>
            <a:xfrm>
              <a:off x="35075" y="3145620"/>
              <a:ext cx="11063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/>
                <a:t>Use previous data</a:t>
              </a:r>
              <a:endParaRPr kumimoji="1" lang="ja-JP" altLang="en-US" sz="1200" dirty="0"/>
            </a:p>
          </p:txBody>
        </p:sp>
        <p:sp>
          <p:nvSpPr>
            <p:cNvPr id="31" name="フローチャート: 判断 30">
              <a:extLst>
                <a:ext uri="{FF2B5EF4-FFF2-40B4-BE49-F238E27FC236}">
                  <a16:creationId xmlns:a16="http://schemas.microsoft.com/office/drawing/2014/main" id="{BA839727-24A9-02F9-E6C1-4370C637B6F8}"/>
                </a:ext>
              </a:extLst>
            </p:cNvPr>
            <p:cNvSpPr/>
            <p:nvPr/>
          </p:nvSpPr>
          <p:spPr>
            <a:xfrm>
              <a:off x="2471613" y="2090262"/>
              <a:ext cx="1860789" cy="532214"/>
            </a:xfrm>
            <a:prstGeom prst="flowChartDecisi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Trigger preprocess</a:t>
              </a:r>
              <a:endParaRPr kumimoji="1" lang="ja-JP" altLang="en-US" sz="1200" dirty="0"/>
            </a:p>
          </p:txBody>
        </p:sp>
        <p:sp>
          <p:nvSpPr>
            <p:cNvPr id="32" name="フローチャート: 処理 31">
              <a:extLst>
                <a:ext uri="{FF2B5EF4-FFF2-40B4-BE49-F238E27FC236}">
                  <a16:creationId xmlns:a16="http://schemas.microsoft.com/office/drawing/2014/main" id="{BDA398C4-66F2-5AC1-F4BE-F32CEF1A9329}"/>
                </a:ext>
              </a:extLst>
            </p:cNvPr>
            <p:cNvSpPr/>
            <p:nvPr/>
          </p:nvSpPr>
          <p:spPr>
            <a:xfrm>
              <a:off x="2885120" y="2708949"/>
              <a:ext cx="1033775" cy="413510"/>
            </a:xfrm>
            <a:prstGeom prst="flowChartProcess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Preprocess</a:t>
              </a:r>
              <a:endParaRPr kumimoji="1" lang="ja-JP" altLang="en-US" sz="1200" dirty="0"/>
            </a:p>
          </p:txBody>
        </p:sp>
        <p:sp>
          <p:nvSpPr>
            <p:cNvPr id="33" name="フローチャート: 処理 32">
              <a:extLst>
                <a:ext uri="{FF2B5EF4-FFF2-40B4-BE49-F238E27FC236}">
                  <a16:creationId xmlns:a16="http://schemas.microsoft.com/office/drawing/2014/main" id="{5E33F31D-0C0F-93EE-C7EF-453B40540A18}"/>
                </a:ext>
              </a:extLst>
            </p:cNvPr>
            <p:cNvSpPr/>
            <p:nvPr/>
          </p:nvSpPr>
          <p:spPr>
            <a:xfrm>
              <a:off x="2885120" y="3362577"/>
              <a:ext cx="1033775" cy="413510"/>
            </a:xfrm>
            <a:prstGeom prst="flowChart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Evaluate risk</a:t>
              </a:r>
              <a:endParaRPr kumimoji="1" lang="ja-JP" altLang="en-US" sz="1200" dirty="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CA4EDAE7-DA5D-711E-E02D-D02BF583C8BA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3402007" y="1942868"/>
              <a:ext cx="0" cy="1473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30A78339-25F5-5133-6AF9-3704F21A7C1B}"/>
                </a:ext>
              </a:extLst>
            </p:cNvPr>
            <p:cNvCxnSpPr>
              <a:cxnSpLocks/>
              <a:stCxn id="31" idx="2"/>
              <a:endCxn id="32" idx="0"/>
            </p:cNvCxnSpPr>
            <p:nvPr/>
          </p:nvCxnSpPr>
          <p:spPr>
            <a:xfrm>
              <a:off x="3402007" y="2622476"/>
              <a:ext cx="0" cy="864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7FF3DF4A-2132-A617-0B76-8C5FE64210E8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>
              <a:off x="3402008" y="3122459"/>
              <a:ext cx="0" cy="24011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82557091-2052-96AB-CB91-F9567270E6FB}"/>
                </a:ext>
              </a:extLst>
            </p:cNvPr>
            <p:cNvCxnSpPr>
              <a:cxnSpLocks/>
            </p:cNvCxnSpPr>
            <p:nvPr/>
          </p:nvCxnSpPr>
          <p:spPr>
            <a:xfrm>
              <a:off x="2292190" y="3180725"/>
              <a:ext cx="1109817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B3A46340-3BF6-53EC-D89F-62A4E19DA195}"/>
                </a:ext>
              </a:extLst>
            </p:cNvPr>
            <p:cNvCxnSpPr>
              <a:cxnSpLocks/>
            </p:cNvCxnSpPr>
            <p:nvPr/>
          </p:nvCxnSpPr>
          <p:spPr>
            <a:xfrm>
              <a:off x="2292190" y="2351427"/>
              <a:ext cx="0" cy="840571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288FEFAA-1451-5D4C-7527-CA640BCD2F2C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2292190" y="2356369"/>
              <a:ext cx="179423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A1D7531-017F-1E5E-D52E-B56D3E42DEE7}"/>
                </a:ext>
              </a:extLst>
            </p:cNvPr>
            <p:cNvSpPr txBox="1"/>
            <p:nvPr/>
          </p:nvSpPr>
          <p:spPr>
            <a:xfrm>
              <a:off x="2210485" y="3145620"/>
              <a:ext cx="11063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/>
                <a:t>Use previous data</a:t>
              </a:r>
              <a:endParaRPr kumimoji="1"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93CD4086-5A3A-F66A-1B64-F53CCC01E1F0}"/>
                </a:ext>
              </a:extLst>
            </p:cNvPr>
            <p:cNvSpPr txBox="1"/>
            <p:nvPr/>
          </p:nvSpPr>
          <p:spPr>
            <a:xfrm>
              <a:off x="1910269" y="2620051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b="1" dirty="0"/>
                <a:t>…</a:t>
              </a:r>
              <a:endParaRPr kumimoji="1" lang="ja-JP" altLang="en-US" sz="1200" b="1" dirty="0"/>
            </a:p>
          </p:txBody>
        </p: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1C534A7F-A52E-5E07-BFE1-D7B34C59D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596" y="1942868"/>
              <a:ext cx="2175411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5403E512-0BFB-00EF-2D22-A053FB0D8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596" y="3921509"/>
              <a:ext cx="2175411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6481D509-4218-19AA-128B-ADB73FC03D9D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3402007" y="3776087"/>
              <a:ext cx="0" cy="145422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BDA6D555-253C-43E8-E5AD-7908F304F727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226597" y="3776087"/>
              <a:ext cx="0" cy="145422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6" name="フローチャート: 判断 45">
              <a:extLst>
                <a:ext uri="{FF2B5EF4-FFF2-40B4-BE49-F238E27FC236}">
                  <a16:creationId xmlns:a16="http://schemas.microsoft.com/office/drawing/2014/main" id="{CBE6D57D-C763-714B-929A-0ABC9A1C0414}"/>
                </a:ext>
              </a:extLst>
            </p:cNvPr>
            <p:cNvSpPr/>
            <p:nvPr/>
          </p:nvSpPr>
          <p:spPr>
            <a:xfrm>
              <a:off x="2471608" y="4727200"/>
              <a:ext cx="1860794" cy="605511"/>
            </a:xfrm>
            <a:prstGeom prst="flowChartDecision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/>
                <a:t>Need to ask help?</a:t>
              </a:r>
              <a:endParaRPr kumimoji="1" lang="ja-JP" altLang="en-US" sz="1200" dirty="0"/>
            </a:p>
          </p:txBody>
        </p:sp>
        <p:sp>
          <p:nvSpPr>
            <p:cNvPr id="47" name="フローチャート: 処理 46">
              <a:extLst>
                <a:ext uri="{FF2B5EF4-FFF2-40B4-BE49-F238E27FC236}">
                  <a16:creationId xmlns:a16="http://schemas.microsoft.com/office/drawing/2014/main" id="{E6AF2A9F-1FB4-CF25-9ADC-C5FE11650307}"/>
                </a:ext>
              </a:extLst>
            </p:cNvPr>
            <p:cNvSpPr/>
            <p:nvPr/>
          </p:nvSpPr>
          <p:spPr>
            <a:xfrm>
              <a:off x="2762143" y="5436676"/>
              <a:ext cx="1279724" cy="413510"/>
            </a:xfrm>
            <a:prstGeom prst="flowChartProcess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/>
                <a:t>Send notification to other staff</a:t>
              </a:r>
              <a:endParaRPr kumimoji="1" lang="ja-JP" altLang="en-US" sz="1200" dirty="0"/>
            </a:p>
          </p:txBody>
        </p:sp>
        <p:cxnSp>
          <p:nvCxnSpPr>
            <p:cNvPr id="48" name="直線矢印コネクタ 47">
              <a:extLst>
                <a:ext uri="{FF2B5EF4-FFF2-40B4-BE49-F238E27FC236}">
                  <a16:creationId xmlns:a16="http://schemas.microsoft.com/office/drawing/2014/main" id="{0DCE3E21-F5AA-2AB4-BAA3-46C39BE012C0}"/>
                </a:ext>
              </a:extLst>
            </p:cNvPr>
            <p:cNvCxnSpPr>
              <a:cxnSpLocks/>
              <a:stCxn id="46" idx="2"/>
              <a:endCxn id="47" idx="0"/>
            </p:cNvCxnSpPr>
            <p:nvPr/>
          </p:nvCxnSpPr>
          <p:spPr>
            <a:xfrm>
              <a:off x="3402005" y="5332710"/>
              <a:ext cx="0" cy="1039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F9F253E-24C1-CBDE-D4CF-A31F2E28B30A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>
              <a:off x="3402005" y="5850186"/>
              <a:ext cx="1" cy="205118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68BB87D6-4632-F8F9-44E7-EDDBE8BF6F0B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42" y="5949280"/>
              <a:ext cx="1035863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EBD117CC-5B24-918F-7000-DA8BE65C5275}"/>
                </a:ext>
              </a:extLst>
            </p:cNvPr>
            <p:cNvCxnSpPr>
              <a:cxnSpLocks/>
            </p:cNvCxnSpPr>
            <p:nvPr/>
          </p:nvCxnSpPr>
          <p:spPr>
            <a:xfrm>
              <a:off x="2350194" y="5029955"/>
              <a:ext cx="0" cy="919325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CC5D2C1F-6D17-90E0-0742-DEFF6545A461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>
              <a:off x="2366142" y="5029955"/>
              <a:ext cx="105466" cy="1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3" name="フローチャート: 処理 52">
              <a:extLst>
                <a:ext uri="{FF2B5EF4-FFF2-40B4-BE49-F238E27FC236}">
                  <a16:creationId xmlns:a16="http://schemas.microsoft.com/office/drawing/2014/main" id="{1C271DC3-8897-0F24-FA00-18AA98974E37}"/>
                </a:ext>
              </a:extLst>
            </p:cNvPr>
            <p:cNvSpPr/>
            <p:nvPr/>
          </p:nvSpPr>
          <p:spPr>
            <a:xfrm>
              <a:off x="1689988" y="4094707"/>
              <a:ext cx="1033775" cy="41351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/>
                <a:t>Rank</a:t>
              </a:r>
              <a:r>
                <a:rPr lang="ja-JP" altLang="en-US" sz="1200" dirty="0"/>
                <a:t> </a:t>
              </a:r>
              <a:r>
                <a:rPr lang="en-US" altLang="ja-JP" sz="1200" dirty="0"/>
                <a:t>patients</a:t>
              </a:r>
              <a:endParaRPr kumimoji="1" lang="ja-JP" altLang="en-US" sz="1200" dirty="0"/>
            </a:p>
          </p:txBody>
        </p: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0570079D-D28B-2804-A83A-57DECC935D33}"/>
                </a:ext>
              </a:extLst>
            </p:cNvPr>
            <p:cNvCxnSpPr>
              <a:cxnSpLocks/>
            </p:cNvCxnSpPr>
            <p:nvPr/>
          </p:nvCxnSpPr>
          <p:spPr>
            <a:xfrm>
              <a:off x="2206875" y="3921509"/>
              <a:ext cx="0" cy="1731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D3C67938-E876-EA63-920C-9FA76D2702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1796" y="4588644"/>
              <a:ext cx="2040209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63676431-4F10-2416-533C-9092FED93C13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3402005" y="4578993"/>
              <a:ext cx="0" cy="14820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2584113B-7832-C32C-ED1A-8ED8917CA2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1796" y="6055304"/>
              <a:ext cx="2040209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C7E4FC41-0313-5898-F24D-ACC5BDA8719F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2206875" y="4508217"/>
              <a:ext cx="1" cy="80427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9E65832A-D8F9-C6BF-EE46-4B6CEE774151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1361796" y="5855172"/>
              <a:ext cx="0" cy="200132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4" name="直線矢印コネクタ 173">
              <a:extLst>
                <a:ext uri="{FF2B5EF4-FFF2-40B4-BE49-F238E27FC236}">
                  <a16:creationId xmlns:a16="http://schemas.microsoft.com/office/drawing/2014/main" id="{98E340C6-F9E6-936C-8ABC-4957356427C8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296195" y="5034942"/>
              <a:ext cx="135204" cy="0"/>
            </a:xfrm>
            <a:prstGeom prst="straightConnector1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  <p:sp>
        <p:nvSpPr>
          <p:cNvPr id="201" name="楕円 200">
            <a:extLst>
              <a:ext uri="{FF2B5EF4-FFF2-40B4-BE49-F238E27FC236}">
                <a16:creationId xmlns:a16="http://schemas.microsoft.com/office/drawing/2014/main" id="{E3E43380-04DD-356D-0B25-45240EDA221D}"/>
              </a:ext>
            </a:extLst>
          </p:cNvPr>
          <p:cNvSpPr/>
          <p:nvPr/>
        </p:nvSpPr>
        <p:spPr>
          <a:xfrm>
            <a:off x="8328248" y="6651586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/>
          </a:p>
        </p:txBody>
      </p:sp>
    </p:spTree>
    <p:extLst>
      <p:ext uri="{BB962C8B-B14F-4D97-AF65-F5344CB8AC3E}">
        <p14:creationId xmlns:p14="http://schemas.microsoft.com/office/powerpoint/2010/main" val="2878934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224CDF-8743-BE4B-ED05-9F236FB7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梗概　手法概要図</a:t>
            </a:r>
            <a:r>
              <a:rPr kumimoji="1" lang="en-US" altLang="ja-JP" dirty="0"/>
              <a:t>v2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0F20CE-52D8-5B76-4129-A18615A0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39</a:t>
            </a:fld>
            <a:endParaRPr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396F9BD-C37F-AAEE-BFD2-E787FCF2CE00}"/>
              </a:ext>
            </a:extLst>
          </p:cNvPr>
          <p:cNvCxnSpPr>
            <a:cxnSpLocks/>
          </p:cNvCxnSpPr>
          <p:nvPr/>
        </p:nvCxnSpPr>
        <p:spPr>
          <a:xfrm>
            <a:off x="18216930" y="7005739"/>
            <a:ext cx="0" cy="447889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72FC394-7EF1-7349-DCA7-BC98C1C0830A}"/>
              </a:ext>
            </a:extLst>
          </p:cNvPr>
          <p:cNvCxnSpPr>
            <a:cxnSpLocks/>
          </p:cNvCxnSpPr>
          <p:nvPr/>
        </p:nvCxnSpPr>
        <p:spPr>
          <a:xfrm>
            <a:off x="18277996" y="7005739"/>
            <a:ext cx="0" cy="311903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B055C1B-1518-E419-B263-9BBE0B3ABA6B}"/>
              </a:ext>
            </a:extLst>
          </p:cNvPr>
          <p:cNvCxnSpPr>
            <a:cxnSpLocks/>
          </p:cNvCxnSpPr>
          <p:nvPr/>
        </p:nvCxnSpPr>
        <p:spPr>
          <a:xfrm>
            <a:off x="18360951" y="7005739"/>
            <a:ext cx="0" cy="169180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AA438D-00AF-17FA-5411-6E81FD8CD005}"/>
              </a:ext>
            </a:extLst>
          </p:cNvPr>
          <p:cNvSpPr/>
          <p:nvPr/>
        </p:nvSpPr>
        <p:spPr>
          <a:xfrm>
            <a:off x="16183581" y="11484634"/>
            <a:ext cx="2343431" cy="1065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32AA5DA-104B-5702-DA6D-7824201AA8B4}"/>
              </a:ext>
            </a:extLst>
          </p:cNvPr>
          <p:cNvSpPr/>
          <p:nvPr/>
        </p:nvSpPr>
        <p:spPr>
          <a:xfrm>
            <a:off x="16183581" y="8712760"/>
            <a:ext cx="2343431" cy="1192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11BBA0-C2FA-4EC6-0C11-C25A283CB10C}"/>
              </a:ext>
            </a:extLst>
          </p:cNvPr>
          <p:cNvSpPr/>
          <p:nvPr/>
        </p:nvSpPr>
        <p:spPr>
          <a:xfrm>
            <a:off x="16183581" y="10124775"/>
            <a:ext cx="2343431" cy="1129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90F65C-B29F-4A70-2D67-545D4FDE48DC}"/>
              </a:ext>
            </a:extLst>
          </p:cNvPr>
          <p:cNvSpPr txBox="1"/>
          <p:nvPr/>
        </p:nvSpPr>
        <p:spPr>
          <a:xfrm>
            <a:off x="17965640" y="10124775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67E25F-C7F1-73B1-61E3-2B03408C08D1}"/>
              </a:ext>
            </a:extLst>
          </p:cNvPr>
          <p:cNvSpPr/>
          <p:nvPr/>
        </p:nvSpPr>
        <p:spPr>
          <a:xfrm>
            <a:off x="16183581" y="7244042"/>
            <a:ext cx="2343431" cy="12327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808F622-3A32-96B3-964A-198A390485B6}"/>
              </a:ext>
            </a:extLst>
          </p:cNvPr>
          <p:cNvSpPr/>
          <p:nvPr/>
        </p:nvSpPr>
        <p:spPr>
          <a:xfrm>
            <a:off x="20155283" y="9687076"/>
            <a:ext cx="9175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988A66E-5160-A615-77A5-6B275F32E52A}"/>
              </a:ext>
            </a:extLst>
          </p:cNvPr>
          <p:cNvSpPr/>
          <p:nvPr/>
        </p:nvSpPr>
        <p:spPr>
          <a:xfrm>
            <a:off x="18869296" y="8269193"/>
            <a:ext cx="9175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27048F6-47BD-43E0-60FE-F4582047B887}"/>
              </a:ext>
            </a:extLst>
          </p:cNvPr>
          <p:cNvSpPr/>
          <p:nvPr/>
        </p:nvSpPr>
        <p:spPr>
          <a:xfrm>
            <a:off x="18869296" y="11104957"/>
            <a:ext cx="9175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92619ED-971F-32AB-9CA9-6C9CD0AB6570}"/>
              </a:ext>
            </a:extLst>
          </p:cNvPr>
          <p:cNvSpPr/>
          <p:nvPr/>
        </p:nvSpPr>
        <p:spPr>
          <a:xfrm>
            <a:off x="17474967" y="7547156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36885DE-1A3A-DF47-F326-9677A965969B}"/>
              </a:ext>
            </a:extLst>
          </p:cNvPr>
          <p:cNvSpPr/>
          <p:nvPr/>
        </p:nvSpPr>
        <p:spPr>
          <a:xfrm>
            <a:off x="17475367" y="8991232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986E97B-3AAC-E857-1DCE-DE5EB9AF3844}"/>
              </a:ext>
            </a:extLst>
          </p:cNvPr>
          <p:cNvSpPr/>
          <p:nvPr/>
        </p:nvSpPr>
        <p:spPr>
          <a:xfrm>
            <a:off x="17474967" y="10435315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3A20493-983A-75FC-5E94-06C6FE1CD19D}"/>
              </a:ext>
            </a:extLst>
          </p:cNvPr>
          <p:cNvSpPr/>
          <p:nvPr/>
        </p:nvSpPr>
        <p:spPr>
          <a:xfrm>
            <a:off x="17474967" y="11774599"/>
            <a:ext cx="1025441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41B7061-9EE0-7759-BC7C-5AA131C2CCBD}"/>
              </a:ext>
            </a:extLst>
          </p:cNvPr>
          <p:cNvSpPr/>
          <p:nvPr/>
        </p:nvSpPr>
        <p:spPr>
          <a:xfrm>
            <a:off x="16279244" y="7304033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F026F27-E135-5B32-A4B2-2475BDF26E72}"/>
              </a:ext>
            </a:extLst>
          </p:cNvPr>
          <p:cNvSpPr/>
          <p:nvPr/>
        </p:nvSpPr>
        <p:spPr>
          <a:xfrm>
            <a:off x="16279244" y="7953900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6696A182-10F6-008C-4152-709D8C56F993}"/>
              </a:ext>
            </a:extLst>
          </p:cNvPr>
          <p:cNvSpPr/>
          <p:nvPr/>
        </p:nvSpPr>
        <p:spPr>
          <a:xfrm>
            <a:off x="16279244" y="8697547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1</a:t>
            </a:r>
            <a:endParaRPr kumimoji="1" lang="ja-JP" altLang="en-US" sz="1200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A822995-E594-46C3-AB5C-B48E31F75B84}"/>
              </a:ext>
            </a:extLst>
          </p:cNvPr>
          <p:cNvSpPr/>
          <p:nvPr/>
        </p:nvSpPr>
        <p:spPr>
          <a:xfrm>
            <a:off x="16279244" y="9477417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BD2D446-3931-F6EE-FD52-1AE73C2CEDEF}"/>
              </a:ext>
            </a:extLst>
          </p:cNvPr>
          <p:cNvSpPr/>
          <p:nvPr/>
        </p:nvSpPr>
        <p:spPr>
          <a:xfrm>
            <a:off x="16279244" y="10217549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1</a:t>
            </a:r>
            <a:endParaRPr kumimoji="1" lang="ja-JP" altLang="en-US" sz="1200" dirty="0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330A1B16-ECFE-4DCA-9F2E-AA969C1EB904}"/>
              </a:ext>
            </a:extLst>
          </p:cNvPr>
          <p:cNvSpPr/>
          <p:nvPr/>
        </p:nvSpPr>
        <p:spPr>
          <a:xfrm>
            <a:off x="16279244" y="10816703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EFF4178-190B-DACA-4054-E333CA05B426}"/>
              </a:ext>
            </a:extLst>
          </p:cNvPr>
          <p:cNvSpPr/>
          <p:nvPr/>
        </p:nvSpPr>
        <p:spPr>
          <a:xfrm>
            <a:off x="16279244" y="11556833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ADEF3E5-7D8D-6ED7-89B9-9C5355DC3B5D}"/>
              </a:ext>
            </a:extLst>
          </p:cNvPr>
          <p:cNvSpPr/>
          <p:nvPr/>
        </p:nvSpPr>
        <p:spPr>
          <a:xfrm>
            <a:off x="15096120" y="7304409"/>
            <a:ext cx="917500" cy="974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BLIP</a:t>
            </a:r>
            <a:endParaRPr kumimoji="1" lang="ja-JP" altLang="en-US" sz="1200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A898C9B-BCD0-BDE8-E20C-222DFC818725}"/>
              </a:ext>
            </a:extLst>
          </p:cNvPr>
          <p:cNvSpPr/>
          <p:nvPr/>
        </p:nvSpPr>
        <p:spPr>
          <a:xfrm>
            <a:off x="15096120" y="8694028"/>
            <a:ext cx="917500" cy="1107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Pose similarity evaluator</a:t>
            </a:r>
          </a:p>
          <a:p>
            <a:pPr algn="ctr"/>
            <a:r>
              <a:rPr lang="en-US" altLang="ja-JP" sz="1200" dirty="0"/>
              <a:t>with YOLO</a:t>
            </a:r>
            <a:endParaRPr kumimoji="1"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85C607C-05A7-BE90-7410-45FE2273394F}"/>
              </a:ext>
            </a:extLst>
          </p:cNvPr>
          <p:cNvSpPr/>
          <p:nvPr/>
        </p:nvSpPr>
        <p:spPr>
          <a:xfrm>
            <a:off x="15096120" y="10217549"/>
            <a:ext cx="917500" cy="923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BLIP</a:t>
            </a:r>
            <a:endParaRPr kumimoji="1" lang="ja-JP" altLang="en-US" sz="120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5B269C1-BFB9-32EA-98DE-57F7FB87EE45}"/>
              </a:ext>
            </a:extLst>
          </p:cNvPr>
          <p:cNvSpPr/>
          <p:nvPr/>
        </p:nvSpPr>
        <p:spPr>
          <a:xfrm>
            <a:off x="15096120" y="11556833"/>
            <a:ext cx="917500" cy="923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Relative position calculator</a:t>
            </a:r>
            <a:endParaRPr kumimoji="1" lang="ja-JP" altLang="en-US" sz="12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7E124CE-A58C-5C73-208F-432FC63D6937}"/>
              </a:ext>
            </a:extLst>
          </p:cNvPr>
          <p:cNvSpPr/>
          <p:nvPr/>
        </p:nvSpPr>
        <p:spPr>
          <a:xfrm>
            <a:off x="14232025" y="7304033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22E7AC8-22E4-123B-58A6-A6FE0A887076}"/>
              </a:ext>
            </a:extLst>
          </p:cNvPr>
          <p:cNvSpPr/>
          <p:nvPr/>
        </p:nvSpPr>
        <p:spPr>
          <a:xfrm>
            <a:off x="14232025" y="8691049"/>
            <a:ext cx="703594" cy="5537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A55EEB4-03EF-9699-C282-D4DF13275173}"/>
              </a:ext>
            </a:extLst>
          </p:cNvPr>
          <p:cNvSpPr/>
          <p:nvPr/>
        </p:nvSpPr>
        <p:spPr>
          <a:xfrm>
            <a:off x="14232025" y="10211590"/>
            <a:ext cx="703594" cy="464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C7DAF882-8751-555A-D947-E579FC9B9368}"/>
              </a:ext>
            </a:extLst>
          </p:cNvPr>
          <p:cNvSpPr/>
          <p:nvPr/>
        </p:nvSpPr>
        <p:spPr>
          <a:xfrm>
            <a:off x="14232025" y="12023460"/>
            <a:ext cx="703594" cy="461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BD9ED2FF-1BBA-E848-0C7B-13505A230F14}"/>
              </a:ext>
            </a:extLst>
          </p:cNvPr>
          <p:cNvSpPr/>
          <p:nvPr/>
        </p:nvSpPr>
        <p:spPr>
          <a:xfrm>
            <a:off x="12576720" y="7749480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Bounding box RGB image</a:t>
            </a:r>
            <a:endParaRPr kumimoji="1" lang="ja-JP" altLang="en-US" sz="1200" dirty="0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58CBBEB-3BEB-0CE0-E347-1CD4FD336051}"/>
              </a:ext>
            </a:extLst>
          </p:cNvPr>
          <p:cNvSpPr/>
          <p:nvPr/>
        </p:nvSpPr>
        <p:spPr>
          <a:xfrm>
            <a:off x="12576720" y="11393215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Extracted </a:t>
            </a:r>
            <a:r>
              <a:rPr kumimoji="1" lang="en-US" altLang="ja-JP" sz="1200" dirty="0" err="1"/>
              <a:t>PointCloud</a:t>
            </a:r>
            <a:endParaRPr kumimoji="1" lang="ja-JP" altLang="en-US" sz="1200" dirty="0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62C763C2-89E7-D082-F4B2-D03E4114406F}"/>
              </a:ext>
            </a:extLst>
          </p:cNvPr>
          <p:cNvSpPr/>
          <p:nvPr/>
        </p:nvSpPr>
        <p:spPr>
          <a:xfrm>
            <a:off x="12576720" y="9549581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background differencing</a:t>
            </a:r>
          </a:p>
          <a:p>
            <a:pPr algn="ctr"/>
            <a:r>
              <a:rPr kumimoji="1" lang="en-US" altLang="ja-JP" sz="1200" dirty="0"/>
              <a:t>image</a:t>
            </a:r>
            <a:endParaRPr kumimoji="1" lang="ja-JP" altLang="en-US" sz="1200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D2BC08E-5048-C2F8-E03E-BD6C98B728D2}"/>
              </a:ext>
            </a:extLst>
          </p:cNvPr>
          <p:cNvCxnSpPr>
            <a:cxnSpLocks/>
            <a:stCxn id="20" idx="3"/>
            <a:endCxn id="16" idx="1"/>
          </p:cNvCxnSpPr>
          <p:nvPr/>
        </p:nvCxnSpPr>
        <p:spPr>
          <a:xfrm>
            <a:off x="17106478" y="7466115"/>
            <a:ext cx="368488" cy="32493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EE66D613-5568-B2F3-9514-CE0B62F2FF90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 flipV="1">
            <a:off x="17106478" y="7791048"/>
            <a:ext cx="368488" cy="3249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A654BAB-921A-11A3-BECA-D9F78B103A5D}"/>
              </a:ext>
            </a:extLst>
          </p:cNvPr>
          <p:cNvCxnSpPr>
            <a:cxnSpLocks/>
            <a:stCxn id="23" idx="3"/>
            <a:endCxn id="17" idx="1"/>
          </p:cNvCxnSpPr>
          <p:nvPr/>
        </p:nvCxnSpPr>
        <p:spPr>
          <a:xfrm flipV="1">
            <a:off x="17106478" y="9235123"/>
            <a:ext cx="368888" cy="40437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53BFD65-A57F-619F-A883-FE970B345088}"/>
              </a:ext>
            </a:extLst>
          </p:cNvPr>
          <p:cNvCxnSpPr>
            <a:cxnSpLocks/>
            <a:stCxn id="22" idx="3"/>
            <a:endCxn id="17" idx="1"/>
          </p:cNvCxnSpPr>
          <p:nvPr/>
        </p:nvCxnSpPr>
        <p:spPr>
          <a:xfrm>
            <a:off x="17106478" y="8859629"/>
            <a:ext cx="368888" cy="37549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1F3CC09-40F7-79B3-5C24-B57097B56A26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17106478" y="10379630"/>
            <a:ext cx="368488" cy="29957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7837B6E7-688D-7D83-DDA4-6B636BF20849}"/>
              </a:ext>
            </a:extLst>
          </p:cNvPr>
          <p:cNvCxnSpPr>
            <a:cxnSpLocks/>
            <a:stCxn id="25" idx="3"/>
            <a:endCxn id="18" idx="1"/>
          </p:cNvCxnSpPr>
          <p:nvPr/>
        </p:nvCxnSpPr>
        <p:spPr>
          <a:xfrm flipV="1">
            <a:off x="17106478" y="10679206"/>
            <a:ext cx="368488" cy="29957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9F2AEB1-FC2A-AE1A-7D0D-52F8E1F5995C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>
            <a:off x="17106478" y="11718916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9DB4B8EC-E03C-55D8-A219-06D2BFDA418C}"/>
              </a:ext>
            </a:extLst>
          </p:cNvPr>
          <p:cNvCxnSpPr>
            <a:cxnSpLocks/>
            <a:stCxn id="87" idx="3"/>
            <a:endCxn id="19" idx="1"/>
          </p:cNvCxnSpPr>
          <p:nvPr/>
        </p:nvCxnSpPr>
        <p:spPr>
          <a:xfrm flipV="1">
            <a:off x="17106478" y="12018492"/>
            <a:ext cx="368488" cy="29957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7FF9831-A0ED-E529-804A-B0FEEDBC1E08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 flipV="1">
            <a:off x="18500408" y="11348850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9E7626D1-398D-1781-14C1-80832C050393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18500408" y="10679206"/>
            <a:ext cx="368888" cy="6696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3E78B7D-4E1C-AEB5-E26E-D3B3F30AE854}"/>
              </a:ext>
            </a:extLst>
          </p:cNvPr>
          <p:cNvSpPr txBox="1"/>
          <p:nvPr/>
        </p:nvSpPr>
        <p:spPr>
          <a:xfrm>
            <a:off x="19344592" y="11750747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D9996E2A-E902-238E-B8DB-BCA5934A651F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18500407" y="7791048"/>
            <a:ext cx="368888" cy="7220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DE8EFD86-A073-346A-5C80-87DE2F6E9E12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18500807" y="8513085"/>
            <a:ext cx="368488" cy="7220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9C1D3DED-AFBF-584F-064C-FB39E0F6AFB7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19786796" y="8513085"/>
            <a:ext cx="368488" cy="141788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5A415CC5-A0EE-9C14-660B-34D8B0EE5528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9786796" y="9930968"/>
            <a:ext cx="368488" cy="141788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A563418-DBE8-F693-BCA8-6B9EE2639419}"/>
              </a:ext>
            </a:extLst>
          </p:cNvPr>
          <p:cNvCxnSpPr>
            <a:cxnSpLocks/>
          </p:cNvCxnSpPr>
          <p:nvPr/>
        </p:nvCxnSpPr>
        <p:spPr>
          <a:xfrm>
            <a:off x="13909793" y="8131700"/>
            <a:ext cx="0" cy="28470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B393F63E-CEE6-896A-2347-83C030CDF80F}"/>
              </a:ext>
            </a:extLst>
          </p:cNvPr>
          <p:cNvCxnSpPr>
            <a:cxnSpLocks/>
          </p:cNvCxnSpPr>
          <p:nvPr/>
        </p:nvCxnSpPr>
        <p:spPr>
          <a:xfrm flipH="1">
            <a:off x="13909793" y="8131700"/>
            <a:ext cx="118632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85D5C271-11C4-6227-3537-04A2CEDD7896}"/>
              </a:ext>
            </a:extLst>
          </p:cNvPr>
          <p:cNvCxnSpPr>
            <a:cxnSpLocks/>
          </p:cNvCxnSpPr>
          <p:nvPr/>
        </p:nvCxnSpPr>
        <p:spPr>
          <a:xfrm flipH="1">
            <a:off x="13909793" y="9604061"/>
            <a:ext cx="118632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5" name="直線コネクタ 394">
            <a:extLst>
              <a:ext uri="{FF2B5EF4-FFF2-40B4-BE49-F238E27FC236}">
                <a16:creationId xmlns:a16="http://schemas.microsoft.com/office/drawing/2014/main" id="{AF25C963-BFC6-74D9-A716-4D6C77042148}"/>
              </a:ext>
            </a:extLst>
          </p:cNvPr>
          <p:cNvCxnSpPr>
            <a:cxnSpLocks/>
          </p:cNvCxnSpPr>
          <p:nvPr/>
        </p:nvCxnSpPr>
        <p:spPr>
          <a:xfrm flipH="1">
            <a:off x="6744073" y="4674612"/>
            <a:ext cx="691276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直線コネクタ 397">
            <a:extLst>
              <a:ext uri="{FF2B5EF4-FFF2-40B4-BE49-F238E27FC236}">
                <a16:creationId xmlns:a16="http://schemas.microsoft.com/office/drawing/2014/main" id="{CE12A8E6-FA87-F964-C34C-C1EE99607A08}"/>
              </a:ext>
            </a:extLst>
          </p:cNvPr>
          <p:cNvCxnSpPr>
            <a:cxnSpLocks/>
          </p:cNvCxnSpPr>
          <p:nvPr/>
        </p:nvCxnSpPr>
        <p:spPr>
          <a:xfrm flipH="1">
            <a:off x="9048328" y="4811469"/>
            <a:ext cx="4536504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9" name="直線コネクタ 398">
            <a:extLst>
              <a:ext uri="{FF2B5EF4-FFF2-40B4-BE49-F238E27FC236}">
                <a16:creationId xmlns:a16="http://schemas.microsoft.com/office/drawing/2014/main" id="{070F6143-1018-F000-2ED9-9E70663D1ED0}"/>
              </a:ext>
            </a:extLst>
          </p:cNvPr>
          <p:cNvCxnSpPr>
            <a:cxnSpLocks/>
          </p:cNvCxnSpPr>
          <p:nvPr/>
        </p:nvCxnSpPr>
        <p:spPr>
          <a:xfrm flipH="1">
            <a:off x="11289152" y="4948326"/>
            <a:ext cx="222367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341E7817-94AE-4E5E-7873-600ECCEAA968}"/>
              </a:ext>
            </a:extLst>
          </p:cNvPr>
          <p:cNvCxnSpPr>
            <a:cxnSpLocks/>
          </p:cNvCxnSpPr>
          <p:nvPr/>
        </p:nvCxnSpPr>
        <p:spPr>
          <a:xfrm flipH="1">
            <a:off x="13909793" y="10978784"/>
            <a:ext cx="118632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678BF60A-6625-CAB4-79BF-3306DED1527B}"/>
              </a:ext>
            </a:extLst>
          </p:cNvPr>
          <p:cNvCxnSpPr>
            <a:cxnSpLocks/>
            <a:endCxn id="37" idx="3"/>
          </p:cNvCxnSpPr>
          <p:nvPr/>
        </p:nvCxnSpPr>
        <p:spPr>
          <a:xfrm flipH="1">
            <a:off x="13816087" y="9930968"/>
            <a:ext cx="24752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054AB61A-060F-45B1-5F4A-9C043931C56A}"/>
              </a:ext>
            </a:extLst>
          </p:cNvPr>
          <p:cNvCxnSpPr>
            <a:cxnSpLocks/>
          </p:cNvCxnSpPr>
          <p:nvPr/>
        </p:nvCxnSpPr>
        <p:spPr>
          <a:xfrm>
            <a:off x="14063609" y="8967937"/>
            <a:ext cx="0" cy="14673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C930AA0B-4A44-703E-6AC9-1A40D520116D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14063609" y="8967937"/>
            <a:ext cx="168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4A8C3840-B4F4-1DE8-CB4C-C0098864EB2C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4063609" y="10443909"/>
            <a:ext cx="168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28ADDA8A-91E9-C215-9040-EDE873BB8D27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13816087" y="8130867"/>
            <a:ext cx="9370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楕円 61">
            <a:extLst>
              <a:ext uri="{FF2B5EF4-FFF2-40B4-BE49-F238E27FC236}">
                <a16:creationId xmlns:a16="http://schemas.microsoft.com/office/drawing/2014/main" id="{38340CF9-3E6F-9E77-085E-0391B899BCB6}"/>
              </a:ext>
            </a:extLst>
          </p:cNvPr>
          <p:cNvSpPr/>
          <p:nvPr/>
        </p:nvSpPr>
        <p:spPr>
          <a:xfrm>
            <a:off x="13883189" y="8097063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241BCC66-BE04-5176-DFDC-493F415604C6}"/>
              </a:ext>
            </a:extLst>
          </p:cNvPr>
          <p:cNvSpPr/>
          <p:nvPr/>
        </p:nvSpPr>
        <p:spPr>
          <a:xfrm>
            <a:off x="13883790" y="9570259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1986E32D-55D5-8578-15AA-BECEC626600A}"/>
              </a:ext>
            </a:extLst>
          </p:cNvPr>
          <p:cNvSpPr/>
          <p:nvPr/>
        </p:nvSpPr>
        <p:spPr>
          <a:xfrm>
            <a:off x="14036401" y="9897165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F68B63EA-44E2-4E76-C21F-F0AB8E560E29}"/>
              </a:ext>
            </a:extLst>
          </p:cNvPr>
          <p:cNvCxnSpPr>
            <a:cxnSpLocks/>
            <a:endCxn id="36" idx="3"/>
          </p:cNvCxnSpPr>
          <p:nvPr/>
        </p:nvCxnSpPr>
        <p:spPr>
          <a:xfrm flipH="1">
            <a:off x="13816087" y="11774601"/>
            <a:ext cx="1280033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454C88AA-FACB-94C6-4837-6754A1B2C6FE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16032224" y="7466115"/>
            <a:ext cx="24702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F2786FCD-4A55-4C63-8BF9-A289D04C248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16032224" y="8115981"/>
            <a:ext cx="24702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D2F4A2E-8905-81B3-9755-FBC15FC34DA5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16032224" y="8859629"/>
            <a:ext cx="24702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2691B41C-B38C-E412-98D5-7F0031F342D1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16032224" y="9639499"/>
            <a:ext cx="24702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0C881608-F376-136F-5C97-33C33B25C07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16032224" y="10379630"/>
            <a:ext cx="24702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800BF66E-AB8A-B5B7-42F9-08F4E8C90D3D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16032224" y="10978784"/>
            <a:ext cx="24702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E1264D75-F90F-8EC3-A280-7FD4D4FC3E60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16032224" y="11718916"/>
            <a:ext cx="24702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B0752C36-86EC-5C0A-A778-0DD49D98E430}"/>
              </a:ext>
            </a:extLst>
          </p:cNvPr>
          <p:cNvCxnSpPr>
            <a:cxnSpLocks/>
            <a:stCxn id="87" idx="1"/>
          </p:cNvCxnSpPr>
          <p:nvPr/>
        </p:nvCxnSpPr>
        <p:spPr>
          <a:xfrm flipH="1" flipV="1">
            <a:off x="16032224" y="12318069"/>
            <a:ext cx="247019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8C08E43E-662E-E929-79F5-9B76F2C93263}"/>
              </a:ext>
            </a:extLst>
          </p:cNvPr>
          <p:cNvCxnSpPr>
            <a:cxnSpLocks/>
            <a:endCxn id="31" idx="3"/>
          </p:cNvCxnSpPr>
          <p:nvPr/>
        </p:nvCxnSpPr>
        <p:spPr>
          <a:xfrm flipH="1" flipV="1">
            <a:off x="14935619" y="7547540"/>
            <a:ext cx="160501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DE8C75-9505-89FC-816F-822CE1E6641F}"/>
              </a:ext>
            </a:extLst>
          </p:cNvPr>
          <p:cNvCxnSpPr>
            <a:cxnSpLocks/>
            <a:endCxn id="32" idx="3"/>
          </p:cNvCxnSpPr>
          <p:nvPr/>
        </p:nvCxnSpPr>
        <p:spPr>
          <a:xfrm flipH="1" flipV="1">
            <a:off x="14935619" y="8967937"/>
            <a:ext cx="160501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79C6FEB4-61A9-64B4-AA04-D2C592BBBA4D}"/>
              </a:ext>
            </a:extLst>
          </p:cNvPr>
          <p:cNvCxnSpPr>
            <a:cxnSpLocks/>
            <a:endCxn id="33" idx="3"/>
          </p:cNvCxnSpPr>
          <p:nvPr/>
        </p:nvCxnSpPr>
        <p:spPr>
          <a:xfrm flipH="1">
            <a:off x="14935619" y="10443909"/>
            <a:ext cx="16050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520287E-1733-F3AA-39F2-8F01B1715959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14935619" y="12254289"/>
            <a:ext cx="160501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6DDD01BC-5991-E246-9B9F-51F09AE06B20}"/>
              </a:ext>
            </a:extLst>
          </p:cNvPr>
          <p:cNvSpPr/>
          <p:nvPr/>
        </p:nvSpPr>
        <p:spPr>
          <a:xfrm>
            <a:off x="4727848" y="3645024"/>
            <a:ext cx="2016225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1" name="正方形/長方形 320">
            <a:extLst>
              <a:ext uri="{FF2B5EF4-FFF2-40B4-BE49-F238E27FC236}">
                <a16:creationId xmlns:a16="http://schemas.microsoft.com/office/drawing/2014/main" id="{D3D1B57C-2719-4D6E-4693-3CEE44EBEC03}"/>
              </a:ext>
            </a:extLst>
          </p:cNvPr>
          <p:cNvSpPr/>
          <p:nvPr/>
        </p:nvSpPr>
        <p:spPr>
          <a:xfrm>
            <a:off x="9094130" y="3645024"/>
            <a:ext cx="2195022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15CA2722-6F40-3AF5-A2E4-7638BC33EFC5}"/>
              </a:ext>
            </a:extLst>
          </p:cNvPr>
          <p:cNvSpPr/>
          <p:nvPr/>
        </p:nvSpPr>
        <p:spPr>
          <a:xfrm>
            <a:off x="6816080" y="3645024"/>
            <a:ext cx="2232248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2DC6745B-FEBD-A940-0035-7D84FD329555}"/>
              </a:ext>
            </a:extLst>
          </p:cNvPr>
          <p:cNvSpPr/>
          <p:nvPr/>
        </p:nvSpPr>
        <p:spPr>
          <a:xfrm>
            <a:off x="11352584" y="3645024"/>
            <a:ext cx="1944216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18270EC5-2C57-1785-C718-00F327C02420}"/>
              </a:ext>
            </a:extLst>
          </p:cNvPr>
          <p:cNvSpPr txBox="1"/>
          <p:nvPr/>
        </p:nvSpPr>
        <p:spPr>
          <a:xfrm rot="5400000">
            <a:off x="17068690" y="9096814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FC548E7-C30D-DAFC-B3EB-79936E28C142}"/>
              </a:ext>
            </a:extLst>
          </p:cNvPr>
          <p:cNvSpPr txBox="1"/>
          <p:nvPr/>
        </p:nvSpPr>
        <p:spPr>
          <a:xfrm rot="5400000">
            <a:off x="15978880" y="9096814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7163C7F7-9457-EC6C-EFEA-A54E874E666D}"/>
              </a:ext>
            </a:extLst>
          </p:cNvPr>
          <p:cNvSpPr txBox="1"/>
          <p:nvPr/>
        </p:nvSpPr>
        <p:spPr>
          <a:xfrm rot="5400000">
            <a:off x="17068690" y="10543120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0F15F4EC-73D3-264D-CAF2-77C846CC8665}"/>
              </a:ext>
            </a:extLst>
          </p:cNvPr>
          <p:cNvSpPr txBox="1"/>
          <p:nvPr/>
        </p:nvSpPr>
        <p:spPr>
          <a:xfrm rot="5400000">
            <a:off x="15978880" y="10543120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EF2664DA-E91F-2C24-624F-DDA34E9BB5E5}"/>
              </a:ext>
            </a:extLst>
          </p:cNvPr>
          <p:cNvCxnSpPr>
            <a:cxnSpLocks/>
          </p:cNvCxnSpPr>
          <p:nvPr/>
        </p:nvCxnSpPr>
        <p:spPr>
          <a:xfrm flipH="1">
            <a:off x="14114881" y="12254288"/>
            <a:ext cx="155169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1AB0520E-C9CB-9942-61A8-92BE9A1979A1}"/>
              </a:ext>
            </a:extLst>
          </p:cNvPr>
          <p:cNvCxnSpPr>
            <a:cxnSpLocks/>
          </p:cNvCxnSpPr>
          <p:nvPr/>
        </p:nvCxnSpPr>
        <p:spPr>
          <a:xfrm flipH="1">
            <a:off x="14114881" y="12645548"/>
            <a:ext cx="25779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95B25854-85B6-E3EE-CCCF-87C024F3E8F2}"/>
              </a:ext>
            </a:extLst>
          </p:cNvPr>
          <p:cNvCxnSpPr>
            <a:cxnSpLocks/>
          </p:cNvCxnSpPr>
          <p:nvPr/>
        </p:nvCxnSpPr>
        <p:spPr>
          <a:xfrm>
            <a:off x="14114881" y="12254288"/>
            <a:ext cx="0" cy="3912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06FDC4DD-82F4-9B71-F022-ED366C3C10F5}"/>
              </a:ext>
            </a:extLst>
          </p:cNvPr>
          <p:cNvCxnSpPr>
            <a:cxnSpLocks/>
          </p:cNvCxnSpPr>
          <p:nvPr/>
        </p:nvCxnSpPr>
        <p:spPr>
          <a:xfrm>
            <a:off x="16562885" y="12480151"/>
            <a:ext cx="0" cy="1653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374198A0-8C5B-BCEE-F013-DB6722DFC2F8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6692861" y="11880997"/>
            <a:ext cx="0" cy="7645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07E2AC05-2DCC-5D63-E61B-5F095C05ACAB}"/>
              </a:ext>
            </a:extLst>
          </p:cNvPr>
          <p:cNvSpPr/>
          <p:nvPr/>
        </p:nvSpPr>
        <p:spPr>
          <a:xfrm>
            <a:off x="16279243" y="12155987"/>
            <a:ext cx="827234" cy="3241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3024179C-0B3B-F5D4-A59E-F48306852A72}"/>
              </a:ext>
            </a:extLst>
          </p:cNvPr>
          <p:cNvGrpSpPr/>
          <p:nvPr/>
        </p:nvGrpSpPr>
        <p:grpSpPr>
          <a:xfrm>
            <a:off x="19427489" y="11903641"/>
            <a:ext cx="205124" cy="360001"/>
            <a:chOff x="9721614" y="5921242"/>
            <a:chExt cx="163486" cy="397955"/>
          </a:xfrm>
        </p:grpSpPr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B644F2D1-F185-D670-3255-71FD374D82D2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15F8B42A-2F9B-A4A5-254E-6FF20B78455C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15ABBDC0-7E92-1055-8026-62511E6C867D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F271277C-CC74-8C98-C1F0-37A9CCB14A4C}"/>
              </a:ext>
            </a:extLst>
          </p:cNvPr>
          <p:cNvSpPr/>
          <p:nvPr/>
        </p:nvSpPr>
        <p:spPr>
          <a:xfrm>
            <a:off x="19426183" y="12389641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0" name="四角形: 角を丸くする 89">
            <a:extLst>
              <a:ext uri="{FF2B5EF4-FFF2-40B4-BE49-F238E27FC236}">
                <a16:creationId xmlns:a16="http://schemas.microsoft.com/office/drawing/2014/main" id="{9348BB09-F743-4FEB-5CD0-3C88B076AC4C}"/>
              </a:ext>
            </a:extLst>
          </p:cNvPr>
          <p:cNvSpPr/>
          <p:nvPr/>
        </p:nvSpPr>
        <p:spPr>
          <a:xfrm>
            <a:off x="19416600" y="12561110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F84DF1F-65FE-E394-27F4-FF83634EE806}"/>
              </a:ext>
            </a:extLst>
          </p:cNvPr>
          <p:cNvSpPr txBox="1"/>
          <p:nvPr/>
        </p:nvSpPr>
        <p:spPr>
          <a:xfrm>
            <a:off x="17965640" y="7244042"/>
            <a:ext cx="561372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BF38D3D-8A5F-16D0-CB8F-BE7ACE83C5D4}"/>
              </a:ext>
            </a:extLst>
          </p:cNvPr>
          <p:cNvSpPr txBox="1"/>
          <p:nvPr/>
        </p:nvSpPr>
        <p:spPr>
          <a:xfrm>
            <a:off x="17752441" y="8712760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6B7D6D3D-B1CE-9698-CC80-BDAF16EEA669}"/>
              </a:ext>
            </a:extLst>
          </p:cNvPr>
          <p:cNvSpPr txBox="1"/>
          <p:nvPr/>
        </p:nvSpPr>
        <p:spPr>
          <a:xfrm>
            <a:off x="17752441" y="11484634"/>
            <a:ext cx="774571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E858010E-87C0-5D65-8B5F-789E8CFFF65E}"/>
              </a:ext>
            </a:extLst>
          </p:cNvPr>
          <p:cNvCxnSpPr>
            <a:cxnSpLocks/>
          </p:cNvCxnSpPr>
          <p:nvPr/>
        </p:nvCxnSpPr>
        <p:spPr>
          <a:xfrm>
            <a:off x="18422015" y="7005739"/>
            <a:ext cx="0" cy="23830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フローチャート: 他ページ結合子 94">
            <a:extLst>
              <a:ext uri="{FF2B5EF4-FFF2-40B4-BE49-F238E27FC236}">
                <a16:creationId xmlns:a16="http://schemas.microsoft.com/office/drawing/2014/main" id="{40162207-F4AB-E334-3D49-CD0E0ED4BFCD}"/>
              </a:ext>
            </a:extLst>
          </p:cNvPr>
          <p:cNvSpPr/>
          <p:nvPr/>
        </p:nvSpPr>
        <p:spPr>
          <a:xfrm rot="10800000">
            <a:off x="18122366" y="6708942"/>
            <a:ext cx="402197" cy="289189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C3EDA29A-B642-0E19-E0C5-E2F095584095}"/>
              </a:ext>
            </a:extLst>
          </p:cNvPr>
          <p:cNvSpPr/>
          <p:nvPr/>
        </p:nvSpPr>
        <p:spPr>
          <a:xfrm>
            <a:off x="16536280" y="12615227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6BBC7920-E3EB-7A22-F16A-3150A0A88DF8}"/>
              </a:ext>
            </a:extLst>
          </p:cNvPr>
          <p:cNvSpPr/>
          <p:nvPr/>
        </p:nvSpPr>
        <p:spPr>
          <a:xfrm>
            <a:off x="5476316" y="974034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Bounding box RGB image</a:t>
            </a:r>
            <a:endParaRPr kumimoji="1" lang="ja-JP" altLang="en-US" sz="1200" dirty="0"/>
          </a:p>
        </p:txBody>
      </p: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A4C7363C-CE36-945C-2D71-87620F6B00B1}"/>
              </a:ext>
            </a:extLst>
          </p:cNvPr>
          <p:cNvSpPr/>
          <p:nvPr/>
        </p:nvSpPr>
        <p:spPr>
          <a:xfrm>
            <a:off x="8536655" y="981585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Background differencing</a:t>
            </a:r>
          </a:p>
          <a:p>
            <a:pPr algn="ctr"/>
            <a:r>
              <a:rPr kumimoji="1" lang="en-US" altLang="ja-JP" sz="1200" dirty="0"/>
              <a:t>image</a:t>
            </a:r>
            <a:endParaRPr kumimoji="1" lang="ja-JP" altLang="en-US" sz="1200" dirty="0"/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F72138EE-1397-04AC-FA8D-D99FAF009675}"/>
              </a:ext>
            </a:extLst>
          </p:cNvPr>
          <p:cNvSpPr/>
          <p:nvPr/>
        </p:nvSpPr>
        <p:spPr>
          <a:xfrm>
            <a:off x="11424592" y="959148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Extracted </a:t>
            </a:r>
            <a:r>
              <a:rPr kumimoji="1" lang="en-US" altLang="ja-JP" sz="1200" dirty="0" err="1"/>
              <a:t>PointCloud</a:t>
            </a:r>
            <a:endParaRPr kumimoji="1" lang="ja-JP" altLang="en-US" sz="1200" dirty="0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A17D3FB9-F2F6-7DB4-FBC1-A1D8601E357D}"/>
              </a:ext>
            </a:extLst>
          </p:cNvPr>
          <p:cNvSpPr/>
          <p:nvPr/>
        </p:nvSpPr>
        <p:spPr>
          <a:xfrm>
            <a:off x="4871864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6FB70C94-0B29-B931-F7EF-5C2C255E2B4B}"/>
              </a:ext>
            </a:extLst>
          </p:cNvPr>
          <p:cNvSpPr/>
          <p:nvPr/>
        </p:nvSpPr>
        <p:spPr>
          <a:xfrm>
            <a:off x="6888088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6C336576-CDAB-4885-3A6A-5D71F817EB10}"/>
              </a:ext>
            </a:extLst>
          </p:cNvPr>
          <p:cNvSpPr/>
          <p:nvPr/>
        </p:nvSpPr>
        <p:spPr>
          <a:xfrm>
            <a:off x="9128912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7F3087AE-6A01-6948-FBF1-6DB3E11693B2}"/>
              </a:ext>
            </a:extLst>
          </p:cNvPr>
          <p:cNvSpPr/>
          <p:nvPr/>
        </p:nvSpPr>
        <p:spPr>
          <a:xfrm>
            <a:off x="12504712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14EA270F-9D7B-EEB7-5B6B-E4C919DD7891}"/>
              </a:ext>
            </a:extLst>
          </p:cNvPr>
          <p:cNvSpPr/>
          <p:nvPr/>
        </p:nvSpPr>
        <p:spPr>
          <a:xfrm>
            <a:off x="4871864" y="2717495"/>
            <a:ext cx="172819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VQA</a:t>
            </a:r>
            <a:endParaRPr kumimoji="1" lang="ja-JP" altLang="en-US" sz="1200" dirty="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C40CF163-6B9F-6DE7-D307-ADF18AC6D11D}"/>
              </a:ext>
            </a:extLst>
          </p:cNvPr>
          <p:cNvSpPr/>
          <p:nvPr/>
        </p:nvSpPr>
        <p:spPr>
          <a:xfrm>
            <a:off x="6888087" y="2717495"/>
            <a:ext cx="208823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Pose similarity evaluator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9E855188-7E7A-6931-B6A9-09365E6664EC}"/>
              </a:ext>
            </a:extLst>
          </p:cNvPr>
          <p:cNvSpPr/>
          <p:nvPr/>
        </p:nvSpPr>
        <p:spPr>
          <a:xfrm>
            <a:off x="9128910" y="2701572"/>
            <a:ext cx="208823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VQA</a:t>
            </a:r>
            <a:endParaRPr kumimoji="1" lang="ja-JP" altLang="en-US" sz="1200" dirty="0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30C77D0E-61F2-9504-6D79-1FB53D638DE9}"/>
              </a:ext>
            </a:extLst>
          </p:cNvPr>
          <p:cNvSpPr/>
          <p:nvPr/>
        </p:nvSpPr>
        <p:spPr>
          <a:xfrm>
            <a:off x="11424592" y="2717495"/>
            <a:ext cx="1800200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Relative position calculator</a:t>
            </a:r>
            <a:endParaRPr kumimoji="1" lang="ja-JP" altLang="en-US" sz="1200" dirty="0"/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4EA0687C-9486-237E-4C67-2112EBFAADA0}"/>
              </a:ext>
            </a:extLst>
          </p:cNvPr>
          <p:cNvSpPr/>
          <p:nvPr/>
        </p:nvSpPr>
        <p:spPr>
          <a:xfrm>
            <a:off x="5231904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2DC2F701-C6F9-AA5F-BF34-B2A2072126AD}"/>
              </a:ext>
            </a:extLst>
          </p:cNvPr>
          <p:cNvSpPr/>
          <p:nvPr/>
        </p:nvSpPr>
        <p:spPr>
          <a:xfrm>
            <a:off x="7392144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43D5E413-2B6A-9103-C434-2D570D253C41}"/>
              </a:ext>
            </a:extLst>
          </p:cNvPr>
          <p:cNvSpPr/>
          <p:nvPr/>
        </p:nvSpPr>
        <p:spPr>
          <a:xfrm>
            <a:off x="9660456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C1241344-D37F-6271-819C-CC4A469D6E46}"/>
              </a:ext>
            </a:extLst>
          </p:cNvPr>
          <p:cNvSpPr/>
          <p:nvPr/>
        </p:nvSpPr>
        <p:spPr>
          <a:xfrm>
            <a:off x="11784632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B186AA77-545D-E1E4-7A53-8AC37C532D9D}"/>
              </a:ext>
            </a:extLst>
          </p:cNvPr>
          <p:cNvSpPr/>
          <p:nvPr/>
        </p:nvSpPr>
        <p:spPr>
          <a:xfrm>
            <a:off x="6345175" y="5465820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FB34119F-8C69-BD2A-9C2C-EDD928DEF310}"/>
              </a:ext>
            </a:extLst>
          </p:cNvPr>
          <p:cNvSpPr/>
          <p:nvPr/>
        </p:nvSpPr>
        <p:spPr>
          <a:xfrm>
            <a:off x="10749152" y="5500311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29" name="四角形: 角を丸くする 128">
            <a:extLst>
              <a:ext uri="{FF2B5EF4-FFF2-40B4-BE49-F238E27FC236}">
                <a16:creationId xmlns:a16="http://schemas.microsoft.com/office/drawing/2014/main" id="{B62EA6AA-9198-C994-CB6A-848250F82F90}"/>
              </a:ext>
            </a:extLst>
          </p:cNvPr>
          <p:cNvSpPr/>
          <p:nvPr/>
        </p:nvSpPr>
        <p:spPr>
          <a:xfrm>
            <a:off x="8715731" y="6189715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D41DC659-C4B9-999E-A892-515938E5CB86}"/>
              </a:ext>
            </a:extLst>
          </p:cNvPr>
          <p:cNvSpPr/>
          <p:nvPr/>
        </p:nvSpPr>
        <p:spPr>
          <a:xfrm>
            <a:off x="4871864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46EFD866-D6F6-25E4-5436-E2E4CEF138E0}"/>
              </a:ext>
            </a:extLst>
          </p:cNvPr>
          <p:cNvSpPr/>
          <p:nvPr/>
        </p:nvSpPr>
        <p:spPr>
          <a:xfrm>
            <a:off x="5748224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563E31E7-06DD-A1C6-3E74-1B33FA4CAE4E}"/>
              </a:ext>
            </a:extLst>
          </p:cNvPr>
          <p:cNvSpPr/>
          <p:nvPr/>
        </p:nvSpPr>
        <p:spPr>
          <a:xfrm>
            <a:off x="6903515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1</a:t>
            </a:r>
            <a:endParaRPr kumimoji="1" lang="ja-JP" altLang="en-US" sz="1200" dirty="0"/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245E09BF-B227-7CB4-87E7-1540138C826E}"/>
              </a:ext>
            </a:extLst>
          </p:cNvPr>
          <p:cNvSpPr/>
          <p:nvPr/>
        </p:nvSpPr>
        <p:spPr>
          <a:xfrm>
            <a:off x="8130814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F460444F-B1FC-234F-20B7-46935F33495C}"/>
              </a:ext>
            </a:extLst>
          </p:cNvPr>
          <p:cNvSpPr/>
          <p:nvPr/>
        </p:nvSpPr>
        <p:spPr>
          <a:xfrm>
            <a:off x="9150665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1</a:t>
            </a:r>
            <a:endParaRPr kumimoji="1" lang="ja-JP" altLang="en-US" sz="1200" dirty="0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70BB0E24-094F-F799-F370-7C05DA5C80FA}"/>
              </a:ext>
            </a:extLst>
          </p:cNvPr>
          <p:cNvSpPr/>
          <p:nvPr/>
        </p:nvSpPr>
        <p:spPr>
          <a:xfrm>
            <a:off x="10377964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119" name="四角形: 角を丸くする 118">
            <a:extLst>
              <a:ext uri="{FF2B5EF4-FFF2-40B4-BE49-F238E27FC236}">
                <a16:creationId xmlns:a16="http://schemas.microsoft.com/office/drawing/2014/main" id="{901FF7EE-A1BF-2D46-3EE9-82087E98C523}"/>
              </a:ext>
            </a:extLst>
          </p:cNvPr>
          <p:cNvSpPr/>
          <p:nvPr/>
        </p:nvSpPr>
        <p:spPr>
          <a:xfrm>
            <a:off x="11452671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4B369E10-0992-9F22-8116-957B2F694536}"/>
              </a:ext>
            </a:extLst>
          </p:cNvPr>
          <p:cNvSpPr/>
          <p:nvPr/>
        </p:nvSpPr>
        <p:spPr>
          <a:xfrm>
            <a:off x="12329028" y="4070742"/>
            <a:ext cx="863976" cy="504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236784E7-D42A-5C20-7812-9325B4C0850C}"/>
              </a:ext>
            </a:extLst>
          </p:cNvPr>
          <p:cNvSpPr txBox="1"/>
          <p:nvPr/>
        </p:nvSpPr>
        <p:spPr>
          <a:xfrm>
            <a:off x="7779875" y="4142750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D4083DFC-702B-6C89-A6D9-0737F53CD4C1}"/>
              </a:ext>
            </a:extLst>
          </p:cNvPr>
          <p:cNvSpPr txBox="1"/>
          <p:nvPr/>
        </p:nvSpPr>
        <p:spPr>
          <a:xfrm>
            <a:off x="10027025" y="4142750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513D6A75-2553-AAB2-1361-66F1451C2AF6}"/>
              </a:ext>
            </a:extLst>
          </p:cNvPr>
          <p:cNvCxnSpPr>
            <a:stCxn id="112" idx="2"/>
            <a:endCxn id="121" idx="0"/>
          </p:cNvCxnSpPr>
          <p:nvPr/>
        </p:nvCxnSpPr>
        <p:spPr>
          <a:xfrm>
            <a:off x="5303852" y="4574798"/>
            <a:ext cx="468052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C77846F7-EDE6-1271-59DF-FD2D38FB5827}"/>
              </a:ext>
            </a:extLst>
          </p:cNvPr>
          <p:cNvCxnSpPr>
            <a:cxnSpLocks/>
            <a:stCxn id="114" idx="2"/>
            <a:endCxn id="121" idx="0"/>
          </p:cNvCxnSpPr>
          <p:nvPr/>
        </p:nvCxnSpPr>
        <p:spPr>
          <a:xfrm flipH="1">
            <a:off x="5771904" y="4574798"/>
            <a:ext cx="408308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C428D60E-55D5-232B-838E-41F73AA238B8}"/>
              </a:ext>
            </a:extLst>
          </p:cNvPr>
          <p:cNvCxnSpPr>
            <a:cxnSpLocks/>
            <a:stCxn id="116" idx="2"/>
            <a:endCxn id="122" idx="0"/>
          </p:cNvCxnSpPr>
          <p:nvPr/>
        </p:nvCxnSpPr>
        <p:spPr>
          <a:xfrm flipH="1">
            <a:off x="7932144" y="4574798"/>
            <a:ext cx="630658" cy="20161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591C8649-5BD8-6F60-4A33-C6509DD52776}"/>
              </a:ext>
            </a:extLst>
          </p:cNvPr>
          <p:cNvCxnSpPr>
            <a:cxnSpLocks/>
            <a:stCxn id="122" idx="0"/>
            <a:endCxn id="115" idx="2"/>
          </p:cNvCxnSpPr>
          <p:nvPr/>
        </p:nvCxnSpPr>
        <p:spPr>
          <a:xfrm flipH="1" flipV="1">
            <a:off x="7335503" y="4574798"/>
            <a:ext cx="596641" cy="20161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5BFCB24B-580A-2D3B-F161-80B26521061E}"/>
              </a:ext>
            </a:extLst>
          </p:cNvPr>
          <p:cNvCxnSpPr>
            <a:cxnSpLocks/>
            <a:stCxn id="123" idx="0"/>
            <a:endCxn id="117" idx="2"/>
          </p:cNvCxnSpPr>
          <p:nvPr/>
        </p:nvCxnSpPr>
        <p:spPr>
          <a:xfrm flipH="1" flipV="1">
            <a:off x="9582653" y="4574798"/>
            <a:ext cx="617803" cy="20161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コネクタ 153">
            <a:extLst>
              <a:ext uri="{FF2B5EF4-FFF2-40B4-BE49-F238E27FC236}">
                <a16:creationId xmlns:a16="http://schemas.microsoft.com/office/drawing/2014/main" id="{FB3D3590-7E3C-E43A-1AC6-6551AE1857A2}"/>
              </a:ext>
            </a:extLst>
          </p:cNvPr>
          <p:cNvCxnSpPr>
            <a:cxnSpLocks/>
            <a:stCxn id="123" idx="0"/>
            <a:endCxn id="118" idx="2"/>
          </p:cNvCxnSpPr>
          <p:nvPr/>
        </p:nvCxnSpPr>
        <p:spPr>
          <a:xfrm flipV="1">
            <a:off x="10200456" y="4574798"/>
            <a:ext cx="609496" cy="20161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295848F1-25E5-D18F-0413-3AB765133DEC}"/>
              </a:ext>
            </a:extLst>
          </p:cNvPr>
          <p:cNvCxnSpPr>
            <a:cxnSpLocks/>
            <a:stCxn id="124" idx="0"/>
            <a:endCxn id="120" idx="2"/>
          </p:cNvCxnSpPr>
          <p:nvPr/>
        </p:nvCxnSpPr>
        <p:spPr>
          <a:xfrm flipV="1">
            <a:off x="12324632" y="4574798"/>
            <a:ext cx="436384" cy="2016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AA0074EB-50EC-0CDD-482D-C0187106715B}"/>
              </a:ext>
            </a:extLst>
          </p:cNvPr>
          <p:cNvCxnSpPr>
            <a:cxnSpLocks/>
            <a:stCxn id="119" idx="2"/>
            <a:endCxn id="124" idx="0"/>
          </p:cNvCxnSpPr>
          <p:nvPr/>
        </p:nvCxnSpPr>
        <p:spPr>
          <a:xfrm>
            <a:off x="11884659" y="4574798"/>
            <a:ext cx="439973" cy="2016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矢印コネクタ 196">
            <a:extLst>
              <a:ext uri="{FF2B5EF4-FFF2-40B4-BE49-F238E27FC236}">
                <a16:creationId xmlns:a16="http://schemas.microsoft.com/office/drawing/2014/main" id="{58020BE0-8B7C-4827-27F6-488EAF2B5520}"/>
              </a:ext>
            </a:extLst>
          </p:cNvPr>
          <p:cNvCxnSpPr>
            <a:cxnSpLocks/>
            <a:endCxn id="192" idx="1"/>
          </p:cNvCxnSpPr>
          <p:nvPr/>
        </p:nvCxnSpPr>
        <p:spPr>
          <a:xfrm>
            <a:off x="2206875" y="5805264"/>
            <a:ext cx="0" cy="41086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AC0D3E39-FEA9-0F8A-9211-C1C2D1938747}"/>
              </a:ext>
            </a:extLst>
          </p:cNvPr>
          <p:cNvCxnSpPr>
            <a:cxnSpLocks/>
            <a:stCxn id="126" idx="0"/>
            <a:endCxn id="124" idx="2"/>
          </p:cNvCxnSpPr>
          <p:nvPr/>
        </p:nvCxnSpPr>
        <p:spPr>
          <a:xfrm flipV="1">
            <a:off x="11289152" y="5264201"/>
            <a:ext cx="1035480" cy="236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6C8377B8-4265-8D69-E266-F8A887EA4307}"/>
              </a:ext>
            </a:extLst>
          </p:cNvPr>
          <p:cNvCxnSpPr>
            <a:cxnSpLocks/>
            <a:stCxn id="123" idx="2"/>
            <a:endCxn id="126" idx="0"/>
          </p:cNvCxnSpPr>
          <p:nvPr/>
        </p:nvCxnSpPr>
        <p:spPr>
          <a:xfrm>
            <a:off x="10200456" y="5264201"/>
            <a:ext cx="1088696" cy="236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コネクタ 170">
            <a:extLst>
              <a:ext uri="{FF2B5EF4-FFF2-40B4-BE49-F238E27FC236}">
                <a16:creationId xmlns:a16="http://schemas.microsoft.com/office/drawing/2014/main" id="{EBF0052E-E8CF-A62E-DE8B-7187E9FBCA60}"/>
              </a:ext>
            </a:extLst>
          </p:cNvPr>
          <p:cNvCxnSpPr>
            <a:cxnSpLocks/>
            <a:stCxn id="122" idx="2"/>
            <a:endCxn id="125" idx="0"/>
          </p:cNvCxnSpPr>
          <p:nvPr/>
        </p:nvCxnSpPr>
        <p:spPr>
          <a:xfrm flipH="1">
            <a:off x="6885175" y="5264201"/>
            <a:ext cx="1046969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線コネクタ 173">
            <a:extLst>
              <a:ext uri="{FF2B5EF4-FFF2-40B4-BE49-F238E27FC236}">
                <a16:creationId xmlns:a16="http://schemas.microsoft.com/office/drawing/2014/main" id="{28AC8D26-FF5D-242A-3551-81875C41969A}"/>
              </a:ext>
            </a:extLst>
          </p:cNvPr>
          <p:cNvCxnSpPr>
            <a:cxnSpLocks/>
            <a:stCxn id="125" idx="0"/>
            <a:endCxn id="121" idx="2"/>
          </p:cNvCxnSpPr>
          <p:nvPr/>
        </p:nvCxnSpPr>
        <p:spPr>
          <a:xfrm flipH="1" flipV="1">
            <a:off x="5771904" y="5264201"/>
            <a:ext cx="1113271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9955D8C1-74E3-10FB-78F8-ECFBE8808040}"/>
              </a:ext>
            </a:extLst>
          </p:cNvPr>
          <p:cNvCxnSpPr>
            <a:cxnSpLocks/>
            <a:stCxn id="129" idx="0"/>
            <a:endCxn id="125" idx="2"/>
          </p:cNvCxnSpPr>
          <p:nvPr/>
        </p:nvCxnSpPr>
        <p:spPr>
          <a:xfrm flipH="1" flipV="1">
            <a:off x="6885175" y="5953604"/>
            <a:ext cx="2370556" cy="236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コネクタ 179">
            <a:extLst>
              <a:ext uri="{FF2B5EF4-FFF2-40B4-BE49-F238E27FC236}">
                <a16:creationId xmlns:a16="http://schemas.microsoft.com/office/drawing/2014/main" id="{D8DFE82D-C6AD-862D-B7B5-D88DAECD8651}"/>
              </a:ext>
            </a:extLst>
          </p:cNvPr>
          <p:cNvCxnSpPr>
            <a:cxnSpLocks/>
            <a:stCxn id="126" idx="2"/>
            <a:endCxn id="129" idx="0"/>
          </p:cNvCxnSpPr>
          <p:nvPr/>
        </p:nvCxnSpPr>
        <p:spPr>
          <a:xfrm flipH="1">
            <a:off x="9255731" y="5988095"/>
            <a:ext cx="2033421" cy="2016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フローチャート: 端子 186">
            <a:extLst>
              <a:ext uri="{FF2B5EF4-FFF2-40B4-BE49-F238E27FC236}">
                <a16:creationId xmlns:a16="http://schemas.microsoft.com/office/drawing/2014/main" id="{5FBFB0F0-CFF3-89FC-65C9-24BFAEE5F564}"/>
              </a:ext>
            </a:extLst>
          </p:cNvPr>
          <p:cNvSpPr/>
          <p:nvPr/>
        </p:nvSpPr>
        <p:spPr>
          <a:xfrm>
            <a:off x="1815294" y="726863"/>
            <a:ext cx="783162" cy="258444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Start</a:t>
            </a:r>
            <a:endParaRPr kumimoji="1" lang="ja-JP" altLang="en-US" sz="1200" dirty="0"/>
          </a:p>
        </p:txBody>
      </p:sp>
      <p:sp>
        <p:nvSpPr>
          <p:cNvPr id="188" name="フローチャート: 端子 187">
            <a:extLst>
              <a:ext uri="{FF2B5EF4-FFF2-40B4-BE49-F238E27FC236}">
                <a16:creationId xmlns:a16="http://schemas.microsoft.com/office/drawing/2014/main" id="{D6CFD896-BBE0-D49F-6FBF-E9356357FD97}"/>
              </a:ext>
            </a:extLst>
          </p:cNvPr>
          <p:cNvSpPr/>
          <p:nvPr/>
        </p:nvSpPr>
        <p:spPr>
          <a:xfrm>
            <a:off x="1815293" y="6599557"/>
            <a:ext cx="783162" cy="258444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End</a:t>
            </a:r>
            <a:endParaRPr kumimoji="1" lang="ja-JP" altLang="en-US" sz="1200" dirty="0"/>
          </a:p>
        </p:txBody>
      </p:sp>
      <p:sp>
        <p:nvSpPr>
          <p:cNvPr id="189" name="フローチャート: 判断 188">
            <a:extLst>
              <a:ext uri="{FF2B5EF4-FFF2-40B4-BE49-F238E27FC236}">
                <a16:creationId xmlns:a16="http://schemas.microsoft.com/office/drawing/2014/main" id="{2DDEA148-5138-0B72-EA91-0A3C6E9C917C}"/>
              </a:ext>
            </a:extLst>
          </p:cNvPr>
          <p:cNvSpPr/>
          <p:nvPr/>
        </p:nvSpPr>
        <p:spPr>
          <a:xfrm>
            <a:off x="1271464" y="4733742"/>
            <a:ext cx="1860794" cy="605511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Need to notify?</a:t>
            </a:r>
            <a:endParaRPr kumimoji="1" lang="ja-JP" altLang="en-US" sz="1200" dirty="0"/>
          </a:p>
        </p:txBody>
      </p:sp>
      <p:sp>
        <p:nvSpPr>
          <p:cNvPr id="190" name="フローチャート: 処理 189">
            <a:extLst>
              <a:ext uri="{FF2B5EF4-FFF2-40B4-BE49-F238E27FC236}">
                <a16:creationId xmlns:a16="http://schemas.microsoft.com/office/drawing/2014/main" id="{B62E7C3B-D365-1EFA-5A84-4E0A4CB93AEA}"/>
              </a:ext>
            </a:extLst>
          </p:cNvPr>
          <p:cNvSpPr/>
          <p:nvPr/>
        </p:nvSpPr>
        <p:spPr>
          <a:xfrm>
            <a:off x="1561999" y="5443218"/>
            <a:ext cx="1279724" cy="413510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Send notification to staff</a:t>
            </a:r>
            <a:endParaRPr kumimoji="1" lang="ja-JP" altLang="en-US" sz="1200" dirty="0"/>
          </a:p>
        </p:txBody>
      </p:sp>
      <p:sp>
        <p:nvSpPr>
          <p:cNvPr id="191" name="四角形: 上の 2 つの角を切り取る 190">
            <a:extLst>
              <a:ext uri="{FF2B5EF4-FFF2-40B4-BE49-F238E27FC236}">
                <a16:creationId xmlns:a16="http://schemas.microsoft.com/office/drawing/2014/main" id="{1CA2CC23-DA15-834F-DC75-3AC7B4FD18E0}"/>
              </a:ext>
            </a:extLst>
          </p:cNvPr>
          <p:cNvSpPr/>
          <p:nvPr/>
        </p:nvSpPr>
        <p:spPr>
          <a:xfrm>
            <a:off x="1427629" y="1057893"/>
            <a:ext cx="1558493" cy="310132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92" name="四角形: 上の 2 つの角を切り取る 191">
            <a:extLst>
              <a:ext uri="{FF2B5EF4-FFF2-40B4-BE49-F238E27FC236}">
                <a16:creationId xmlns:a16="http://schemas.microsoft.com/office/drawing/2014/main" id="{F3C23410-1770-75A3-E526-03B8607DFA16}"/>
              </a:ext>
            </a:extLst>
          </p:cNvPr>
          <p:cNvSpPr/>
          <p:nvPr/>
        </p:nvSpPr>
        <p:spPr>
          <a:xfrm rot="10800000">
            <a:off x="1427629" y="6216128"/>
            <a:ext cx="1558493" cy="310132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193" name="直線矢印コネクタ 192">
            <a:extLst>
              <a:ext uri="{FF2B5EF4-FFF2-40B4-BE49-F238E27FC236}">
                <a16:creationId xmlns:a16="http://schemas.microsoft.com/office/drawing/2014/main" id="{31F17DB4-4BEA-9811-DA3F-323AEBCB41D2}"/>
              </a:ext>
            </a:extLst>
          </p:cNvPr>
          <p:cNvCxnSpPr>
            <a:cxnSpLocks/>
            <a:stCxn id="187" idx="2"/>
            <a:endCxn id="191" idx="3"/>
          </p:cNvCxnSpPr>
          <p:nvPr/>
        </p:nvCxnSpPr>
        <p:spPr>
          <a:xfrm>
            <a:off x="2206875" y="985307"/>
            <a:ext cx="0" cy="7258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4" name="直線矢印コネクタ 193">
            <a:extLst>
              <a:ext uri="{FF2B5EF4-FFF2-40B4-BE49-F238E27FC236}">
                <a16:creationId xmlns:a16="http://schemas.microsoft.com/office/drawing/2014/main" id="{FECC861E-F5B5-FAD4-9C24-7C62C0E96303}"/>
              </a:ext>
            </a:extLst>
          </p:cNvPr>
          <p:cNvCxnSpPr>
            <a:cxnSpLocks/>
            <a:stCxn id="201" idx="2"/>
          </p:cNvCxnSpPr>
          <p:nvPr/>
        </p:nvCxnSpPr>
        <p:spPr>
          <a:xfrm flipH="1">
            <a:off x="2206875" y="1881652"/>
            <a:ext cx="1" cy="6121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FE777344-4F97-235B-EFF6-FCF46D5105BE}"/>
              </a:ext>
            </a:extLst>
          </p:cNvPr>
          <p:cNvCxnSpPr>
            <a:cxnSpLocks/>
            <a:endCxn id="189" idx="0"/>
          </p:cNvCxnSpPr>
          <p:nvPr/>
        </p:nvCxnSpPr>
        <p:spPr>
          <a:xfrm>
            <a:off x="2201861" y="4509120"/>
            <a:ext cx="0" cy="22462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6" name="直線矢印コネクタ 195">
            <a:extLst>
              <a:ext uri="{FF2B5EF4-FFF2-40B4-BE49-F238E27FC236}">
                <a16:creationId xmlns:a16="http://schemas.microsoft.com/office/drawing/2014/main" id="{3AEE437B-4CC7-EBB5-977D-958292C2621D}"/>
              </a:ext>
            </a:extLst>
          </p:cNvPr>
          <p:cNvCxnSpPr>
            <a:cxnSpLocks/>
            <a:stCxn id="189" idx="2"/>
            <a:endCxn id="190" idx="0"/>
          </p:cNvCxnSpPr>
          <p:nvPr/>
        </p:nvCxnSpPr>
        <p:spPr>
          <a:xfrm>
            <a:off x="2201861" y="5339252"/>
            <a:ext cx="0" cy="1039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8" name="直線矢印コネクタ 197">
            <a:extLst>
              <a:ext uri="{FF2B5EF4-FFF2-40B4-BE49-F238E27FC236}">
                <a16:creationId xmlns:a16="http://schemas.microsoft.com/office/drawing/2014/main" id="{76E75A3E-2069-DB32-D1AB-5A9CCB09ED2E}"/>
              </a:ext>
            </a:extLst>
          </p:cNvPr>
          <p:cNvCxnSpPr>
            <a:cxnSpLocks/>
            <a:stCxn id="192" idx="3"/>
            <a:endCxn id="188" idx="0"/>
          </p:cNvCxnSpPr>
          <p:nvPr/>
        </p:nvCxnSpPr>
        <p:spPr>
          <a:xfrm flipH="1">
            <a:off x="2206874" y="6526260"/>
            <a:ext cx="1" cy="7329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9" name="直線矢印コネクタ 198">
            <a:extLst>
              <a:ext uri="{FF2B5EF4-FFF2-40B4-BE49-F238E27FC236}">
                <a16:creationId xmlns:a16="http://schemas.microsoft.com/office/drawing/2014/main" id="{26A546CF-73A1-6549-7028-CEEFC26CDF46}"/>
              </a:ext>
            </a:extLst>
          </p:cNvPr>
          <p:cNvCxnSpPr>
            <a:cxnSpLocks/>
          </p:cNvCxnSpPr>
          <p:nvPr/>
        </p:nvCxnSpPr>
        <p:spPr>
          <a:xfrm>
            <a:off x="1136260" y="5955822"/>
            <a:ext cx="1065600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0" name="直線矢印コネクタ 199">
            <a:extLst>
              <a:ext uri="{FF2B5EF4-FFF2-40B4-BE49-F238E27FC236}">
                <a16:creationId xmlns:a16="http://schemas.microsoft.com/office/drawing/2014/main" id="{744DACCF-BB4D-DB7A-AD2B-25514004485E}"/>
              </a:ext>
            </a:extLst>
          </p:cNvPr>
          <p:cNvCxnSpPr>
            <a:cxnSpLocks/>
          </p:cNvCxnSpPr>
          <p:nvPr/>
        </p:nvCxnSpPr>
        <p:spPr>
          <a:xfrm>
            <a:off x="1143479" y="5036497"/>
            <a:ext cx="0" cy="914339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1" name="フローチャート: 処理 200">
            <a:extLst>
              <a:ext uri="{FF2B5EF4-FFF2-40B4-BE49-F238E27FC236}">
                <a16:creationId xmlns:a16="http://schemas.microsoft.com/office/drawing/2014/main" id="{D0B8657A-3863-91FC-4741-27E0D06BCE9C}"/>
              </a:ext>
            </a:extLst>
          </p:cNvPr>
          <p:cNvSpPr/>
          <p:nvPr/>
        </p:nvSpPr>
        <p:spPr>
          <a:xfrm>
            <a:off x="1689988" y="1468142"/>
            <a:ext cx="1033775" cy="413510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Observe</a:t>
            </a:r>
            <a:endParaRPr kumimoji="1" lang="ja-JP" altLang="en-US" sz="1200" dirty="0"/>
          </a:p>
        </p:txBody>
      </p:sp>
      <p:cxnSp>
        <p:nvCxnSpPr>
          <p:cNvPr id="202" name="直線矢印コネクタ 201">
            <a:extLst>
              <a:ext uri="{FF2B5EF4-FFF2-40B4-BE49-F238E27FC236}">
                <a16:creationId xmlns:a16="http://schemas.microsoft.com/office/drawing/2014/main" id="{B086B5B4-F239-7CE3-511F-1E8ED581E0F1}"/>
              </a:ext>
            </a:extLst>
          </p:cNvPr>
          <p:cNvCxnSpPr>
            <a:cxnSpLocks/>
            <a:stCxn id="191" idx="1"/>
            <a:endCxn id="201" idx="0"/>
          </p:cNvCxnSpPr>
          <p:nvPr/>
        </p:nvCxnSpPr>
        <p:spPr>
          <a:xfrm>
            <a:off x="2206875" y="1368025"/>
            <a:ext cx="0" cy="10011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3" name="フローチャート: 判断 202">
            <a:extLst>
              <a:ext uri="{FF2B5EF4-FFF2-40B4-BE49-F238E27FC236}">
                <a16:creationId xmlns:a16="http://schemas.microsoft.com/office/drawing/2014/main" id="{18041C36-6FE9-062B-CFD2-0B12E48517D3}"/>
              </a:ext>
            </a:extLst>
          </p:cNvPr>
          <p:cNvSpPr/>
          <p:nvPr/>
        </p:nvSpPr>
        <p:spPr>
          <a:xfrm>
            <a:off x="296202" y="2090262"/>
            <a:ext cx="1860789" cy="532214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 preprocess</a:t>
            </a:r>
            <a:endParaRPr kumimoji="1" lang="ja-JP" altLang="en-US" sz="1200" dirty="0"/>
          </a:p>
        </p:txBody>
      </p:sp>
      <p:sp>
        <p:nvSpPr>
          <p:cNvPr id="204" name="フローチャート: 処理 203">
            <a:extLst>
              <a:ext uri="{FF2B5EF4-FFF2-40B4-BE49-F238E27FC236}">
                <a16:creationId xmlns:a16="http://schemas.microsoft.com/office/drawing/2014/main" id="{F91D028B-A6BD-7825-893C-650D636AB71D}"/>
              </a:ext>
            </a:extLst>
          </p:cNvPr>
          <p:cNvSpPr/>
          <p:nvPr/>
        </p:nvSpPr>
        <p:spPr>
          <a:xfrm>
            <a:off x="709709" y="2708949"/>
            <a:ext cx="1033775" cy="41351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Preprocess</a:t>
            </a:r>
            <a:endParaRPr kumimoji="1" lang="ja-JP" altLang="en-US" sz="1200" dirty="0"/>
          </a:p>
        </p:txBody>
      </p:sp>
      <p:sp>
        <p:nvSpPr>
          <p:cNvPr id="205" name="フローチャート: 処理 204">
            <a:extLst>
              <a:ext uri="{FF2B5EF4-FFF2-40B4-BE49-F238E27FC236}">
                <a16:creationId xmlns:a16="http://schemas.microsoft.com/office/drawing/2014/main" id="{C6CBA7AA-8999-BDD0-0B43-F377155D9E1A}"/>
              </a:ext>
            </a:extLst>
          </p:cNvPr>
          <p:cNvSpPr/>
          <p:nvPr/>
        </p:nvSpPr>
        <p:spPr>
          <a:xfrm>
            <a:off x="709709" y="3362577"/>
            <a:ext cx="1033775" cy="41351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Evaluate risk</a:t>
            </a:r>
            <a:endParaRPr kumimoji="1" lang="ja-JP" altLang="en-US" sz="1200" dirty="0"/>
          </a:p>
        </p:txBody>
      </p:sp>
      <p:cxnSp>
        <p:nvCxnSpPr>
          <p:cNvPr id="206" name="直線矢印コネクタ 205">
            <a:extLst>
              <a:ext uri="{FF2B5EF4-FFF2-40B4-BE49-F238E27FC236}">
                <a16:creationId xmlns:a16="http://schemas.microsoft.com/office/drawing/2014/main" id="{66E0CA2E-6175-4667-FCD9-11CD4D6DEDEF}"/>
              </a:ext>
            </a:extLst>
          </p:cNvPr>
          <p:cNvCxnSpPr>
            <a:cxnSpLocks/>
            <a:endCxn id="203" idx="0"/>
          </p:cNvCxnSpPr>
          <p:nvPr/>
        </p:nvCxnSpPr>
        <p:spPr>
          <a:xfrm>
            <a:off x="1226597" y="1942868"/>
            <a:ext cx="0" cy="14739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7" name="直線矢印コネクタ 206">
            <a:extLst>
              <a:ext uri="{FF2B5EF4-FFF2-40B4-BE49-F238E27FC236}">
                <a16:creationId xmlns:a16="http://schemas.microsoft.com/office/drawing/2014/main" id="{1759BD41-0D74-AD7D-A48C-7DAFC966059E}"/>
              </a:ext>
            </a:extLst>
          </p:cNvPr>
          <p:cNvCxnSpPr>
            <a:cxnSpLocks/>
            <a:stCxn id="203" idx="2"/>
            <a:endCxn id="204" idx="0"/>
          </p:cNvCxnSpPr>
          <p:nvPr/>
        </p:nvCxnSpPr>
        <p:spPr>
          <a:xfrm>
            <a:off x="1226597" y="2622476"/>
            <a:ext cx="0" cy="864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8" name="直線矢印コネクタ 207">
            <a:extLst>
              <a:ext uri="{FF2B5EF4-FFF2-40B4-BE49-F238E27FC236}">
                <a16:creationId xmlns:a16="http://schemas.microsoft.com/office/drawing/2014/main" id="{7AD550E9-ECD0-0F4E-4E8E-EE725EF098A3}"/>
              </a:ext>
            </a:extLst>
          </p:cNvPr>
          <p:cNvCxnSpPr>
            <a:cxnSpLocks/>
            <a:stCxn id="204" idx="2"/>
            <a:endCxn id="205" idx="0"/>
          </p:cNvCxnSpPr>
          <p:nvPr/>
        </p:nvCxnSpPr>
        <p:spPr>
          <a:xfrm>
            <a:off x="1226597" y="3122459"/>
            <a:ext cx="0" cy="24011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9" name="直線矢印コネクタ 208">
            <a:extLst>
              <a:ext uri="{FF2B5EF4-FFF2-40B4-BE49-F238E27FC236}">
                <a16:creationId xmlns:a16="http://schemas.microsoft.com/office/drawing/2014/main" id="{C2E70A84-19D6-D81A-7673-F36E51C86BA7}"/>
              </a:ext>
            </a:extLst>
          </p:cNvPr>
          <p:cNvCxnSpPr>
            <a:cxnSpLocks/>
          </p:cNvCxnSpPr>
          <p:nvPr/>
        </p:nvCxnSpPr>
        <p:spPr>
          <a:xfrm>
            <a:off x="123158" y="3180725"/>
            <a:ext cx="110343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0" name="直線矢印コネクタ 209">
            <a:extLst>
              <a:ext uri="{FF2B5EF4-FFF2-40B4-BE49-F238E27FC236}">
                <a16:creationId xmlns:a16="http://schemas.microsoft.com/office/drawing/2014/main" id="{46FC2D31-6A7B-8276-A17F-318EEEBBA240}"/>
              </a:ext>
            </a:extLst>
          </p:cNvPr>
          <p:cNvCxnSpPr>
            <a:cxnSpLocks/>
          </p:cNvCxnSpPr>
          <p:nvPr/>
        </p:nvCxnSpPr>
        <p:spPr>
          <a:xfrm>
            <a:off x="116779" y="2351427"/>
            <a:ext cx="0" cy="84057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1" name="直線矢印コネクタ 210">
            <a:extLst>
              <a:ext uri="{FF2B5EF4-FFF2-40B4-BE49-F238E27FC236}">
                <a16:creationId xmlns:a16="http://schemas.microsoft.com/office/drawing/2014/main" id="{A22F9C8A-AE8A-00FF-5803-9B617D25D7DB}"/>
              </a:ext>
            </a:extLst>
          </p:cNvPr>
          <p:cNvCxnSpPr>
            <a:cxnSpLocks/>
            <a:endCxn id="203" idx="1"/>
          </p:cNvCxnSpPr>
          <p:nvPr/>
        </p:nvCxnSpPr>
        <p:spPr>
          <a:xfrm>
            <a:off x="116779" y="2356369"/>
            <a:ext cx="179423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97F2B162-6AC7-6C0A-223D-EB8D96A6661B}"/>
              </a:ext>
            </a:extLst>
          </p:cNvPr>
          <p:cNvSpPr txBox="1"/>
          <p:nvPr/>
        </p:nvSpPr>
        <p:spPr>
          <a:xfrm>
            <a:off x="35075" y="3145620"/>
            <a:ext cx="1106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  <p:sp>
        <p:nvSpPr>
          <p:cNvPr id="213" name="フローチャート: 判断 212">
            <a:extLst>
              <a:ext uri="{FF2B5EF4-FFF2-40B4-BE49-F238E27FC236}">
                <a16:creationId xmlns:a16="http://schemas.microsoft.com/office/drawing/2014/main" id="{F40F772B-A1BF-FE08-DB1D-3C4323237368}"/>
              </a:ext>
            </a:extLst>
          </p:cNvPr>
          <p:cNvSpPr/>
          <p:nvPr/>
        </p:nvSpPr>
        <p:spPr>
          <a:xfrm>
            <a:off x="2471613" y="2090262"/>
            <a:ext cx="1860789" cy="532214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 preprocess</a:t>
            </a:r>
            <a:endParaRPr kumimoji="1" lang="ja-JP" altLang="en-US" sz="1200" dirty="0"/>
          </a:p>
        </p:txBody>
      </p:sp>
      <p:sp>
        <p:nvSpPr>
          <p:cNvPr id="214" name="フローチャート: 処理 213">
            <a:extLst>
              <a:ext uri="{FF2B5EF4-FFF2-40B4-BE49-F238E27FC236}">
                <a16:creationId xmlns:a16="http://schemas.microsoft.com/office/drawing/2014/main" id="{97188A1A-D044-9F2D-DDC9-1CFE4BA8015B}"/>
              </a:ext>
            </a:extLst>
          </p:cNvPr>
          <p:cNvSpPr/>
          <p:nvPr/>
        </p:nvSpPr>
        <p:spPr>
          <a:xfrm>
            <a:off x="2885120" y="2708949"/>
            <a:ext cx="1033775" cy="41351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Preprocess</a:t>
            </a:r>
            <a:endParaRPr kumimoji="1" lang="ja-JP" altLang="en-US" sz="1200" dirty="0"/>
          </a:p>
        </p:txBody>
      </p:sp>
      <p:sp>
        <p:nvSpPr>
          <p:cNvPr id="215" name="フローチャート: 処理 214">
            <a:extLst>
              <a:ext uri="{FF2B5EF4-FFF2-40B4-BE49-F238E27FC236}">
                <a16:creationId xmlns:a16="http://schemas.microsoft.com/office/drawing/2014/main" id="{F3E1C940-233D-F4DF-D666-3506C5B78820}"/>
              </a:ext>
            </a:extLst>
          </p:cNvPr>
          <p:cNvSpPr/>
          <p:nvPr/>
        </p:nvSpPr>
        <p:spPr>
          <a:xfrm>
            <a:off x="2885120" y="3362577"/>
            <a:ext cx="1033775" cy="41351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Evaluate risk</a:t>
            </a:r>
            <a:endParaRPr kumimoji="1" lang="ja-JP" altLang="en-US" sz="1200" dirty="0"/>
          </a:p>
        </p:txBody>
      </p:sp>
      <p:cxnSp>
        <p:nvCxnSpPr>
          <p:cNvPr id="216" name="直線矢印コネクタ 215">
            <a:extLst>
              <a:ext uri="{FF2B5EF4-FFF2-40B4-BE49-F238E27FC236}">
                <a16:creationId xmlns:a16="http://schemas.microsoft.com/office/drawing/2014/main" id="{D5EA8A6F-24AD-8E85-4FCD-AF333CE13B0E}"/>
              </a:ext>
            </a:extLst>
          </p:cNvPr>
          <p:cNvCxnSpPr>
            <a:cxnSpLocks/>
            <a:endCxn id="213" idx="0"/>
          </p:cNvCxnSpPr>
          <p:nvPr/>
        </p:nvCxnSpPr>
        <p:spPr>
          <a:xfrm>
            <a:off x="3402007" y="1942868"/>
            <a:ext cx="0" cy="14739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7" name="直線矢印コネクタ 216">
            <a:extLst>
              <a:ext uri="{FF2B5EF4-FFF2-40B4-BE49-F238E27FC236}">
                <a16:creationId xmlns:a16="http://schemas.microsoft.com/office/drawing/2014/main" id="{63A695F4-09B4-9785-0353-C98408996943}"/>
              </a:ext>
            </a:extLst>
          </p:cNvPr>
          <p:cNvCxnSpPr>
            <a:cxnSpLocks/>
            <a:stCxn id="213" idx="2"/>
            <a:endCxn id="214" idx="0"/>
          </p:cNvCxnSpPr>
          <p:nvPr/>
        </p:nvCxnSpPr>
        <p:spPr>
          <a:xfrm>
            <a:off x="3402007" y="2622476"/>
            <a:ext cx="0" cy="864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8" name="直線矢印コネクタ 217">
            <a:extLst>
              <a:ext uri="{FF2B5EF4-FFF2-40B4-BE49-F238E27FC236}">
                <a16:creationId xmlns:a16="http://schemas.microsoft.com/office/drawing/2014/main" id="{1FC92188-81CF-B999-0CE6-E9179BF3E8AD}"/>
              </a:ext>
            </a:extLst>
          </p:cNvPr>
          <p:cNvCxnSpPr>
            <a:cxnSpLocks/>
            <a:stCxn id="214" idx="2"/>
            <a:endCxn id="215" idx="0"/>
          </p:cNvCxnSpPr>
          <p:nvPr/>
        </p:nvCxnSpPr>
        <p:spPr>
          <a:xfrm>
            <a:off x="3402008" y="3122459"/>
            <a:ext cx="0" cy="24011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9" name="直線矢印コネクタ 218">
            <a:extLst>
              <a:ext uri="{FF2B5EF4-FFF2-40B4-BE49-F238E27FC236}">
                <a16:creationId xmlns:a16="http://schemas.microsoft.com/office/drawing/2014/main" id="{DF975F81-200A-DBCD-D987-D982137D19CE}"/>
              </a:ext>
            </a:extLst>
          </p:cNvPr>
          <p:cNvCxnSpPr>
            <a:cxnSpLocks/>
          </p:cNvCxnSpPr>
          <p:nvPr/>
        </p:nvCxnSpPr>
        <p:spPr>
          <a:xfrm>
            <a:off x="2292190" y="3180725"/>
            <a:ext cx="110981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0" name="直線矢印コネクタ 219">
            <a:extLst>
              <a:ext uri="{FF2B5EF4-FFF2-40B4-BE49-F238E27FC236}">
                <a16:creationId xmlns:a16="http://schemas.microsoft.com/office/drawing/2014/main" id="{54544C30-0493-A66D-D821-A04CDD1C8F0D}"/>
              </a:ext>
            </a:extLst>
          </p:cNvPr>
          <p:cNvCxnSpPr>
            <a:cxnSpLocks/>
          </p:cNvCxnSpPr>
          <p:nvPr/>
        </p:nvCxnSpPr>
        <p:spPr>
          <a:xfrm>
            <a:off x="2292190" y="2351427"/>
            <a:ext cx="0" cy="84057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1" name="直線矢印コネクタ 220">
            <a:extLst>
              <a:ext uri="{FF2B5EF4-FFF2-40B4-BE49-F238E27FC236}">
                <a16:creationId xmlns:a16="http://schemas.microsoft.com/office/drawing/2014/main" id="{830BEA37-02F8-4E2A-A8D4-F252F2C4B203}"/>
              </a:ext>
            </a:extLst>
          </p:cNvPr>
          <p:cNvCxnSpPr>
            <a:cxnSpLocks/>
            <a:endCxn id="213" idx="1"/>
          </p:cNvCxnSpPr>
          <p:nvPr/>
        </p:nvCxnSpPr>
        <p:spPr>
          <a:xfrm>
            <a:off x="2292190" y="2356369"/>
            <a:ext cx="179423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50C2FDFA-3264-CF40-BAD5-31A7BA164593}"/>
              </a:ext>
            </a:extLst>
          </p:cNvPr>
          <p:cNvSpPr txBox="1"/>
          <p:nvPr/>
        </p:nvSpPr>
        <p:spPr>
          <a:xfrm>
            <a:off x="2210485" y="3145620"/>
            <a:ext cx="1106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26A0C4EC-0794-6EF0-A0F9-DD8A3548F176}"/>
              </a:ext>
            </a:extLst>
          </p:cNvPr>
          <p:cNvSpPr txBox="1"/>
          <p:nvPr/>
        </p:nvSpPr>
        <p:spPr>
          <a:xfrm>
            <a:off x="1910269" y="2620051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…</a:t>
            </a:r>
            <a:endParaRPr kumimoji="1" lang="ja-JP" altLang="en-US" sz="1200" b="1" dirty="0"/>
          </a:p>
        </p:txBody>
      </p:sp>
      <p:cxnSp>
        <p:nvCxnSpPr>
          <p:cNvPr id="224" name="直線矢印コネクタ 223">
            <a:extLst>
              <a:ext uri="{FF2B5EF4-FFF2-40B4-BE49-F238E27FC236}">
                <a16:creationId xmlns:a16="http://schemas.microsoft.com/office/drawing/2014/main" id="{B7557B5D-E192-0356-C9C2-1A9A09C6BEBA}"/>
              </a:ext>
            </a:extLst>
          </p:cNvPr>
          <p:cNvCxnSpPr>
            <a:cxnSpLocks/>
          </p:cNvCxnSpPr>
          <p:nvPr/>
        </p:nvCxnSpPr>
        <p:spPr>
          <a:xfrm flipH="1">
            <a:off x="1226596" y="1942868"/>
            <a:ext cx="2175411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5" name="直線矢印コネクタ 224">
            <a:extLst>
              <a:ext uri="{FF2B5EF4-FFF2-40B4-BE49-F238E27FC236}">
                <a16:creationId xmlns:a16="http://schemas.microsoft.com/office/drawing/2014/main" id="{F9C9058B-B0AC-DAEF-8DDD-8A4944DA9F22}"/>
              </a:ext>
            </a:extLst>
          </p:cNvPr>
          <p:cNvCxnSpPr>
            <a:cxnSpLocks/>
          </p:cNvCxnSpPr>
          <p:nvPr/>
        </p:nvCxnSpPr>
        <p:spPr>
          <a:xfrm flipH="1">
            <a:off x="1226596" y="3921509"/>
            <a:ext cx="2175411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6" name="直線矢印コネクタ 225">
            <a:extLst>
              <a:ext uri="{FF2B5EF4-FFF2-40B4-BE49-F238E27FC236}">
                <a16:creationId xmlns:a16="http://schemas.microsoft.com/office/drawing/2014/main" id="{5C112808-7E4B-8AF2-826A-A5B7BE45998B}"/>
              </a:ext>
            </a:extLst>
          </p:cNvPr>
          <p:cNvCxnSpPr>
            <a:cxnSpLocks/>
            <a:stCxn id="215" idx="2"/>
          </p:cNvCxnSpPr>
          <p:nvPr/>
        </p:nvCxnSpPr>
        <p:spPr>
          <a:xfrm>
            <a:off x="3402007" y="3776087"/>
            <a:ext cx="0" cy="145422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7" name="直線矢印コネクタ 226">
            <a:extLst>
              <a:ext uri="{FF2B5EF4-FFF2-40B4-BE49-F238E27FC236}">
                <a16:creationId xmlns:a16="http://schemas.microsoft.com/office/drawing/2014/main" id="{F7D1C0BF-C412-CA06-B042-15489ABD8B94}"/>
              </a:ext>
            </a:extLst>
          </p:cNvPr>
          <p:cNvCxnSpPr>
            <a:cxnSpLocks/>
            <a:stCxn id="205" idx="2"/>
          </p:cNvCxnSpPr>
          <p:nvPr/>
        </p:nvCxnSpPr>
        <p:spPr>
          <a:xfrm>
            <a:off x="1226597" y="3776087"/>
            <a:ext cx="0" cy="145422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5" name="フローチャート: 処理 234">
            <a:extLst>
              <a:ext uri="{FF2B5EF4-FFF2-40B4-BE49-F238E27FC236}">
                <a16:creationId xmlns:a16="http://schemas.microsoft.com/office/drawing/2014/main" id="{C4F41498-AF52-4FA2-FA2E-4D07D97556AA}"/>
              </a:ext>
            </a:extLst>
          </p:cNvPr>
          <p:cNvSpPr/>
          <p:nvPr/>
        </p:nvSpPr>
        <p:spPr>
          <a:xfrm>
            <a:off x="1689988" y="4094707"/>
            <a:ext cx="1033775" cy="413510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Rank</a:t>
            </a:r>
            <a:r>
              <a:rPr lang="ja-JP" altLang="en-US" sz="1200" dirty="0"/>
              <a:t> </a:t>
            </a:r>
            <a:r>
              <a:rPr lang="en-US" altLang="ja-JP" sz="1200" dirty="0"/>
              <a:t>patients</a:t>
            </a:r>
            <a:endParaRPr kumimoji="1" lang="ja-JP" altLang="en-US" sz="1200" dirty="0"/>
          </a:p>
        </p:txBody>
      </p:sp>
      <p:cxnSp>
        <p:nvCxnSpPr>
          <p:cNvPr id="236" name="直線矢印コネクタ 235">
            <a:extLst>
              <a:ext uri="{FF2B5EF4-FFF2-40B4-BE49-F238E27FC236}">
                <a16:creationId xmlns:a16="http://schemas.microsoft.com/office/drawing/2014/main" id="{283B87D0-CDE3-7575-17BE-476BE7F86587}"/>
              </a:ext>
            </a:extLst>
          </p:cNvPr>
          <p:cNvCxnSpPr>
            <a:cxnSpLocks/>
          </p:cNvCxnSpPr>
          <p:nvPr/>
        </p:nvCxnSpPr>
        <p:spPr>
          <a:xfrm>
            <a:off x="2206875" y="3921509"/>
            <a:ext cx="0" cy="17319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2" name="直線矢印コネクタ 241">
            <a:extLst>
              <a:ext uri="{FF2B5EF4-FFF2-40B4-BE49-F238E27FC236}">
                <a16:creationId xmlns:a16="http://schemas.microsoft.com/office/drawing/2014/main" id="{FA57F875-11D1-2989-A532-3B06ED4D21E7}"/>
              </a:ext>
            </a:extLst>
          </p:cNvPr>
          <p:cNvCxnSpPr>
            <a:cxnSpLocks/>
            <a:endCxn id="189" idx="1"/>
          </p:cNvCxnSpPr>
          <p:nvPr/>
        </p:nvCxnSpPr>
        <p:spPr>
          <a:xfrm>
            <a:off x="1136260" y="5036498"/>
            <a:ext cx="13520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17" name="テキスト ボックス 316">
            <a:extLst>
              <a:ext uri="{FF2B5EF4-FFF2-40B4-BE49-F238E27FC236}">
                <a16:creationId xmlns:a16="http://schemas.microsoft.com/office/drawing/2014/main" id="{2B45F42B-487E-6948-BD0D-18947CE1CD41}"/>
              </a:ext>
            </a:extLst>
          </p:cNvPr>
          <p:cNvSpPr txBox="1"/>
          <p:nvPr/>
        </p:nvSpPr>
        <p:spPr>
          <a:xfrm>
            <a:off x="392199" y="3789040"/>
            <a:ext cx="807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Total risk</a:t>
            </a:r>
            <a:endParaRPr kumimoji="1" lang="ja-JP" altLang="en-US" sz="1200" dirty="0"/>
          </a:p>
        </p:txBody>
      </p:sp>
      <p:sp>
        <p:nvSpPr>
          <p:cNvPr id="319" name="テキスト ボックス 318">
            <a:extLst>
              <a:ext uri="{FF2B5EF4-FFF2-40B4-BE49-F238E27FC236}">
                <a16:creationId xmlns:a16="http://schemas.microsoft.com/office/drawing/2014/main" id="{1838E945-88EB-2AA3-24FF-2D4EA7DF4518}"/>
              </a:ext>
            </a:extLst>
          </p:cNvPr>
          <p:cNvSpPr txBox="1"/>
          <p:nvPr/>
        </p:nvSpPr>
        <p:spPr>
          <a:xfrm>
            <a:off x="3359696" y="3789040"/>
            <a:ext cx="807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Total risk</a:t>
            </a:r>
            <a:endParaRPr kumimoji="1" lang="ja-JP" altLang="en-US" sz="1200" dirty="0"/>
          </a:p>
        </p:txBody>
      </p:sp>
      <p:cxnSp>
        <p:nvCxnSpPr>
          <p:cNvPr id="243" name="直線コネクタ 242">
            <a:extLst>
              <a:ext uri="{FF2B5EF4-FFF2-40B4-BE49-F238E27FC236}">
                <a16:creationId xmlns:a16="http://schemas.microsoft.com/office/drawing/2014/main" id="{64947F36-4D22-F18E-A785-40CF7EACDB97}"/>
              </a:ext>
            </a:extLst>
          </p:cNvPr>
          <p:cNvCxnSpPr>
            <a:cxnSpLocks/>
          </p:cNvCxnSpPr>
          <p:nvPr/>
        </p:nvCxnSpPr>
        <p:spPr>
          <a:xfrm flipV="1">
            <a:off x="6096000" y="1844824"/>
            <a:ext cx="0" cy="86409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直線コネクタ 245">
            <a:extLst>
              <a:ext uri="{FF2B5EF4-FFF2-40B4-BE49-F238E27FC236}">
                <a16:creationId xmlns:a16="http://schemas.microsoft.com/office/drawing/2014/main" id="{10144F4B-3CBA-BD35-DD96-83EC70ED7055}"/>
              </a:ext>
            </a:extLst>
          </p:cNvPr>
          <p:cNvCxnSpPr>
            <a:cxnSpLocks/>
          </p:cNvCxnSpPr>
          <p:nvPr/>
        </p:nvCxnSpPr>
        <p:spPr>
          <a:xfrm flipV="1">
            <a:off x="8426862" y="1844824"/>
            <a:ext cx="0" cy="86409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線コネクタ 246">
            <a:extLst>
              <a:ext uri="{FF2B5EF4-FFF2-40B4-BE49-F238E27FC236}">
                <a16:creationId xmlns:a16="http://schemas.microsoft.com/office/drawing/2014/main" id="{BEB35B93-72E8-C469-0843-520A5F8ABEE0}"/>
              </a:ext>
            </a:extLst>
          </p:cNvPr>
          <p:cNvCxnSpPr>
            <a:cxnSpLocks/>
          </p:cNvCxnSpPr>
          <p:nvPr/>
        </p:nvCxnSpPr>
        <p:spPr>
          <a:xfrm flipV="1">
            <a:off x="10713088" y="1844824"/>
            <a:ext cx="0" cy="86409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線コネクタ 247">
            <a:extLst>
              <a:ext uri="{FF2B5EF4-FFF2-40B4-BE49-F238E27FC236}">
                <a16:creationId xmlns:a16="http://schemas.microsoft.com/office/drawing/2014/main" id="{0C50C635-79AA-585D-8754-3BABB503270B}"/>
              </a:ext>
            </a:extLst>
          </p:cNvPr>
          <p:cNvCxnSpPr>
            <a:cxnSpLocks/>
          </p:cNvCxnSpPr>
          <p:nvPr/>
        </p:nvCxnSpPr>
        <p:spPr>
          <a:xfrm>
            <a:off x="6096000" y="1871824"/>
            <a:ext cx="4608512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C5D39326-A689-E618-0C30-4DFA76A8C8C4}"/>
              </a:ext>
            </a:extLst>
          </p:cNvPr>
          <p:cNvSpPr/>
          <p:nvPr/>
        </p:nvSpPr>
        <p:spPr>
          <a:xfrm>
            <a:off x="8400256" y="1844824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4" name="楕円 253">
            <a:extLst>
              <a:ext uri="{FF2B5EF4-FFF2-40B4-BE49-F238E27FC236}">
                <a16:creationId xmlns:a16="http://schemas.microsoft.com/office/drawing/2014/main" id="{356006AD-A10C-279D-32BE-5EDA965D1579}"/>
              </a:ext>
            </a:extLst>
          </p:cNvPr>
          <p:cNvSpPr/>
          <p:nvPr/>
        </p:nvSpPr>
        <p:spPr>
          <a:xfrm>
            <a:off x="6069394" y="1844824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255" name="直線コネクタ 254">
            <a:extLst>
              <a:ext uri="{FF2B5EF4-FFF2-40B4-BE49-F238E27FC236}">
                <a16:creationId xmlns:a16="http://schemas.microsoft.com/office/drawing/2014/main" id="{BC683675-8424-D8E6-0375-D0B85B621AFF}"/>
              </a:ext>
            </a:extLst>
          </p:cNvPr>
          <p:cNvCxnSpPr>
            <a:cxnSpLocks/>
            <a:endCxn id="100" idx="2"/>
          </p:cNvCxnSpPr>
          <p:nvPr/>
        </p:nvCxnSpPr>
        <p:spPr>
          <a:xfrm flipH="1" flipV="1">
            <a:off x="6096000" y="1736807"/>
            <a:ext cx="784" cy="10801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73D749FE-D56E-56CD-C5C6-91295146A9C2}"/>
              </a:ext>
            </a:extLst>
          </p:cNvPr>
          <p:cNvCxnSpPr>
            <a:cxnSpLocks/>
          </p:cNvCxnSpPr>
          <p:nvPr/>
        </p:nvCxnSpPr>
        <p:spPr>
          <a:xfrm>
            <a:off x="7248128" y="1952836"/>
            <a:ext cx="2232248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0D318176-661C-51A9-5A9A-5435482FAD27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7239885" y="1916832"/>
            <a:ext cx="0" cy="14401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直線コネクタ 268">
            <a:extLst>
              <a:ext uri="{FF2B5EF4-FFF2-40B4-BE49-F238E27FC236}">
                <a16:creationId xmlns:a16="http://schemas.microsoft.com/office/drawing/2014/main" id="{1D90DFBD-073E-1FC8-2B6F-8EAAF2C67D43}"/>
              </a:ext>
            </a:extLst>
          </p:cNvPr>
          <p:cNvCxnSpPr>
            <a:cxnSpLocks/>
          </p:cNvCxnSpPr>
          <p:nvPr/>
        </p:nvCxnSpPr>
        <p:spPr>
          <a:xfrm flipV="1">
            <a:off x="9488952" y="1916832"/>
            <a:ext cx="0" cy="14401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0" name="楕円 269">
            <a:extLst>
              <a:ext uri="{FF2B5EF4-FFF2-40B4-BE49-F238E27FC236}">
                <a16:creationId xmlns:a16="http://schemas.microsoft.com/office/drawing/2014/main" id="{551C175B-EC80-DE24-2E88-40C32BE65114}"/>
              </a:ext>
            </a:extLst>
          </p:cNvPr>
          <p:cNvSpPr/>
          <p:nvPr/>
        </p:nvSpPr>
        <p:spPr>
          <a:xfrm>
            <a:off x="9130864" y="1925836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271" name="直線コネクタ 270">
            <a:extLst>
              <a:ext uri="{FF2B5EF4-FFF2-40B4-BE49-F238E27FC236}">
                <a16:creationId xmlns:a16="http://schemas.microsoft.com/office/drawing/2014/main" id="{9D431CE2-D68D-6DA6-B6C6-69308DD62B2D}"/>
              </a:ext>
            </a:extLst>
          </p:cNvPr>
          <p:cNvCxnSpPr>
            <a:cxnSpLocks/>
            <a:stCxn id="270" idx="0"/>
            <a:endCxn id="101" idx="2"/>
          </p:cNvCxnSpPr>
          <p:nvPr/>
        </p:nvCxnSpPr>
        <p:spPr>
          <a:xfrm flipH="1" flipV="1">
            <a:off x="9156339" y="1744358"/>
            <a:ext cx="1131" cy="181478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直線コネクタ 281">
            <a:extLst>
              <a:ext uri="{FF2B5EF4-FFF2-40B4-BE49-F238E27FC236}">
                <a16:creationId xmlns:a16="http://schemas.microsoft.com/office/drawing/2014/main" id="{31C6575F-9BBE-0E7B-E580-306F2CEAC53F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12044276" y="1721921"/>
            <a:ext cx="0" cy="98699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線コネクタ 286">
            <a:extLst>
              <a:ext uri="{FF2B5EF4-FFF2-40B4-BE49-F238E27FC236}">
                <a16:creationId xmlns:a16="http://schemas.microsoft.com/office/drawing/2014/main" id="{898A814B-B965-0650-9761-E585D53C0BB8}"/>
              </a:ext>
            </a:extLst>
          </p:cNvPr>
          <p:cNvCxnSpPr>
            <a:cxnSpLocks/>
            <a:endCxn id="103" idx="2"/>
          </p:cNvCxnSpPr>
          <p:nvPr/>
        </p:nvCxnSpPr>
        <p:spPr>
          <a:xfrm flipV="1">
            <a:off x="5223661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直線コネクタ 290">
            <a:extLst>
              <a:ext uri="{FF2B5EF4-FFF2-40B4-BE49-F238E27FC236}">
                <a16:creationId xmlns:a16="http://schemas.microsoft.com/office/drawing/2014/main" id="{EBDA5ADE-56EF-FCDA-1625-18B2DFC5085E}"/>
              </a:ext>
            </a:extLst>
          </p:cNvPr>
          <p:cNvCxnSpPr>
            <a:cxnSpLocks/>
            <a:endCxn id="104" idx="2"/>
          </p:cNvCxnSpPr>
          <p:nvPr/>
        </p:nvCxnSpPr>
        <p:spPr>
          <a:xfrm flipV="1">
            <a:off x="7239885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線コネクタ 294">
            <a:extLst>
              <a:ext uri="{FF2B5EF4-FFF2-40B4-BE49-F238E27FC236}">
                <a16:creationId xmlns:a16="http://schemas.microsoft.com/office/drawing/2014/main" id="{CAEE2F4A-657B-F39F-FDB8-AB2D7B130706}"/>
              </a:ext>
            </a:extLst>
          </p:cNvPr>
          <p:cNvCxnSpPr>
            <a:cxnSpLocks/>
            <a:endCxn id="105" idx="2"/>
          </p:cNvCxnSpPr>
          <p:nvPr/>
        </p:nvCxnSpPr>
        <p:spPr>
          <a:xfrm flipV="1">
            <a:off x="9480709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線コネクタ 299">
            <a:extLst>
              <a:ext uri="{FF2B5EF4-FFF2-40B4-BE49-F238E27FC236}">
                <a16:creationId xmlns:a16="http://schemas.microsoft.com/office/drawing/2014/main" id="{B4A9118A-8F2E-2AD8-8034-975CD81450E1}"/>
              </a:ext>
            </a:extLst>
          </p:cNvPr>
          <p:cNvCxnSpPr>
            <a:cxnSpLocks/>
            <a:endCxn id="106" idx="2"/>
          </p:cNvCxnSpPr>
          <p:nvPr/>
        </p:nvCxnSpPr>
        <p:spPr>
          <a:xfrm flipV="1">
            <a:off x="12856509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直線コネクタ 305">
            <a:extLst>
              <a:ext uri="{FF2B5EF4-FFF2-40B4-BE49-F238E27FC236}">
                <a16:creationId xmlns:a16="http://schemas.microsoft.com/office/drawing/2014/main" id="{A8ED58E3-BBED-1016-BE59-56B043E228E7}"/>
              </a:ext>
            </a:extLst>
          </p:cNvPr>
          <p:cNvCxnSpPr>
            <a:cxnSpLocks/>
          </p:cNvCxnSpPr>
          <p:nvPr/>
        </p:nvCxnSpPr>
        <p:spPr>
          <a:xfrm>
            <a:off x="13193004" y="4350199"/>
            <a:ext cx="319820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直線コネクタ 309">
            <a:extLst>
              <a:ext uri="{FF2B5EF4-FFF2-40B4-BE49-F238E27FC236}">
                <a16:creationId xmlns:a16="http://schemas.microsoft.com/office/drawing/2014/main" id="{488F7F12-0DEE-DF43-083E-CBDCFA680FD3}"/>
              </a:ext>
            </a:extLst>
          </p:cNvPr>
          <p:cNvCxnSpPr>
            <a:cxnSpLocks/>
          </p:cNvCxnSpPr>
          <p:nvPr/>
        </p:nvCxnSpPr>
        <p:spPr>
          <a:xfrm>
            <a:off x="13504353" y="2276872"/>
            <a:ext cx="0" cy="208823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直線コネクタ 313">
            <a:extLst>
              <a:ext uri="{FF2B5EF4-FFF2-40B4-BE49-F238E27FC236}">
                <a16:creationId xmlns:a16="http://schemas.microsoft.com/office/drawing/2014/main" id="{B426729F-24A2-B6D1-A61D-22DE1871EE2B}"/>
              </a:ext>
            </a:extLst>
          </p:cNvPr>
          <p:cNvCxnSpPr>
            <a:cxnSpLocks/>
          </p:cNvCxnSpPr>
          <p:nvPr/>
        </p:nvCxnSpPr>
        <p:spPr>
          <a:xfrm>
            <a:off x="13224792" y="2276872"/>
            <a:ext cx="27956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3" name="テキスト ボックス 332">
            <a:extLst>
              <a:ext uri="{FF2B5EF4-FFF2-40B4-BE49-F238E27FC236}">
                <a16:creationId xmlns:a16="http://schemas.microsoft.com/office/drawing/2014/main" id="{EA052D73-4B56-07E1-F62E-C3149352FD2A}"/>
              </a:ext>
            </a:extLst>
          </p:cNvPr>
          <p:cNvSpPr txBox="1"/>
          <p:nvPr/>
        </p:nvSpPr>
        <p:spPr>
          <a:xfrm rot="16200000">
            <a:off x="4001128" y="3995934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Features</a:t>
            </a:r>
            <a:endParaRPr kumimoji="1" lang="ja-JP" altLang="en-US" b="1" dirty="0"/>
          </a:p>
        </p:txBody>
      </p:sp>
      <p:sp>
        <p:nvSpPr>
          <p:cNvPr id="334" name="テキスト ボックス 333">
            <a:extLst>
              <a:ext uri="{FF2B5EF4-FFF2-40B4-BE49-F238E27FC236}">
                <a16:creationId xmlns:a16="http://schemas.microsoft.com/office/drawing/2014/main" id="{79B13E06-BB96-E039-D4D8-1DD9E7E353CE}"/>
              </a:ext>
            </a:extLst>
          </p:cNvPr>
          <p:cNvSpPr txBox="1"/>
          <p:nvPr/>
        </p:nvSpPr>
        <p:spPr>
          <a:xfrm>
            <a:off x="4258749" y="4698785"/>
            <a:ext cx="57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3</a:t>
            </a:r>
            <a:r>
              <a:rPr kumimoji="1" lang="en-US" altLang="ja-JP" b="1" baseline="30000" dirty="0"/>
              <a:t>rd</a:t>
            </a:r>
            <a:r>
              <a:rPr kumimoji="1" lang="en-US" altLang="ja-JP" b="1" dirty="0"/>
              <a:t> risk</a:t>
            </a:r>
            <a:endParaRPr kumimoji="1" lang="ja-JP" altLang="en-US" b="1" dirty="0"/>
          </a:p>
        </p:txBody>
      </p:sp>
      <p:sp>
        <p:nvSpPr>
          <p:cNvPr id="335" name="テキスト ボックス 334">
            <a:extLst>
              <a:ext uri="{FF2B5EF4-FFF2-40B4-BE49-F238E27FC236}">
                <a16:creationId xmlns:a16="http://schemas.microsoft.com/office/drawing/2014/main" id="{D17120FB-EE63-4391-AC0A-19FDE8D5A3C4}"/>
              </a:ext>
            </a:extLst>
          </p:cNvPr>
          <p:cNvSpPr txBox="1"/>
          <p:nvPr/>
        </p:nvSpPr>
        <p:spPr>
          <a:xfrm>
            <a:off x="4258749" y="5445224"/>
            <a:ext cx="57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/>
              <a:t>2</a:t>
            </a:r>
            <a:r>
              <a:rPr kumimoji="1" lang="en-US" altLang="ja-JP" b="1" baseline="30000" dirty="0"/>
              <a:t>nd</a:t>
            </a:r>
            <a:r>
              <a:rPr kumimoji="1" lang="en-US" altLang="ja-JP" b="1" dirty="0"/>
              <a:t> risk</a:t>
            </a:r>
            <a:endParaRPr kumimoji="1" lang="ja-JP" altLang="en-US" b="1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615028C2-8DFC-0DB3-D0CE-F85201102006}"/>
              </a:ext>
            </a:extLst>
          </p:cNvPr>
          <p:cNvSpPr txBox="1"/>
          <p:nvPr/>
        </p:nvSpPr>
        <p:spPr>
          <a:xfrm>
            <a:off x="5455274" y="3506524"/>
            <a:ext cx="561372" cy="2769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ja-JP" sz="1200" b="1" dirty="0"/>
              <a:t>Static</a:t>
            </a:r>
          </a:p>
        </p:txBody>
      </p:sp>
      <p:sp>
        <p:nvSpPr>
          <p:cNvPr id="364" name="テキスト ボックス 363">
            <a:extLst>
              <a:ext uri="{FF2B5EF4-FFF2-40B4-BE49-F238E27FC236}">
                <a16:creationId xmlns:a16="http://schemas.microsoft.com/office/drawing/2014/main" id="{F9BE5B77-967A-BEAE-230B-711CAB14F0A4}"/>
              </a:ext>
            </a:extLst>
          </p:cNvPr>
          <p:cNvSpPr txBox="1"/>
          <p:nvPr/>
        </p:nvSpPr>
        <p:spPr>
          <a:xfrm>
            <a:off x="9910955" y="3506524"/>
            <a:ext cx="561372" cy="2769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Static</a:t>
            </a:r>
            <a:endParaRPr kumimoji="1" lang="ja-JP" altLang="en-US" sz="1200" b="1" dirty="0"/>
          </a:p>
        </p:txBody>
      </p:sp>
      <p:sp>
        <p:nvSpPr>
          <p:cNvPr id="365" name="テキスト ボックス 364">
            <a:extLst>
              <a:ext uri="{FF2B5EF4-FFF2-40B4-BE49-F238E27FC236}">
                <a16:creationId xmlns:a16="http://schemas.microsoft.com/office/drawing/2014/main" id="{B9C155E8-539A-F81F-701C-D724115167C8}"/>
              </a:ext>
            </a:extLst>
          </p:cNvPr>
          <p:cNvSpPr txBox="1"/>
          <p:nvPr/>
        </p:nvSpPr>
        <p:spPr>
          <a:xfrm>
            <a:off x="7531816" y="3506524"/>
            <a:ext cx="774571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sp>
        <p:nvSpPr>
          <p:cNvPr id="366" name="テキスト ボックス 365">
            <a:extLst>
              <a:ext uri="{FF2B5EF4-FFF2-40B4-BE49-F238E27FC236}">
                <a16:creationId xmlns:a16="http://schemas.microsoft.com/office/drawing/2014/main" id="{4BB11E99-1BA6-E6F6-833F-C351C65FE16A}"/>
              </a:ext>
            </a:extLst>
          </p:cNvPr>
          <p:cNvSpPr txBox="1"/>
          <p:nvPr/>
        </p:nvSpPr>
        <p:spPr>
          <a:xfrm>
            <a:off x="11928648" y="3506524"/>
            <a:ext cx="774571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Dynamic</a:t>
            </a:r>
            <a:endParaRPr kumimoji="1" lang="ja-JP" altLang="en-US" sz="1200" b="1" dirty="0"/>
          </a:p>
        </p:txBody>
      </p:sp>
      <p:cxnSp>
        <p:nvCxnSpPr>
          <p:cNvPr id="367" name="直線コネクタ 366">
            <a:extLst>
              <a:ext uri="{FF2B5EF4-FFF2-40B4-BE49-F238E27FC236}">
                <a16:creationId xmlns:a16="http://schemas.microsoft.com/office/drawing/2014/main" id="{F25F8B51-AB01-1497-EF98-720D7D3F7BD2}"/>
              </a:ext>
            </a:extLst>
          </p:cNvPr>
          <p:cNvCxnSpPr>
            <a:cxnSpLocks/>
            <a:endCxn id="112" idx="0"/>
          </p:cNvCxnSpPr>
          <p:nvPr/>
        </p:nvCxnSpPr>
        <p:spPr>
          <a:xfrm>
            <a:off x="5303852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1" name="直線コネクタ 370">
            <a:extLst>
              <a:ext uri="{FF2B5EF4-FFF2-40B4-BE49-F238E27FC236}">
                <a16:creationId xmlns:a16="http://schemas.microsoft.com/office/drawing/2014/main" id="{5B502862-E0B4-4471-FB27-2E45C8F7D66D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6180212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5" name="直線コネクタ 374">
            <a:extLst>
              <a:ext uri="{FF2B5EF4-FFF2-40B4-BE49-F238E27FC236}">
                <a16:creationId xmlns:a16="http://schemas.microsoft.com/office/drawing/2014/main" id="{E6707541-C495-7A94-B06C-B815EC0A8955}"/>
              </a:ext>
            </a:extLst>
          </p:cNvPr>
          <p:cNvCxnSpPr>
            <a:cxnSpLocks/>
          </p:cNvCxnSpPr>
          <p:nvPr/>
        </p:nvCxnSpPr>
        <p:spPr>
          <a:xfrm>
            <a:off x="7320136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直線コネクタ 375">
            <a:extLst>
              <a:ext uri="{FF2B5EF4-FFF2-40B4-BE49-F238E27FC236}">
                <a16:creationId xmlns:a16="http://schemas.microsoft.com/office/drawing/2014/main" id="{8C7DD316-6554-CE5E-591B-733898351551}"/>
              </a:ext>
            </a:extLst>
          </p:cNvPr>
          <p:cNvCxnSpPr>
            <a:cxnSpLocks/>
            <a:endCxn id="116" idx="0"/>
          </p:cNvCxnSpPr>
          <p:nvPr/>
        </p:nvCxnSpPr>
        <p:spPr>
          <a:xfrm>
            <a:off x="8562802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0" name="直線コネクタ 379">
            <a:extLst>
              <a:ext uri="{FF2B5EF4-FFF2-40B4-BE49-F238E27FC236}">
                <a16:creationId xmlns:a16="http://schemas.microsoft.com/office/drawing/2014/main" id="{125525E2-0820-FFCA-0F53-C683541213F0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9582653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4" name="直線コネクタ 383">
            <a:extLst>
              <a:ext uri="{FF2B5EF4-FFF2-40B4-BE49-F238E27FC236}">
                <a16:creationId xmlns:a16="http://schemas.microsoft.com/office/drawing/2014/main" id="{F36C7159-23B8-23E2-158C-762172A659F4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10809952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8" name="直線コネクタ 387">
            <a:extLst>
              <a:ext uri="{FF2B5EF4-FFF2-40B4-BE49-F238E27FC236}">
                <a16:creationId xmlns:a16="http://schemas.microsoft.com/office/drawing/2014/main" id="{54201755-A99C-438E-AFE4-59FF100F19B4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11884659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1" name="直線コネクタ 390">
            <a:extLst>
              <a:ext uri="{FF2B5EF4-FFF2-40B4-BE49-F238E27FC236}">
                <a16:creationId xmlns:a16="http://schemas.microsoft.com/office/drawing/2014/main" id="{21D481E2-1B9D-4B23-1FC8-EE6A96763799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12761016" y="3284984"/>
            <a:ext cx="0" cy="785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直線コネクタ 399">
            <a:extLst>
              <a:ext uri="{FF2B5EF4-FFF2-40B4-BE49-F238E27FC236}">
                <a16:creationId xmlns:a16="http://schemas.microsoft.com/office/drawing/2014/main" id="{CFD708BE-0EBC-0B7B-F5F7-C0B1663A3BD1}"/>
              </a:ext>
            </a:extLst>
          </p:cNvPr>
          <p:cNvCxnSpPr>
            <a:cxnSpLocks/>
          </p:cNvCxnSpPr>
          <p:nvPr/>
        </p:nvCxnSpPr>
        <p:spPr>
          <a:xfrm flipH="1">
            <a:off x="13296800" y="5085184"/>
            <a:ext cx="144016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4" name="直線コネクタ 403">
            <a:extLst>
              <a:ext uri="{FF2B5EF4-FFF2-40B4-BE49-F238E27FC236}">
                <a16:creationId xmlns:a16="http://schemas.microsoft.com/office/drawing/2014/main" id="{D36AC0DD-B505-12B0-2C5B-68FFFD65BA8E}"/>
              </a:ext>
            </a:extLst>
          </p:cNvPr>
          <p:cNvCxnSpPr>
            <a:cxnSpLocks/>
          </p:cNvCxnSpPr>
          <p:nvPr/>
        </p:nvCxnSpPr>
        <p:spPr>
          <a:xfrm flipV="1">
            <a:off x="13440816" y="5085184"/>
            <a:ext cx="0" cy="216024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6" name="直線コネクタ 405">
            <a:extLst>
              <a:ext uri="{FF2B5EF4-FFF2-40B4-BE49-F238E27FC236}">
                <a16:creationId xmlns:a16="http://schemas.microsoft.com/office/drawing/2014/main" id="{139A79BF-D027-45BF-DD08-862E84D13C9C}"/>
              </a:ext>
            </a:extLst>
          </p:cNvPr>
          <p:cNvCxnSpPr>
            <a:cxnSpLocks/>
          </p:cNvCxnSpPr>
          <p:nvPr/>
        </p:nvCxnSpPr>
        <p:spPr>
          <a:xfrm flipV="1">
            <a:off x="13512824" y="4948326"/>
            <a:ext cx="0" cy="352882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7" name="直線コネクタ 406">
            <a:extLst>
              <a:ext uri="{FF2B5EF4-FFF2-40B4-BE49-F238E27FC236}">
                <a16:creationId xmlns:a16="http://schemas.microsoft.com/office/drawing/2014/main" id="{F00355F2-3AB1-BB6D-8ECA-D99CCD4DD369}"/>
              </a:ext>
            </a:extLst>
          </p:cNvPr>
          <p:cNvCxnSpPr>
            <a:cxnSpLocks/>
          </p:cNvCxnSpPr>
          <p:nvPr/>
        </p:nvCxnSpPr>
        <p:spPr>
          <a:xfrm flipV="1">
            <a:off x="13584832" y="4811469"/>
            <a:ext cx="0" cy="489739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8" name="直線コネクタ 407">
            <a:extLst>
              <a:ext uri="{FF2B5EF4-FFF2-40B4-BE49-F238E27FC236}">
                <a16:creationId xmlns:a16="http://schemas.microsoft.com/office/drawing/2014/main" id="{E3C231F5-20CE-1197-D593-4D56A69002BC}"/>
              </a:ext>
            </a:extLst>
          </p:cNvPr>
          <p:cNvCxnSpPr>
            <a:cxnSpLocks/>
          </p:cNvCxnSpPr>
          <p:nvPr/>
        </p:nvCxnSpPr>
        <p:spPr>
          <a:xfrm flipV="1">
            <a:off x="13656840" y="4674612"/>
            <a:ext cx="0" cy="62659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23" name="テキスト ボックス 422">
            <a:extLst>
              <a:ext uri="{FF2B5EF4-FFF2-40B4-BE49-F238E27FC236}">
                <a16:creationId xmlns:a16="http://schemas.microsoft.com/office/drawing/2014/main" id="{2A6A8CFF-2773-6ADE-10B0-FCC300DBB690}"/>
              </a:ext>
            </a:extLst>
          </p:cNvPr>
          <p:cNvSpPr txBox="1"/>
          <p:nvPr/>
        </p:nvSpPr>
        <p:spPr>
          <a:xfrm>
            <a:off x="13087104" y="5386711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Notification</a:t>
            </a:r>
          </a:p>
          <a:p>
            <a:pPr algn="ctr"/>
            <a:r>
              <a:rPr lang="en-US" altLang="ja-JP" sz="1200" dirty="0"/>
              <a:t>generator</a:t>
            </a:r>
            <a:endParaRPr kumimoji="1" lang="ja-JP" altLang="en-US" sz="1200" dirty="0"/>
          </a:p>
        </p:txBody>
      </p:sp>
      <p:sp>
        <p:nvSpPr>
          <p:cNvPr id="426" name="テキスト ボックス 425">
            <a:extLst>
              <a:ext uri="{FF2B5EF4-FFF2-40B4-BE49-F238E27FC236}">
                <a16:creationId xmlns:a16="http://schemas.microsoft.com/office/drawing/2014/main" id="{93B3D17C-E2E6-B54E-B9C6-22845C7C4BCE}"/>
              </a:ext>
            </a:extLst>
          </p:cNvPr>
          <p:cNvSpPr txBox="1"/>
          <p:nvPr/>
        </p:nvSpPr>
        <p:spPr>
          <a:xfrm>
            <a:off x="11919292" y="5806082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grpSp>
        <p:nvGrpSpPr>
          <p:cNvPr id="427" name="グループ化 426">
            <a:extLst>
              <a:ext uri="{FF2B5EF4-FFF2-40B4-BE49-F238E27FC236}">
                <a16:creationId xmlns:a16="http://schemas.microsoft.com/office/drawing/2014/main" id="{E98E3485-1E2C-8F5C-C319-CEACE47979B7}"/>
              </a:ext>
            </a:extLst>
          </p:cNvPr>
          <p:cNvGrpSpPr/>
          <p:nvPr/>
        </p:nvGrpSpPr>
        <p:grpSpPr>
          <a:xfrm>
            <a:off x="12002189" y="5958976"/>
            <a:ext cx="205124" cy="360001"/>
            <a:chOff x="9721614" y="5921242"/>
            <a:chExt cx="163486" cy="397955"/>
          </a:xfrm>
        </p:grpSpPr>
        <p:cxnSp>
          <p:nvCxnSpPr>
            <p:cNvPr id="428" name="直線コネクタ 427">
              <a:extLst>
                <a:ext uri="{FF2B5EF4-FFF2-40B4-BE49-F238E27FC236}">
                  <a16:creationId xmlns:a16="http://schemas.microsoft.com/office/drawing/2014/main" id="{D5C04878-2A0B-DFAB-9B27-4D66949CE24A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9" name="直線コネクタ 428">
              <a:extLst>
                <a:ext uri="{FF2B5EF4-FFF2-40B4-BE49-F238E27FC236}">
                  <a16:creationId xmlns:a16="http://schemas.microsoft.com/office/drawing/2014/main" id="{D50411EC-8270-B182-8BE9-09F41E832ED6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0" name="直線コネクタ 429">
              <a:extLst>
                <a:ext uri="{FF2B5EF4-FFF2-40B4-BE49-F238E27FC236}">
                  <a16:creationId xmlns:a16="http://schemas.microsoft.com/office/drawing/2014/main" id="{489B6EB0-A513-8D6F-B6F8-A50E0B844552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1" name="正方形/長方形 430">
            <a:extLst>
              <a:ext uri="{FF2B5EF4-FFF2-40B4-BE49-F238E27FC236}">
                <a16:creationId xmlns:a16="http://schemas.microsoft.com/office/drawing/2014/main" id="{F00EFD06-CD90-2EDB-F2BE-18566D1A5FE4}"/>
              </a:ext>
            </a:extLst>
          </p:cNvPr>
          <p:cNvSpPr/>
          <p:nvPr/>
        </p:nvSpPr>
        <p:spPr>
          <a:xfrm>
            <a:off x="12000883" y="6444976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9A55B5DB-538E-F0D0-C9C3-BEC0C453A328}"/>
              </a:ext>
            </a:extLst>
          </p:cNvPr>
          <p:cNvSpPr/>
          <p:nvPr/>
        </p:nvSpPr>
        <p:spPr>
          <a:xfrm>
            <a:off x="11991300" y="6616445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394" name="フローチャート: 他ページ結合子 393">
            <a:extLst>
              <a:ext uri="{FF2B5EF4-FFF2-40B4-BE49-F238E27FC236}">
                <a16:creationId xmlns:a16="http://schemas.microsoft.com/office/drawing/2014/main" id="{4CBB920E-94A3-BAF2-5AAD-0C5DBB5A3C36}"/>
              </a:ext>
            </a:extLst>
          </p:cNvPr>
          <p:cNvSpPr/>
          <p:nvPr/>
        </p:nvSpPr>
        <p:spPr>
          <a:xfrm>
            <a:off x="13368809" y="5157192"/>
            <a:ext cx="360040" cy="289189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971296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20A4A-9AE0-BC0D-672F-991C9E05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81A1E-B1D6-DC60-0F75-4E77C0CA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梗概　手法概要図</a:t>
            </a:r>
            <a:r>
              <a:rPr kumimoji="1" lang="en-US" altLang="ja-JP" dirty="0"/>
              <a:t>v3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75F88D7-085D-C02A-E9CC-1C337382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40</a:t>
            </a:fld>
            <a:endParaRPr lang="ja-JP" altLang="en-US"/>
          </a:p>
        </p:txBody>
      </p:sp>
      <p:cxnSp>
        <p:nvCxnSpPr>
          <p:cNvPr id="395" name="直線コネクタ 394">
            <a:extLst>
              <a:ext uri="{FF2B5EF4-FFF2-40B4-BE49-F238E27FC236}">
                <a16:creationId xmlns:a16="http://schemas.microsoft.com/office/drawing/2014/main" id="{07A3AC0F-DC26-525C-811D-9A93EEFD51DC}"/>
              </a:ext>
            </a:extLst>
          </p:cNvPr>
          <p:cNvCxnSpPr>
            <a:cxnSpLocks/>
          </p:cNvCxnSpPr>
          <p:nvPr/>
        </p:nvCxnSpPr>
        <p:spPr>
          <a:xfrm flipH="1">
            <a:off x="3583338" y="4674612"/>
            <a:ext cx="691276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直線コネクタ 397">
            <a:extLst>
              <a:ext uri="{FF2B5EF4-FFF2-40B4-BE49-F238E27FC236}">
                <a16:creationId xmlns:a16="http://schemas.microsoft.com/office/drawing/2014/main" id="{F87EF47C-938E-AAD5-6548-90B39316EC90}"/>
              </a:ext>
            </a:extLst>
          </p:cNvPr>
          <p:cNvCxnSpPr>
            <a:cxnSpLocks/>
          </p:cNvCxnSpPr>
          <p:nvPr/>
        </p:nvCxnSpPr>
        <p:spPr>
          <a:xfrm flipH="1">
            <a:off x="5887593" y="4811469"/>
            <a:ext cx="4536504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9" name="直線コネクタ 398">
            <a:extLst>
              <a:ext uri="{FF2B5EF4-FFF2-40B4-BE49-F238E27FC236}">
                <a16:creationId xmlns:a16="http://schemas.microsoft.com/office/drawing/2014/main" id="{712B082F-8F83-DDEB-DB46-D41D0FDBC8F3}"/>
              </a:ext>
            </a:extLst>
          </p:cNvPr>
          <p:cNvCxnSpPr>
            <a:cxnSpLocks/>
          </p:cNvCxnSpPr>
          <p:nvPr/>
        </p:nvCxnSpPr>
        <p:spPr>
          <a:xfrm flipH="1">
            <a:off x="8128417" y="4948326"/>
            <a:ext cx="2223672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32368B2B-847F-4C30-53CC-4C5CA17AD4F5}"/>
              </a:ext>
            </a:extLst>
          </p:cNvPr>
          <p:cNvSpPr/>
          <p:nvPr/>
        </p:nvSpPr>
        <p:spPr>
          <a:xfrm>
            <a:off x="1567113" y="3645024"/>
            <a:ext cx="2016225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1" name="正方形/長方形 320">
            <a:extLst>
              <a:ext uri="{FF2B5EF4-FFF2-40B4-BE49-F238E27FC236}">
                <a16:creationId xmlns:a16="http://schemas.microsoft.com/office/drawing/2014/main" id="{DADD63A1-C56C-CE3E-46B8-F8FA6CB0E933}"/>
              </a:ext>
            </a:extLst>
          </p:cNvPr>
          <p:cNvSpPr/>
          <p:nvPr/>
        </p:nvSpPr>
        <p:spPr>
          <a:xfrm>
            <a:off x="5933395" y="3645024"/>
            <a:ext cx="2195022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14DF64A8-CF44-8CFE-E248-AD09CB94882B}"/>
              </a:ext>
            </a:extLst>
          </p:cNvPr>
          <p:cNvSpPr/>
          <p:nvPr/>
        </p:nvSpPr>
        <p:spPr>
          <a:xfrm>
            <a:off x="3655345" y="3645024"/>
            <a:ext cx="2232248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0D7E5EBC-C2A0-535E-44CE-68289D0122AC}"/>
              </a:ext>
            </a:extLst>
          </p:cNvPr>
          <p:cNvSpPr/>
          <p:nvPr/>
        </p:nvSpPr>
        <p:spPr>
          <a:xfrm>
            <a:off x="8191849" y="3645024"/>
            <a:ext cx="1944216" cy="17281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9C5DACA2-4539-836A-C62E-79DCB45CE788}"/>
              </a:ext>
            </a:extLst>
          </p:cNvPr>
          <p:cNvSpPr/>
          <p:nvPr/>
        </p:nvSpPr>
        <p:spPr>
          <a:xfrm>
            <a:off x="2315581" y="974034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Bounding box RGB image</a:t>
            </a:r>
            <a:endParaRPr kumimoji="1" lang="ja-JP" altLang="en-US" sz="1200" dirty="0"/>
          </a:p>
        </p:txBody>
      </p: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C46A133D-78AD-A585-D8CF-E6E550790A33}"/>
              </a:ext>
            </a:extLst>
          </p:cNvPr>
          <p:cNvSpPr/>
          <p:nvPr/>
        </p:nvSpPr>
        <p:spPr>
          <a:xfrm>
            <a:off x="5375920" y="981585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Background differencing</a:t>
            </a:r>
          </a:p>
          <a:p>
            <a:pPr algn="ctr"/>
            <a:r>
              <a:rPr kumimoji="1" lang="en-US" altLang="ja-JP" sz="1200" dirty="0"/>
              <a:t>image</a:t>
            </a:r>
            <a:endParaRPr kumimoji="1" lang="ja-JP" altLang="en-US" sz="1200" dirty="0"/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5B89ABA2-62F2-A01B-8539-513DDE5CBDD8}"/>
              </a:ext>
            </a:extLst>
          </p:cNvPr>
          <p:cNvSpPr/>
          <p:nvPr/>
        </p:nvSpPr>
        <p:spPr>
          <a:xfrm>
            <a:off x="8263857" y="959148"/>
            <a:ext cx="1239367" cy="7627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Extracted </a:t>
            </a:r>
            <a:r>
              <a:rPr kumimoji="1" lang="en-US" altLang="ja-JP" sz="1200" dirty="0" err="1"/>
              <a:t>PointCloud</a:t>
            </a:r>
            <a:endParaRPr kumimoji="1" lang="ja-JP" altLang="en-US" sz="1200" dirty="0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4CF9595F-F2BF-06AC-651C-5043F4802060}"/>
              </a:ext>
            </a:extLst>
          </p:cNvPr>
          <p:cNvSpPr/>
          <p:nvPr/>
        </p:nvSpPr>
        <p:spPr>
          <a:xfrm>
            <a:off x="1711129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4A75928-122E-1F37-B14E-65CCCC96CC69}"/>
              </a:ext>
            </a:extLst>
          </p:cNvPr>
          <p:cNvSpPr/>
          <p:nvPr/>
        </p:nvSpPr>
        <p:spPr>
          <a:xfrm>
            <a:off x="3727353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1C1BA1F-DF2E-6DC2-227B-801038E3B63F}"/>
              </a:ext>
            </a:extLst>
          </p:cNvPr>
          <p:cNvSpPr/>
          <p:nvPr/>
        </p:nvSpPr>
        <p:spPr>
          <a:xfrm>
            <a:off x="5968177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D88751D-94A1-C914-0F56-8F8B7A70E6B8}"/>
              </a:ext>
            </a:extLst>
          </p:cNvPr>
          <p:cNvSpPr/>
          <p:nvPr/>
        </p:nvSpPr>
        <p:spPr>
          <a:xfrm>
            <a:off x="9343977" y="2060848"/>
            <a:ext cx="703594" cy="4870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Trigger</a:t>
            </a:r>
            <a:endParaRPr kumimoji="1" lang="ja-JP" altLang="en-US" sz="1200" dirty="0"/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C2597ABE-935E-52CD-4454-34AB8C80CB16}"/>
              </a:ext>
            </a:extLst>
          </p:cNvPr>
          <p:cNvSpPr/>
          <p:nvPr/>
        </p:nvSpPr>
        <p:spPr>
          <a:xfrm>
            <a:off x="2071169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Attribution</a:t>
            </a:r>
            <a:endParaRPr kumimoji="1" lang="ja-JP" altLang="en-US" sz="1200" dirty="0"/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DCD5B37B-5ADC-628F-6965-F0B2F42643B6}"/>
              </a:ext>
            </a:extLst>
          </p:cNvPr>
          <p:cNvSpPr/>
          <p:nvPr/>
        </p:nvSpPr>
        <p:spPr>
          <a:xfrm>
            <a:off x="4231409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</a:t>
            </a:r>
            <a:endParaRPr kumimoji="1" lang="ja-JP" altLang="en-US" sz="1200" dirty="0"/>
          </a:p>
        </p:txBody>
      </p:sp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A3EBEFB6-5914-EEC7-2F30-CED60643350B}"/>
              </a:ext>
            </a:extLst>
          </p:cNvPr>
          <p:cNvSpPr/>
          <p:nvPr/>
        </p:nvSpPr>
        <p:spPr>
          <a:xfrm>
            <a:off x="6499721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Objects</a:t>
            </a:r>
            <a:endParaRPr kumimoji="1" lang="ja-JP" altLang="en-US" sz="1200" dirty="0"/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FC98C33C-46F3-4EBC-39E0-CE7AE30E6F41}"/>
              </a:ext>
            </a:extLst>
          </p:cNvPr>
          <p:cNvSpPr/>
          <p:nvPr/>
        </p:nvSpPr>
        <p:spPr>
          <a:xfrm>
            <a:off x="8623897" y="4776417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Surrounding staff</a:t>
            </a:r>
            <a:endParaRPr kumimoji="1" lang="ja-JP" altLang="en-US" sz="1200" dirty="0"/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03A7E2F7-8CF0-3602-4455-AC012F2A1466}"/>
              </a:ext>
            </a:extLst>
          </p:cNvPr>
          <p:cNvSpPr/>
          <p:nvPr/>
        </p:nvSpPr>
        <p:spPr>
          <a:xfrm>
            <a:off x="4231409" y="5465820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Internal</a:t>
            </a:r>
            <a:endParaRPr kumimoji="1" lang="ja-JP" altLang="en-US" sz="1200" dirty="0"/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D3E9BC5C-9E25-F80F-60F2-290A8ED7C62D}"/>
              </a:ext>
            </a:extLst>
          </p:cNvPr>
          <p:cNvSpPr/>
          <p:nvPr/>
        </p:nvSpPr>
        <p:spPr>
          <a:xfrm>
            <a:off x="6499721" y="5500311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External</a:t>
            </a:r>
            <a:endParaRPr kumimoji="1" lang="ja-JP" altLang="en-US" sz="1200" dirty="0"/>
          </a:p>
        </p:txBody>
      </p:sp>
      <p:sp>
        <p:nvSpPr>
          <p:cNvPr id="129" name="四角形: 角を丸くする 128">
            <a:extLst>
              <a:ext uri="{FF2B5EF4-FFF2-40B4-BE49-F238E27FC236}">
                <a16:creationId xmlns:a16="http://schemas.microsoft.com/office/drawing/2014/main" id="{F8406585-B1EE-CB1B-F2B5-7E3031C4CE0E}"/>
              </a:ext>
            </a:extLst>
          </p:cNvPr>
          <p:cNvSpPr/>
          <p:nvPr/>
        </p:nvSpPr>
        <p:spPr>
          <a:xfrm>
            <a:off x="5329234" y="6189715"/>
            <a:ext cx="1080000" cy="4877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/>
              <a:t>Total risk</a:t>
            </a:r>
            <a:endParaRPr kumimoji="1" lang="ja-JP" altLang="en-US" sz="1200" b="1" dirty="0"/>
          </a:p>
        </p:txBody>
      </p: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0220FBDD-9779-0FA5-1D9A-109B7438B559}"/>
              </a:ext>
            </a:extLst>
          </p:cNvPr>
          <p:cNvSpPr/>
          <p:nvPr/>
        </p:nvSpPr>
        <p:spPr>
          <a:xfrm>
            <a:off x="1711129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Patient</a:t>
            </a:r>
            <a:endParaRPr kumimoji="1" lang="ja-JP" altLang="en-US" sz="1200" dirty="0"/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E33F7A96-2100-ED47-3BAB-79E69CBF38F0}"/>
              </a:ext>
            </a:extLst>
          </p:cNvPr>
          <p:cNvSpPr/>
          <p:nvPr/>
        </p:nvSpPr>
        <p:spPr>
          <a:xfrm>
            <a:off x="2587489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Age</a:t>
            </a:r>
            <a:endParaRPr kumimoji="1" lang="ja-JP" altLang="en-US" sz="1200" dirty="0"/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11EA74BC-45FB-4C3F-F83E-A13A1439E53C}"/>
              </a:ext>
            </a:extLst>
          </p:cNvPr>
          <p:cNvSpPr/>
          <p:nvPr/>
        </p:nvSpPr>
        <p:spPr>
          <a:xfrm>
            <a:off x="3742780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1</a:t>
            </a:r>
            <a:endParaRPr kumimoji="1" lang="ja-JP" altLang="en-US" sz="1200" dirty="0"/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F644DCF0-9738-078A-49F7-C5551542BCD5}"/>
              </a:ext>
            </a:extLst>
          </p:cNvPr>
          <p:cNvSpPr/>
          <p:nvPr/>
        </p:nvSpPr>
        <p:spPr>
          <a:xfrm>
            <a:off x="4970079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Action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2510D8FA-C04D-F0E4-F759-67426DFC2EC2}"/>
              </a:ext>
            </a:extLst>
          </p:cNvPr>
          <p:cNvSpPr/>
          <p:nvPr/>
        </p:nvSpPr>
        <p:spPr>
          <a:xfrm>
            <a:off x="5989930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1</a:t>
            </a:r>
            <a:endParaRPr kumimoji="1" lang="ja-JP" altLang="en-US" sz="1200" dirty="0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F4B3CC89-CE82-042E-A045-691D44F377E3}"/>
              </a:ext>
            </a:extLst>
          </p:cNvPr>
          <p:cNvSpPr/>
          <p:nvPr/>
        </p:nvSpPr>
        <p:spPr>
          <a:xfrm>
            <a:off x="7217229" y="3779149"/>
            <a:ext cx="863976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Object </a:t>
            </a:r>
            <a:r>
              <a:rPr kumimoji="1" lang="en-US" altLang="ja-JP" sz="1200" i="1" dirty="0"/>
              <a:t>n</a:t>
            </a:r>
            <a:endParaRPr kumimoji="1" lang="ja-JP" altLang="en-US" sz="1200" i="1" dirty="0"/>
          </a:p>
        </p:txBody>
      </p:sp>
      <p:sp>
        <p:nvSpPr>
          <p:cNvPr id="119" name="四角形: 角を丸くする 118">
            <a:extLst>
              <a:ext uri="{FF2B5EF4-FFF2-40B4-BE49-F238E27FC236}">
                <a16:creationId xmlns:a16="http://schemas.microsoft.com/office/drawing/2014/main" id="{26B54D13-EEF2-1931-5B0F-D1013D169C93}"/>
              </a:ext>
            </a:extLst>
          </p:cNvPr>
          <p:cNvSpPr/>
          <p:nvPr/>
        </p:nvSpPr>
        <p:spPr>
          <a:xfrm>
            <a:off x="8203950" y="3779149"/>
            <a:ext cx="930422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Distance</a:t>
            </a:r>
            <a:endParaRPr kumimoji="1" lang="ja-JP" altLang="en-US" sz="1200" dirty="0"/>
          </a:p>
        </p:txBody>
      </p: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1654573B-6736-1F52-DF3B-63DD41D5767C}"/>
              </a:ext>
            </a:extLst>
          </p:cNvPr>
          <p:cNvSpPr/>
          <p:nvPr/>
        </p:nvSpPr>
        <p:spPr>
          <a:xfrm>
            <a:off x="9189135" y="3779149"/>
            <a:ext cx="930422" cy="50405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Direction</a:t>
            </a:r>
            <a:endParaRPr kumimoji="1" lang="ja-JP" altLang="en-US" sz="1200" dirty="0"/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D76B2AC6-939E-A23A-DE90-298914057C5F}"/>
              </a:ext>
            </a:extLst>
          </p:cNvPr>
          <p:cNvSpPr txBox="1"/>
          <p:nvPr/>
        </p:nvSpPr>
        <p:spPr>
          <a:xfrm>
            <a:off x="4619140" y="3851157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93D65E99-1529-1FC8-5970-D8F14E07767A}"/>
              </a:ext>
            </a:extLst>
          </p:cNvPr>
          <p:cNvSpPr txBox="1"/>
          <p:nvPr/>
        </p:nvSpPr>
        <p:spPr>
          <a:xfrm>
            <a:off x="6866290" y="3851157"/>
            <a:ext cx="338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…</a:t>
            </a:r>
            <a:endParaRPr kumimoji="1" lang="ja-JP" altLang="en-US" sz="1200" dirty="0"/>
          </a:p>
        </p:txBody>
      </p: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3DBF0384-B1AB-686C-0B75-6BBFD071C7F6}"/>
              </a:ext>
            </a:extLst>
          </p:cNvPr>
          <p:cNvCxnSpPr>
            <a:stCxn id="112" idx="2"/>
            <a:endCxn id="121" idx="0"/>
          </p:cNvCxnSpPr>
          <p:nvPr/>
        </p:nvCxnSpPr>
        <p:spPr>
          <a:xfrm>
            <a:off x="2143117" y="4283205"/>
            <a:ext cx="468052" cy="4932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D137E0D1-BA29-D6D1-3901-14429D747E53}"/>
              </a:ext>
            </a:extLst>
          </p:cNvPr>
          <p:cNvCxnSpPr>
            <a:cxnSpLocks/>
            <a:stCxn id="114" idx="2"/>
            <a:endCxn id="121" idx="0"/>
          </p:cNvCxnSpPr>
          <p:nvPr/>
        </p:nvCxnSpPr>
        <p:spPr>
          <a:xfrm flipH="1">
            <a:off x="2611169" y="4283205"/>
            <a:ext cx="408308" cy="4932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CCD4D8A0-6714-1EBC-389F-D5E2FDE991AD}"/>
              </a:ext>
            </a:extLst>
          </p:cNvPr>
          <p:cNvCxnSpPr>
            <a:cxnSpLocks/>
            <a:stCxn id="116" idx="2"/>
            <a:endCxn id="122" idx="0"/>
          </p:cNvCxnSpPr>
          <p:nvPr/>
        </p:nvCxnSpPr>
        <p:spPr>
          <a:xfrm flipH="1">
            <a:off x="4771409" y="4283205"/>
            <a:ext cx="630658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87E47F0D-95DC-449F-59DC-99DBB2DBBF65}"/>
              </a:ext>
            </a:extLst>
          </p:cNvPr>
          <p:cNvCxnSpPr>
            <a:cxnSpLocks/>
            <a:stCxn id="122" idx="0"/>
            <a:endCxn id="115" idx="2"/>
          </p:cNvCxnSpPr>
          <p:nvPr/>
        </p:nvCxnSpPr>
        <p:spPr>
          <a:xfrm flipH="1" flipV="1">
            <a:off x="4174768" y="4283205"/>
            <a:ext cx="596641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43F481C0-721C-4E96-06FE-57DFB3D3FBB5}"/>
              </a:ext>
            </a:extLst>
          </p:cNvPr>
          <p:cNvCxnSpPr>
            <a:cxnSpLocks/>
            <a:stCxn id="123" idx="0"/>
            <a:endCxn id="117" idx="2"/>
          </p:cNvCxnSpPr>
          <p:nvPr/>
        </p:nvCxnSpPr>
        <p:spPr>
          <a:xfrm flipH="1" flipV="1">
            <a:off x="6421918" y="4283205"/>
            <a:ext cx="617803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コネクタ 153">
            <a:extLst>
              <a:ext uri="{FF2B5EF4-FFF2-40B4-BE49-F238E27FC236}">
                <a16:creationId xmlns:a16="http://schemas.microsoft.com/office/drawing/2014/main" id="{9C1B95A4-7336-4937-B8CA-F3B394C5C01D}"/>
              </a:ext>
            </a:extLst>
          </p:cNvPr>
          <p:cNvCxnSpPr>
            <a:cxnSpLocks/>
            <a:stCxn id="123" idx="0"/>
            <a:endCxn id="118" idx="2"/>
          </p:cNvCxnSpPr>
          <p:nvPr/>
        </p:nvCxnSpPr>
        <p:spPr>
          <a:xfrm flipV="1">
            <a:off x="7039721" y="4283205"/>
            <a:ext cx="609496" cy="49321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BDE16C6C-CE14-0FE6-A9D4-6015CE552775}"/>
              </a:ext>
            </a:extLst>
          </p:cNvPr>
          <p:cNvCxnSpPr>
            <a:cxnSpLocks/>
            <a:stCxn id="124" idx="0"/>
            <a:endCxn id="120" idx="2"/>
          </p:cNvCxnSpPr>
          <p:nvPr/>
        </p:nvCxnSpPr>
        <p:spPr>
          <a:xfrm flipV="1">
            <a:off x="9163897" y="4283205"/>
            <a:ext cx="490449" cy="4932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12F29A85-3E35-0604-9C9A-F57FC59517C2}"/>
              </a:ext>
            </a:extLst>
          </p:cNvPr>
          <p:cNvCxnSpPr>
            <a:cxnSpLocks/>
            <a:stCxn id="119" idx="2"/>
            <a:endCxn id="124" idx="0"/>
          </p:cNvCxnSpPr>
          <p:nvPr/>
        </p:nvCxnSpPr>
        <p:spPr>
          <a:xfrm>
            <a:off x="8669161" y="4283205"/>
            <a:ext cx="494736" cy="4932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76B1CA48-D263-3F99-7828-D290001857B5}"/>
              </a:ext>
            </a:extLst>
          </p:cNvPr>
          <p:cNvCxnSpPr>
            <a:cxnSpLocks/>
            <a:stCxn id="126" idx="0"/>
            <a:endCxn id="124" idx="2"/>
          </p:cNvCxnSpPr>
          <p:nvPr/>
        </p:nvCxnSpPr>
        <p:spPr>
          <a:xfrm flipV="1">
            <a:off x="7039721" y="5264201"/>
            <a:ext cx="2124176" cy="236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07EAAE73-ADA5-5BBA-44C1-7B66F2A48BA7}"/>
              </a:ext>
            </a:extLst>
          </p:cNvPr>
          <p:cNvCxnSpPr>
            <a:cxnSpLocks/>
            <a:stCxn id="123" idx="2"/>
            <a:endCxn id="126" idx="0"/>
          </p:cNvCxnSpPr>
          <p:nvPr/>
        </p:nvCxnSpPr>
        <p:spPr>
          <a:xfrm>
            <a:off x="7039721" y="5264201"/>
            <a:ext cx="0" cy="2361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コネクタ 170">
            <a:extLst>
              <a:ext uri="{FF2B5EF4-FFF2-40B4-BE49-F238E27FC236}">
                <a16:creationId xmlns:a16="http://schemas.microsoft.com/office/drawing/2014/main" id="{D371B0E8-42BD-AC4E-BC19-A953CE90821F}"/>
              </a:ext>
            </a:extLst>
          </p:cNvPr>
          <p:cNvCxnSpPr>
            <a:cxnSpLocks/>
            <a:stCxn id="122" idx="2"/>
            <a:endCxn id="125" idx="0"/>
          </p:cNvCxnSpPr>
          <p:nvPr/>
        </p:nvCxnSpPr>
        <p:spPr>
          <a:xfrm>
            <a:off x="4771409" y="5264201"/>
            <a:ext cx="0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直線コネクタ 173">
            <a:extLst>
              <a:ext uri="{FF2B5EF4-FFF2-40B4-BE49-F238E27FC236}">
                <a16:creationId xmlns:a16="http://schemas.microsoft.com/office/drawing/2014/main" id="{F59C3CF2-0C77-D876-E941-9A4F9D05CB7E}"/>
              </a:ext>
            </a:extLst>
          </p:cNvPr>
          <p:cNvCxnSpPr>
            <a:cxnSpLocks/>
            <a:stCxn id="125" idx="0"/>
            <a:endCxn id="121" idx="2"/>
          </p:cNvCxnSpPr>
          <p:nvPr/>
        </p:nvCxnSpPr>
        <p:spPr>
          <a:xfrm flipH="1" flipV="1">
            <a:off x="2611169" y="5264201"/>
            <a:ext cx="2160240" cy="2016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161576EF-004F-400F-2F27-6D5616F213DC}"/>
              </a:ext>
            </a:extLst>
          </p:cNvPr>
          <p:cNvCxnSpPr>
            <a:cxnSpLocks/>
            <a:stCxn id="129" idx="0"/>
            <a:endCxn id="125" idx="2"/>
          </p:cNvCxnSpPr>
          <p:nvPr/>
        </p:nvCxnSpPr>
        <p:spPr>
          <a:xfrm flipH="1" flipV="1">
            <a:off x="4771409" y="5953604"/>
            <a:ext cx="1097825" cy="236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線コネクタ 179">
            <a:extLst>
              <a:ext uri="{FF2B5EF4-FFF2-40B4-BE49-F238E27FC236}">
                <a16:creationId xmlns:a16="http://schemas.microsoft.com/office/drawing/2014/main" id="{A9F678E7-46B6-1171-ECE8-97EF51DAE4F1}"/>
              </a:ext>
            </a:extLst>
          </p:cNvPr>
          <p:cNvCxnSpPr>
            <a:cxnSpLocks/>
            <a:stCxn id="126" idx="2"/>
            <a:endCxn id="129" idx="0"/>
          </p:cNvCxnSpPr>
          <p:nvPr/>
        </p:nvCxnSpPr>
        <p:spPr>
          <a:xfrm flipH="1">
            <a:off x="5869234" y="5988095"/>
            <a:ext cx="1170487" cy="2016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線コネクタ 242">
            <a:extLst>
              <a:ext uri="{FF2B5EF4-FFF2-40B4-BE49-F238E27FC236}">
                <a16:creationId xmlns:a16="http://schemas.microsoft.com/office/drawing/2014/main" id="{69101E7E-4E59-1760-F2BB-E5738B2A3B43}"/>
              </a:ext>
            </a:extLst>
          </p:cNvPr>
          <p:cNvCxnSpPr>
            <a:cxnSpLocks/>
          </p:cNvCxnSpPr>
          <p:nvPr/>
        </p:nvCxnSpPr>
        <p:spPr>
          <a:xfrm flipV="1">
            <a:off x="2935265" y="1844824"/>
            <a:ext cx="0" cy="86409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直線コネクタ 245">
            <a:extLst>
              <a:ext uri="{FF2B5EF4-FFF2-40B4-BE49-F238E27FC236}">
                <a16:creationId xmlns:a16="http://schemas.microsoft.com/office/drawing/2014/main" id="{D8215E89-470A-BB19-1B67-15076B76D0D1}"/>
              </a:ext>
            </a:extLst>
          </p:cNvPr>
          <p:cNvCxnSpPr>
            <a:cxnSpLocks/>
          </p:cNvCxnSpPr>
          <p:nvPr/>
        </p:nvCxnSpPr>
        <p:spPr>
          <a:xfrm flipV="1">
            <a:off x="5266127" y="1844824"/>
            <a:ext cx="0" cy="86409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線コネクタ 246">
            <a:extLst>
              <a:ext uri="{FF2B5EF4-FFF2-40B4-BE49-F238E27FC236}">
                <a16:creationId xmlns:a16="http://schemas.microsoft.com/office/drawing/2014/main" id="{5B4673BA-E1C3-21E2-4A2D-83F6E0C112EC}"/>
              </a:ext>
            </a:extLst>
          </p:cNvPr>
          <p:cNvCxnSpPr>
            <a:cxnSpLocks/>
          </p:cNvCxnSpPr>
          <p:nvPr/>
        </p:nvCxnSpPr>
        <p:spPr>
          <a:xfrm flipV="1">
            <a:off x="7552353" y="1844824"/>
            <a:ext cx="0" cy="86409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線コネクタ 247">
            <a:extLst>
              <a:ext uri="{FF2B5EF4-FFF2-40B4-BE49-F238E27FC236}">
                <a16:creationId xmlns:a16="http://schemas.microsoft.com/office/drawing/2014/main" id="{FBE69C10-0C04-CDEA-421E-AC58C5602955}"/>
              </a:ext>
            </a:extLst>
          </p:cNvPr>
          <p:cNvCxnSpPr>
            <a:cxnSpLocks/>
          </p:cNvCxnSpPr>
          <p:nvPr/>
        </p:nvCxnSpPr>
        <p:spPr>
          <a:xfrm>
            <a:off x="2935265" y="1871824"/>
            <a:ext cx="4608512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CE5F896F-1389-FAAA-C22A-61B6E85F3CE6}"/>
              </a:ext>
            </a:extLst>
          </p:cNvPr>
          <p:cNvSpPr/>
          <p:nvPr/>
        </p:nvSpPr>
        <p:spPr>
          <a:xfrm>
            <a:off x="5239521" y="1844824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54" name="楕円 253">
            <a:extLst>
              <a:ext uri="{FF2B5EF4-FFF2-40B4-BE49-F238E27FC236}">
                <a16:creationId xmlns:a16="http://schemas.microsoft.com/office/drawing/2014/main" id="{3FF9271B-CD01-6C9A-8252-1BE39CD73AC1}"/>
              </a:ext>
            </a:extLst>
          </p:cNvPr>
          <p:cNvSpPr/>
          <p:nvPr/>
        </p:nvSpPr>
        <p:spPr>
          <a:xfrm>
            <a:off x="2908659" y="1844824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255" name="直線コネクタ 254">
            <a:extLst>
              <a:ext uri="{FF2B5EF4-FFF2-40B4-BE49-F238E27FC236}">
                <a16:creationId xmlns:a16="http://schemas.microsoft.com/office/drawing/2014/main" id="{43A340D5-5C58-2128-F0D0-097AF6C5EE09}"/>
              </a:ext>
            </a:extLst>
          </p:cNvPr>
          <p:cNvCxnSpPr>
            <a:cxnSpLocks/>
            <a:endCxn id="100" idx="2"/>
          </p:cNvCxnSpPr>
          <p:nvPr/>
        </p:nvCxnSpPr>
        <p:spPr>
          <a:xfrm flipH="1" flipV="1">
            <a:off x="2935265" y="1736807"/>
            <a:ext cx="784" cy="10801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27E3DADE-D61F-C58A-7127-09B31D21F148}"/>
              </a:ext>
            </a:extLst>
          </p:cNvPr>
          <p:cNvCxnSpPr>
            <a:cxnSpLocks/>
          </p:cNvCxnSpPr>
          <p:nvPr/>
        </p:nvCxnSpPr>
        <p:spPr>
          <a:xfrm>
            <a:off x="4087393" y="1952836"/>
            <a:ext cx="2232248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5BB7B1C7-0200-8B5B-4146-E9E18FE9CD8F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4079150" y="1916832"/>
            <a:ext cx="0" cy="14401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直線コネクタ 268">
            <a:extLst>
              <a:ext uri="{FF2B5EF4-FFF2-40B4-BE49-F238E27FC236}">
                <a16:creationId xmlns:a16="http://schemas.microsoft.com/office/drawing/2014/main" id="{D2F2AA70-B2D0-7BA4-C223-78638228D959}"/>
              </a:ext>
            </a:extLst>
          </p:cNvPr>
          <p:cNvCxnSpPr>
            <a:cxnSpLocks/>
          </p:cNvCxnSpPr>
          <p:nvPr/>
        </p:nvCxnSpPr>
        <p:spPr>
          <a:xfrm flipV="1">
            <a:off x="6328217" y="1916832"/>
            <a:ext cx="0" cy="144016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0" name="楕円 269">
            <a:extLst>
              <a:ext uri="{FF2B5EF4-FFF2-40B4-BE49-F238E27FC236}">
                <a16:creationId xmlns:a16="http://schemas.microsoft.com/office/drawing/2014/main" id="{FBF802A1-8C64-B98A-C0AB-08CA09C0CA23}"/>
              </a:ext>
            </a:extLst>
          </p:cNvPr>
          <p:cNvSpPr/>
          <p:nvPr/>
        </p:nvSpPr>
        <p:spPr>
          <a:xfrm>
            <a:off x="5970129" y="1925836"/>
            <a:ext cx="53212" cy="5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cxnSp>
        <p:nvCxnSpPr>
          <p:cNvPr id="271" name="直線コネクタ 270">
            <a:extLst>
              <a:ext uri="{FF2B5EF4-FFF2-40B4-BE49-F238E27FC236}">
                <a16:creationId xmlns:a16="http://schemas.microsoft.com/office/drawing/2014/main" id="{95F158A2-717A-5B51-2780-48A3C52AF4EA}"/>
              </a:ext>
            </a:extLst>
          </p:cNvPr>
          <p:cNvCxnSpPr>
            <a:cxnSpLocks/>
            <a:stCxn id="270" idx="0"/>
            <a:endCxn id="101" idx="2"/>
          </p:cNvCxnSpPr>
          <p:nvPr/>
        </p:nvCxnSpPr>
        <p:spPr>
          <a:xfrm flipH="1" flipV="1">
            <a:off x="5995604" y="1744358"/>
            <a:ext cx="1131" cy="181478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2" name="直線コネクタ 281">
            <a:extLst>
              <a:ext uri="{FF2B5EF4-FFF2-40B4-BE49-F238E27FC236}">
                <a16:creationId xmlns:a16="http://schemas.microsoft.com/office/drawing/2014/main" id="{93B01434-6E58-891C-4D5A-DB18A6A6A1E1}"/>
              </a:ext>
            </a:extLst>
          </p:cNvPr>
          <p:cNvCxnSpPr>
            <a:cxnSpLocks/>
            <a:endCxn id="102" idx="2"/>
          </p:cNvCxnSpPr>
          <p:nvPr/>
        </p:nvCxnSpPr>
        <p:spPr>
          <a:xfrm flipV="1">
            <a:off x="8883541" y="1721921"/>
            <a:ext cx="0" cy="98699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線コネクタ 286">
            <a:extLst>
              <a:ext uri="{FF2B5EF4-FFF2-40B4-BE49-F238E27FC236}">
                <a16:creationId xmlns:a16="http://schemas.microsoft.com/office/drawing/2014/main" id="{37A5A1D4-DC7B-CB5E-3560-3F3FB0F90348}"/>
              </a:ext>
            </a:extLst>
          </p:cNvPr>
          <p:cNvCxnSpPr>
            <a:cxnSpLocks/>
            <a:endCxn id="103" idx="2"/>
          </p:cNvCxnSpPr>
          <p:nvPr/>
        </p:nvCxnSpPr>
        <p:spPr>
          <a:xfrm flipV="1">
            <a:off x="2062926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直線コネクタ 290">
            <a:extLst>
              <a:ext uri="{FF2B5EF4-FFF2-40B4-BE49-F238E27FC236}">
                <a16:creationId xmlns:a16="http://schemas.microsoft.com/office/drawing/2014/main" id="{F158D59E-F476-8082-7B94-4CFCF61552FB}"/>
              </a:ext>
            </a:extLst>
          </p:cNvPr>
          <p:cNvCxnSpPr>
            <a:cxnSpLocks/>
            <a:endCxn id="104" idx="2"/>
          </p:cNvCxnSpPr>
          <p:nvPr/>
        </p:nvCxnSpPr>
        <p:spPr>
          <a:xfrm flipV="1">
            <a:off x="4079150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直線コネクタ 294">
            <a:extLst>
              <a:ext uri="{FF2B5EF4-FFF2-40B4-BE49-F238E27FC236}">
                <a16:creationId xmlns:a16="http://schemas.microsoft.com/office/drawing/2014/main" id="{297DBEF8-5237-E1C9-D0B2-D7CC3D423779}"/>
              </a:ext>
            </a:extLst>
          </p:cNvPr>
          <p:cNvCxnSpPr>
            <a:cxnSpLocks/>
            <a:endCxn id="105" idx="2"/>
          </p:cNvCxnSpPr>
          <p:nvPr/>
        </p:nvCxnSpPr>
        <p:spPr>
          <a:xfrm flipV="1">
            <a:off x="6319974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線コネクタ 299">
            <a:extLst>
              <a:ext uri="{FF2B5EF4-FFF2-40B4-BE49-F238E27FC236}">
                <a16:creationId xmlns:a16="http://schemas.microsoft.com/office/drawing/2014/main" id="{068AE564-D791-840A-2CC4-9EE7DAB59B36}"/>
              </a:ext>
            </a:extLst>
          </p:cNvPr>
          <p:cNvCxnSpPr>
            <a:cxnSpLocks/>
            <a:endCxn id="106" idx="2"/>
          </p:cNvCxnSpPr>
          <p:nvPr/>
        </p:nvCxnSpPr>
        <p:spPr>
          <a:xfrm flipV="1">
            <a:off x="9695774" y="2547862"/>
            <a:ext cx="0" cy="161058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直線コネクタ 305">
            <a:extLst>
              <a:ext uri="{FF2B5EF4-FFF2-40B4-BE49-F238E27FC236}">
                <a16:creationId xmlns:a16="http://schemas.microsoft.com/office/drawing/2014/main" id="{A11883EF-1858-808C-610D-1B3E54CD788C}"/>
              </a:ext>
            </a:extLst>
          </p:cNvPr>
          <p:cNvCxnSpPr>
            <a:cxnSpLocks/>
          </p:cNvCxnSpPr>
          <p:nvPr/>
        </p:nvCxnSpPr>
        <p:spPr>
          <a:xfrm>
            <a:off x="10136065" y="4058606"/>
            <a:ext cx="216024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直線コネクタ 309">
            <a:extLst>
              <a:ext uri="{FF2B5EF4-FFF2-40B4-BE49-F238E27FC236}">
                <a16:creationId xmlns:a16="http://schemas.microsoft.com/office/drawing/2014/main" id="{978DE1C4-ADBD-F480-A756-1DA5B7D9B3C8}"/>
              </a:ext>
            </a:extLst>
          </p:cNvPr>
          <p:cNvCxnSpPr>
            <a:cxnSpLocks/>
          </p:cNvCxnSpPr>
          <p:nvPr/>
        </p:nvCxnSpPr>
        <p:spPr>
          <a:xfrm>
            <a:off x="10343618" y="2276872"/>
            <a:ext cx="0" cy="178173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直線コネクタ 313">
            <a:extLst>
              <a:ext uri="{FF2B5EF4-FFF2-40B4-BE49-F238E27FC236}">
                <a16:creationId xmlns:a16="http://schemas.microsoft.com/office/drawing/2014/main" id="{BBA0995C-7CBF-78FE-A010-CB1CFFEE6132}"/>
              </a:ext>
            </a:extLst>
          </p:cNvPr>
          <p:cNvCxnSpPr>
            <a:cxnSpLocks/>
          </p:cNvCxnSpPr>
          <p:nvPr/>
        </p:nvCxnSpPr>
        <p:spPr>
          <a:xfrm>
            <a:off x="10064057" y="2276872"/>
            <a:ext cx="27956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3" name="テキスト ボックス 332">
            <a:extLst>
              <a:ext uri="{FF2B5EF4-FFF2-40B4-BE49-F238E27FC236}">
                <a16:creationId xmlns:a16="http://schemas.microsoft.com/office/drawing/2014/main" id="{A7103085-AA08-5319-98F0-D31B0A1913FC}"/>
              </a:ext>
            </a:extLst>
          </p:cNvPr>
          <p:cNvSpPr txBox="1"/>
          <p:nvPr/>
        </p:nvSpPr>
        <p:spPr>
          <a:xfrm>
            <a:off x="582965" y="3892677"/>
            <a:ext cx="928487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b="1" dirty="0"/>
              <a:t>Features</a:t>
            </a:r>
            <a:endParaRPr lang="ja-JP" altLang="en-US" sz="1400" b="1" dirty="0"/>
          </a:p>
        </p:txBody>
      </p:sp>
      <p:cxnSp>
        <p:nvCxnSpPr>
          <p:cNvPr id="367" name="直線コネクタ 366">
            <a:extLst>
              <a:ext uri="{FF2B5EF4-FFF2-40B4-BE49-F238E27FC236}">
                <a16:creationId xmlns:a16="http://schemas.microsoft.com/office/drawing/2014/main" id="{FD225055-134B-9B86-6453-934BBAF5D32E}"/>
              </a:ext>
            </a:extLst>
          </p:cNvPr>
          <p:cNvCxnSpPr>
            <a:cxnSpLocks/>
            <a:endCxn id="112" idx="0"/>
          </p:cNvCxnSpPr>
          <p:nvPr/>
        </p:nvCxnSpPr>
        <p:spPr>
          <a:xfrm>
            <a:off x="2143117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1" name="直線コネクタ 370">
            <a:extLst>
              <a:ext uri="{FF2B5EF4-FFF2-40B4-BE49-F238E27FC236}">
                <a16:creationId xmlns:a16="http://schemas.microsoft.com/office/drawing/2014/main" id="{94A341EB-7642-C9E8-54CE-7B99DA5B838D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3019477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5" name="直線コネクタ 374">
            <a:extLst>
              <a:ext uri="{FF2B5EF4-FFF2-40B4-BE49-F238E27FC236}">
                <a16:creationId xmlns:a16="http://schemas.microsoft.com/office/drawing/2014/main" id="{8AA51A45-E274-82C1-5F0C-E9D4277D4D6F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4174768" y="3284984"/>
            <a:ext cx="0" cy="49416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直線コネクタ 375">
            <a:extLst>
              <a:ext uri="{FF2B5EF4-FFF2-40B4-BE49-F238E27FC236}">
                <a16:creationId xmlns:a16="http://schemas.microsoft.com/office/drawing/2014/main" id="{F098D39F-A8CB-190C-BACE-9601D9FB03BB}"/>
              </a:ext>
            </a:extLst>
          </p:cNvPr>
          <p:cNvCxnSpPr>
            <a:cxnSpLocks/>
            <a:endCxn id="116" idx="0"/>
          </p:cNvCxnSpPr>
          <p:nvPr/>
        </p:nvCxnSpPr>
        <p:spPr>
          <a:xfrm>
            <a:off x="5402067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0" name="直線コネクタ 379">
            <a:extLst>
              <a:ext uri="{FF2B5EF4-FFF2-40B4-BE49-F238E27FC236}">
                <a16:creationId xmlns:a16="http://schemas.microsoft.com/office/drawing/2014/main" id="{1F5384B2-8133-26A6-2EF8-4CC929AAF420}"/>
              </a:ext>
            </a:extLst>
          </p:cNvPr>
          <p:cNvCxnSpPr>
            <a:cxnSpLocks/>
            <a:endCxn id="117" idx="0"/>
          </p:cNvCxnSpPr>
          <p:nvPr/>
        </p:nvCxnSpPr>
        <p:spPr>
          <a:xfrm>
            <a:off x="6421918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4" name="直線コネクタ 383">
            <a:extLst>
              <a:ext uri="{FF2B5EF4-FFF2-40B4-BE49-F238E27FC236}">
                <a16:creationId xmlns:a16="http://schemas.microsoft.com/office/drawing/2014/main" id="{75ACC04E-D106-DB6E-5A21-A46FBFA817BF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7649217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8" name="直線コネクタ 387">
            <a:extLst>
              <a:ext uri="{FF2B5EF4-FFF2-40B4-BE49-F238E27FC236}">
                <a16:creationId xmlns:a16="http://schemas.microsoft.com/office/drawing/2014/main" id="{68DB0136-A9B2-9537-8099-9E39F21D15C4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8669161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1" name="直線コネクタ 390">
            <a:extLst>
              <a:ext uri="{FF2B5EF4-FFF2-40B4-BE49-F238E27FC236}">
                <a16:creationId xmlns:a16="http://schemas.microsoft.com/office/drawing/2014/main" id="{BB27F288-C4B9-1BB9-167F-546859D61879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9654346" y="2993391"/>
            <a:ext cx="0" cy="78575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0" name="直線コネクタ 399">
            <a:extLst>
              <a:ext uri="{FF2B5EF4-FFF2-40B4-BE49-F238E27FC236}">
                <a16:creationId xmlns:a16="http://schemas.microsoft.com/office/drawing/2014/main" id="{FE085878-6FE4-0C3D-6FC3-B9770EAD50C8}"/>
              </a:ext>
            </a:extLst>
          </p:cNvPr>
          <p:cNvCxnSpPr>
            <a:cxnSpLocks/>
          </p:cNvCxnSpPr>
          <p:nvPr/>
        </p:nvCxnSpPr>
        <p:spPr>
          <a:xfrm flipH="1">
            <a:off x="10136065" y="5085184"/>
            <a:ext cx="144016" cy="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4" name="直線コネクタ 403">
            <a:extLst>
              <a:ext uri="{FF2B5EF4-FFF2-40B4-BE49-F238E27FC236}">
                <a16:creationId xmlns:a16="http://schemas.microsoft.com/office/drawing/2014/main" id="{441C9816-E94B-6AE0-776A-DD661F202160}"/>
              </a:ext>
            </a:extLst>
          </p:cNvPr>
          <p:cNvCxnSpPr>
            <a:cxnSpLocks/>
          </p:cNvCxnSpPr>
          <p:nvPr/>
        </p:nvCxnSpPr>
        <p:spPr>
          <a:xfrm flipV="1">
            <a:off x="10280081" y="5085184"/>
            <a:ext cx="0" cy="216024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6" name="直線コネクタ 405">
            <a:extLst>
              <a:ext uri="{FF2B5EF4-FFF2-40B4-BE49-F238E27FC236}">
                <a16:creationId xmlns:a16="http://schemas.microsoft.com/office/drawing/2014/main" id="{B515B36B-F851-06A8-D9C6-0CA5EFF1615D}"/>
              </a:ext>
            </a:extLst>
          </p:cNvPr>
          <p:cNvCxnSpPr>
            <a:cxnSpLocks/>
          </p:cNvCxnSpPr>
          <p:nvPr/>
        </p:nvCxnSpPr>
        <p:spPr>
          <a:xfrm flipV="1">
            <a:off x="10352089" y="4948326"/>
            <a:ext cx="0" cy="352882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7" name="直線コネクタ 406">
            <a:extLst>
              <a:ext uri="{FF2B5EF4-FFF2-40B4-BE49-F238E27FC236}">
                <a16:creationId xmlns:a16="http://schemas.microsoft.com/office/drawing/2014/main" id="{F994F61F-88A9-EA14-DCEB-18F25760A39A}"/>
              </a:ext>
            </a:extLst>
          </p:cNvPr>
          <p:cNvCxnSpPr>
            <a:cxnSpLocks/>
          </p:cNvCxnSpPr>
          <p:nvPr/>
        </p:nvCxnSpPr>
        <p:spPr>
          <a:xfrm flipV="1">
            <a:off x="10424097" y="4811469"/>
            <a:ext cx="0" cy="489739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8" name="直線コネクタ 407">
            <a:extLst>
              <a:ext uri="{FF2B5EF4-FFF2-40B4-BE49-F238E27FC236}">
                <a16:creationId xmlns:a16="http://schemas.microsoft.com/office/drawing/2014/main" id="{EC4C4B5F-4237-8004-5A0B-EFB4317B9029}"/>
              </a:ext>
            </a:extLst>
          </p:cNvPr>
          <p:cNvCxnSpPr>
            <a:cxnSpLocks/>
          </p:cNvCxnSpPr>
          <p:nvPr/>
        </p:nvCxnSpPr>
        <p:spPr>
          <a:xfrm flipV="1">
            <a:off x="10496105" y="4674612"/>
            <a:ext cx="0" cy="62659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23" name="テキスト ボックス 422">
            <a:extLst>
              <a:ext uri="{FF2B5EF4-FFF2-40B4-BE49-F238E27FC236}">
                <a16:creationId xmlns:a16="http://schemas.microsoft.com/office/drawing/2014/main" id="{D47A9643-428C-DA5F-91F6-E1D0CCFF7978}"/>
              </a:ext>
            </a:extLst>
          </p:cNvPr>
          <p:cNvSpPr txBox="1"/>
          <p:nvPr/>
        </p:nvSpPr>
        <p:spPr>
          <a:xfrm>
            <a:off x="9926369" y="5386711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Notification</a:t>
            </a:r>
          </a:p>
          <a:p>
            <a:pPr algn="ctr"/>
            <a:r>
              <a:rPr lang="en-US" altLang="ja-JP" sz="1200" dirty="0"/>
              <a:t>generator</a:t>
            </a:r>
            <a:endParaRPr kumimoji="1" lang="ja-JP" altLang="en-US" sz="1200" dirty="0"/>
          </a:p>
        </p:txBody>
      </p:sp>
      <p:sp>
        <p:nvSpPr>
          <p:cNvPr id="426" name="テキスト ボックス 425">
            <a:extLst>
              <a:ext uri="{FF2B5EF4-FFF2-40B4-BE49-F238E27FC236}">
                <a16:creationId xmlns:a16="http://schemas.microsoft.com/office/drawing/2014/main" id="{6062D24D-F73F-EAE2-9362-BBD04B1FF78F}"/>
              </a:ext>
            </a:extLst>
          </p:cNvPr>
          <p:cNvSpPr txBox="1"/>
          <p:nvPr/>
        </p:nvSpPr>
        <p:spPr>
          <a:xfrm>
            <a:off x="1976604" y="5496542"/>
            <a:ext cx="1863011" cy="138499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Static contents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Dynamic contents</a:t>
            </a:r>
            <a:endParaRPr kumimoji="1" lang="ja-JP" altLang="en-US" sz="1200" dirty="0"/>
          </a:p>
        </p:txBody>
      </p:sp>
      <p:grpSp>
        <p:nvGrpSpPr>
          <p:cNvPr id="427" name="グループ化 426">
            <a:extLst>
              <a:ext uri="{FF2B5EF4-FFF2-40B4-BE49-F238E27FC236}">
                <a16:creationId xmlns:a16="http://schemas.microsoft.com/office/drawing/2014/main" id="{79EE35C9-9F2C-F067-FECF-75EBF0E35FCD}"/>
              </a:ext>
            </a:extLst>
          </p:cNvPr>
          <p:cNvGrpSpPr/>
          <p:nvPr/>
        </p:nvGrpSpPr>
        <p:grpSpPr>
          <a:xfrm>
            <a:off x="2059501" y="5649436"/>
            <a:ext cx="205124" cy="360001"/>
            <a:chOff x="9721614" y="5921242"/>
            <a:chExt cx="163486" cy="397955"/>
          </a:xfrm>
        </p:grpSpPr>
        <p:cxnSp>
          <p:nvCxnSpPr>
            <p:cNvPr id="428" name="直線コネクタ 427">
              <a:extLst>
                <a:ext uri="{FF2B5EF4-FFF2-40B4-BE49-F238E27FC236}">
                  <a16:creationId xmlns:a16="http://schemas.microsoft.com/office/drawing/2014/main" id="{3513B2DF-12D5-45A2-8642-B548139AA64F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14" y="5921242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9" name="直線コネクタ 428">
              <a:extLst>
                <a:ext uri="{FF2B5EF4-FFF2-40B4-BE49-F238E27FC236}">
                  <a16:creationId xmlns:a16="http://schemas.microsoft.com/office/drawing/2014/main" id="{D0E250D8-6787-9B0E-4A69-8D6EC2C90966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29" y="6120220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0" name="直線コネクタ 429">
              <a:extLst>
                <a:ext uri="{FF2B5EF4-FFF2-40B4-BE49-F238E27FC236}">
                  <a16:creationId xmlns:a16="http://schemas.microsoft.com/office/drawing/2014/main" id="{47F83500-3B53-874D-DDC3-C88515232034}"/>
                </a:ext>
              </a:extLst>
            </p:cNvPr>
            <p:cNvCxnSpPr>
              <a:cxnSpLocks/>
            </p:cNvCxnSpPr>
            <p:nvPr/>
          </p:nvCxnSpPr>
          <p:spPr>
            <a:xfrm>
              <a:off x="9721643" y="6319197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1" name="正方形/長方形 430">
            <a:extLst>
              <a:ext uri="{FF2B5EF4-FFF2-40B4-BE49-F238E27FC236}">
                <a16:creationId xmlns:a16="http://schemas.microsoft.com/office/drawing/2014/main" id="{796A6BF3-CBB6-65C2-BBB4-644146CAFD5F}"/>
              </a:ext>
            </a:extLst>
          </p:cNvPr>
          <p:cNvSpPr/>
          <p:nvPr/>
        </p:nvSpPr>
        <p:spPr>
          <a:xfrm>
            <a:off x="2058195" y="6135436"/>
            <a:ext cx="206441" cy="1007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432" name="四角形: 角を丸くする 431">
            <a:extLst>
              <a:ext uri="{FF2B5EF4-FFF2-40B4-BE49-F238E27FC236}">
                <a16:creationId xmlns:a16="http://schemas.microsoft.com/office/drawing/2014/main" id="{B5CA4154-6615-D714-0F0B-A15E99C98372}"/>
              </a:ext>
            </a:extLst>
          </p:cNvPr>
          <p:cNvSpPr/>
          <p:nvPr/>
        </p:nvSpPr>
        <p:spPr>
          <a:xfrm>
            <a:off x="2048612" y="6306905"/>
            <a:ext cx="216024" cy="10823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 dirty="0"/>
          </a:p>
        </p:txBody>
      </p:sp>
      <p:sp>
        <p:nvSpPr>
          <p:cNvPr id="394" name="フローチャート: 他ページ結合子 393">
            <a:extLst>
              <a:ext uri="{FF2B5EF4-FFF2-40B4-BE49-F238E27FC236}">
                <a16:creationId xmlns:a16="http://schemas.microsoft.com/office/drawing/2014/main" id="{FB83A194-6B6B-151E-A95F-44547BA48F48}"/>
              </a:ext>
            </a:extLst>
          </p:cNvPr>
          <p:cNvSpPr/>
          <p:nvPr/>
        </p:nvSpPr>
        <p:spPr>
          <a:xfrm>
            <a:off x="10208074" y="5157192"/>
            <a:ext cx="360040" cy="289189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096CED69-27B9-1E14-81BD-1643CC7BA3AA}"/>
              </a:ext>
            </a:extLst>
          </p:cNvPr>
          <p:cNvSpPr txBox="1"/>
          <p:nvPr/>
        </p:nvSpPr>
        <p:spPr>
          <a:xfrm>
            <a:off x="480814" y="4881809"/>
            <a:ext cx="1132788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b="1" dirty="0"/>
              <a:t>Risk factors</a:t>
            </a:r>
            <a:endParaRPr lang="ja-JP" altLang="en-US" sz="1400" b="1" dirty="0"/>
          </a:p>
        </p:txBody>
      </p: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642DA346-7961-CEA2-DE68-2AC4CDB6E78A}"/>
              </a:ext>
            </a:extLst>
          </p:cNvPr>
          <p:cNvCxnSpPr>
            <a:cxnSpLocks/>
          </p:cNvCxnSpPr>
          <p:nvPr/>
        </p:nvCxnSpPr>
        <p:spPr>
          <a:xfrm>
            <a:off x="551384" y="3645024"/>
            <a:ext cx="1029714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F5E85C96-93D0-5A8E-152B-A4D162908BC8}"/>
              </a:ext>
            </a:extLst>
          </p:cNvPr>
          <p:cNvSpPr/>
          <p:nvPr/>
        </p:nvSpPr>
        <p:spPr>
          <a:xfrm>
            <a:off x="1711129" y="2717495"/>
            <a:ext cx="172819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VQA</a:t>
            </a:r>
            <a:endParaRPr kumimoji="1" lang="ja-JP" altLang="en-US" sz="1200" dirty="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07C25645-369C-8F2C-023F-28E1611CDAC0}"/>
              </a:ext>
            </a:extLst>
          </p:cNvPr>
          <p:cNvSpPr/>
          <p:nvPr/>
        </p:nvSpPr>
        <p:spPr>
          <a:xfrm>
            <a:off x="3727352" y="2717495"/>
            <a:ext cx="208823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Pose similarity evaluator</a:t>
            </a: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E213166F-C2C9-71AC-6944-6DDFB76BB0D6}"/>
              </a:ext>
            </a:extLst>
          </p:cNvPr>
          <p:cNvSpPr/>
          <p:nvPr/>
        </p:nvSpPr>
        <p:spPr>
          <a:xfrm>
            <a:off x="5968175" y="2701572"/>
            <a:ext cx="2088232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VQA</a:t>
            </a:r>
            <a:endParaRPr kumimoji="1" lang="ja-JP" altLang="en-US" sz="1200" dirty="0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1CC383B5-E8AF-D707-4CED-B4C1FFE96D89}"/>
              </a:ext>
            </a:extLst>
          </p:cNvPr>
          <p:cNvSpPr/>
          <p:nvPr/>
        </p:nvSpPr>
        <p:spPr>
          <a:xfrm>
            <a:off x="8263857" y="2717495"/>
            <a:ext cx="1800200" cy="56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Relative position calculator</a:t>
            </a:r>
            <a:endParaRPr kumimoji="1" lang="ja-JP" altLang="en-US" sz="1200" dirty="0"/>
          </a:p>
        </p:txBody>
      </p: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2CC0D2FD-6F97-0300-958C-786307994842}"/>
              </a:ext>
            </a:extLst>
          </p:cNvPr>
          <p:cNvCxnSpPr>
            <a:cxnSpLocks/>
          </p:cNvCxnSpPr>
          <p:nvPr/>
        </p:nvCxnSpPr>
        <p:spPr>
          <a:xfrm>
            <a:off x="551384" y="4509120"/>
            <a:ext cx="1029714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0" name="Picture 6" descr="ベテラン看護師さんのイラスト">
            <a:extLst>
              <a:ext uri="{FF2B5EF4-FFF2-40B4-BE49-F238E27FC236}">
                <a16:creationId xmlns:a16="http://schemas.microsoft.com/office/drawing/2014/main" id="{586A7CE8-1F99-7DC7-E845-DB58E2CE38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0"/>
          <a:stretch/>
        </p:blipFill>
        <p:spPr bwMode="auto">
          <a:xfrm>
            <a:off x="433046" y="5647329"/>
            <a:ext cx="1116308" cy="108477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テキスト ボックス 1032">
            <a:extLst>
              <a:ext uri="{FF2B5EF4-FFF2-40B4-BE49-F238E27FC236}">
                <a16:creationId xmlns:a16="http://schemas.microsoft.com/office/drawing/2014/main" id="{6DF2CE7D-75BF-0D2B-7F81-F81C4CC442D1}"/>
              </a:ext>
            </a:extLst>
          </p:cNvPr>
          <p:cNvSpPr txBox="1"/>
          <p:nvPr/>
        </p:nvSpPr>
        <p:spPr>
          <a:xfrm>
            <a:off x="582965" y="2431921"/>
            <a:ext cx="928487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b="1" dirty="0"/>
              <a:t>Input</a:t>
            </a:r>
            <a:endParaRPr lang="ja-JP" altLang="en-US" sz="1400" b="1" dirty="0"/>
          </a:p>
        </p:txBody>
      </p:sp>
      <p:sp>
        <p:nvSpPr>
          <p:cNvPr id="1034" name="テキスト ボックス 1033">
            <a:extLst>
              <a:ext uri="{FF2B5EF4-FFF2-40B4-BE49-F238E27FC236}">
                <a16:creationId xmlns:a16="http://schemas.microsoft.com/office/drawing/2014/main" id="{C0DDCC0D-8503-3CEC-17EB-E44C12CAAF75}"/>
              </a:ext>
            </a:extLst>
          </p:cNvPr>
          <p:cNvSpPr txBox="1"/>
          <p:nvPr/>
        </p:nvSpPr>
        <p:spPr>
          <a:xfrm rot="16200000">
            <a:off x="-703935" y="5125703"/>
            <a:ext cx="1578860" cy="27699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algn="ctr">
              <a:defRPr sz="12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ja-JP" sz="1400" dirty="0"/>
              <a:t>Select in advance</a:t>
            </a:r>
            <a:endParaRPr lang="ja-JP" altLang="en-US" sz="1400" dirty="0"/>
          </a:p>
        </p:txBody>
      </p:sp>
      <p:cxnSp>
        <p:nvCxnSpPr>
          <p:cNvPr id="1035" name="直線コネクタ 1034">
            <a:extLst>
              <a:ext uri="{FF2B5EF4-FFF2-40B4-BE49-F238E27FC236}">
                <a16:creationId xmlns:a16="http://schemas.microsoft.com/office/drawing/2014/main" id="{9AF835D0-A76F-FC5B-5458-6BEACB64A7BE}"/>
              </a:ext>
            </a:extLst>
          </p:cNvPr>
          <p:cNvCxnSpPr>
            <a:cxnSpLocks/>
            <a:stCxn id="333" idx="1"/>
          </p:cNvCxnSpPr>
          <p:nvPr/>
        </p:nvCxnSpPr>
        <p:spPr>
          <a:xfrm flipH="1">
            <a:off x="332241" y="4031177"/>
            <a:ext cx="250724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線コネクタ 1039">
            <a:extLst>
              <a:ext uri="{FF2B5EF4-FFF2-40B4-BE49-F238E27FC236}">
                <a16:creationId xmlns:a16="http://schemas.microsoft.com/office/drawing/2014/main" id="{693FDA97-FBEF-5118-8279-4A70BA7B9F04}"/>
              </a:ext>
            </a:extLst>
          </p:cNvPr>
          <p:cNvCxnSpPr>
            <a:cxnSpLocks/>
            <a:stCxn id="158" idx="1"/>
          </p:cNvCxnSpPr>
          <p:nvPr/>
        </p:nvCxnSpPr>
        <p:spPr>
          <a:xfrm flipH="1">
            <a:off x="332241" y="5020309"/>
            <a:ext cx="148573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直線コネクタ 1042">
            <a:extLst>
              <a:ext uri="{FF2B5EF4-FFF2-40B4-BE49-F238E27FC236}">
                <a16:creationId xmlns:a16="http://schemas.microsoft.com/office/drawing/2014/main" id="{B19C57FA-2C45-F194-E01F-DADCB390C2B7}"/>
              </a:ext>
            </a:extLst>
          </p:cNvPr>
          <p:cNvCxnSpPr>
            <a:cxnSpLocks/>
          </p:cNvCxnSpPr>
          <p:nvPr/>
        </p:nvCxnSpPr>
        <p:spPr>
          <a:xfrm>
            <a:off x="335360" y="4019147"/>
            <a:ext cx="0" cy="2170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直線コネクタ 1044">
            <a:extLst>
              <a:ext uri="{FF2B5EF4-FFF2-40B4-BE49-F238E27FC236}">
                <a16:creationId xmlns:a16="http://schemas.microsoft.com/office/drawing/2014/main" id="{292C27A1-C303-C1C0-1175-08A63BA81E2D}"/>
              </a:ext>
            </a:extLst>
          </p:cNvPr>
          <p:cNvCxnSpPr>
            <a:cxnSpLocks/>
            <a:endCxn id="1030" idx="1"/>
          </p:cNvCxnSpPr>
          <p:nvPr/>
        </p:nvCxnSpPr>
        <p:spPr>
          <a:xfrm>
            <a:off x="335360" y="6189715"/>
            <a:ext cx="976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直線コネクタ 1051">
            <a:extLst>
              <a:ext uri="{FF2B5EF4-FFF2-40B4-BE49-F238E27FC236}">
                <a16:creationId xmlns:a16="http://schemas.microsoft.com/office/drawing/2014/main" id="{4F8F011A-7F8D-FF90-9563-250DC01821FE}"/>
              </a:ext>
            </a:extLst>
          </p:cNvPr>
          <p:cNvCxnSpPr>
            <a:cxnSpLocks/>
          </p:cNvCxnSpPr>
          <p:nvPr/>
        </p:nvCxnSpPr>
        <p:spPr>
          <a:xfrm flipH="1">
            <a:off x="1567113" y="5803970"/>
            <a:ext cx="250724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左中かっこ 1055">
            <a:extLst>
              <a:ext uri="{FF2B5EF4-FFF2-40B4-BE49-F238E27FC236}">
                <a16:creationId xmlns:a16="http://schemas.microsoft.com/office/drawing/2014/main" id="{F3252CF8-BC60-7BF7-CF9F-B30000838E65}"/>
              </a:ext>
            </a:extLst>
          </p:cNvPr>
          <p:cNvSpPr/>
          <p:nvPr/>
        </p:nvSpPr>
        <p:spPr>
          <a:xfrm>
            <a:off x="1791547" y="5515938"/>
            <a:ext cx="199997" cy="5760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7" name="正方形/長方形 1056">
            <a:extLst>
              <a:ext uri="{FF2B5EF4-FFF2-40B4-BE49-F238E27FC236}">
                <a16:creationId xmlns:a16="http://schemas.microsoft.com/office/drawing/2014/main" id="{18121DC8-99A4-BE9F-9317-892A9CE1C6D5}"/>
              </a:ext>
            </a:extLst>
          </p:cNvPr>
          <p:cNvSpPr/>
          <p:nvPr/>
        </p:nvSpPr>
        <p:spPr>
          <a:xfrm>
            <a:off x="2046481" y="6471667"/>
            <a:ext cx="265280" cy="155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58" name="正方形/長方形 1057">
            <a:extLst>
              <a:ext uri="{FF2B5EF4-FFF2-40B4-BE49-F238E27FC236}">
                <a16:creationId xmlns:a16="http://schemas.microsoft.com/office/drawing/2014/main" id="{78917C3D-2F64-D6BF-22C5-9E2C1FC6AFF7}"/>
              </a:ext>
            </a:extLst>
          </p:cNvPr>
          <p:cNvSpPr/>
          <p:nvPr/>
        </p:nvSpPr>
        <p:spPr>
          <a:xfrm>
            <a:off x="2046481" y="6669207"/>
            <a:ext cx="265280" cy="1553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97707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E1D4ECA4-E750-2BE0-A930-59094E19F903}"/>
              </a:ext>
            </a:extLst>
          </p:cNvPr>
          <p:cNvGrpSpPr/>
          <p:nvPr/>
        </p:nvGrpSpPr>
        <p:grpSpPr>
          <a:xfrm>
            <a:off x="1567113" y="959148"/>
            <a:ext cx="8784976" cy="5718351"/>
            <a:chOff x="1567113" y="959148"/>
            <a:chExt cx="8784976" cy="5718351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5A623EB-D89D-2C5F-B02F-DF43F2A3EB7E}"/>
                </a:ext>
              </a:extLst>
            </p:cNvPr>
            <p:cNvSpPr/>
            <p:nvPr/>
          </p:nvSpPr>
          <p:spPr>
            <a:xfrm>
              <a:off x="1567113" y="3645024"/>
              <a:ext cx="2016225" cy="1728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BD1E65D-0EBB-F939-5D82-C8177838B294}"/>
                </a:ext>
              </a:extLst>
            </p:cNvPr>
            <p:cNvSpPr/>
            <p:nvPr/>
          </p:nvSpPr>
          <p:spPr>
            <a:xfrm>
              <a:off x="5933395" y="3645024"/>
              <a:ext cx="2195022" cy="1728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5F66B29-C19A-AF29-F300-A562288BCE10}"/>
                </a:ext>
              </a:extLst>
            </p:cNvPr>
            <p:cNvSpPr/>
            <p:nvPr/>
          </p:nvSpPr>
          <p:spPr>
            <a:xfrm>
              <a:off x="3655345" y="3645024"/>
              <a:ext cx="2232248" cy="1728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8157CBF-4BB3-B99D-6913-1AF273FF5F17}"/>
                </a:ext>
              </a:extLst>
            </p:cNvPr>
            <p:cNvSpPr/>
            <p:nvPr/>
          </p:nvSpPr>
          <p:spPr>
            <a:xfrm>
              <a:off x="8191849" y="3645024"/>
              <a:ext cx="1944216" cy="17281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9926F19F-D6EF-8361-9AC5-79BB8D22F9EB}"/>
                </a:ext>
              </a:extLst>
            </p:cNvPr>
            <p:cNvSpPr/>
            <p:nvPr/>
          </p:nvSpPr>
          <p:spPr>
            <a:xfrm>
              <a:off x="2315581" y="974034"/>
              <a:ext cx="1239367" cy="762773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Bounding box RGB image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B0D0D14C-000E-AFFE-B65D-641F205106AA}"/>
                </a:ext>
              </a:extLst>
            </p:cNvPr>
            <p:cNvSpPr/>
            <p:nvPr/>
          </p:nvSpPr>
          <p:spPr>
            <a:xfrm>
              <a:off x="5375920" y="981585"/>
              <a:ext cx="1239367" cy="762773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Background differencing</a:t>
              </a:r>
            </a:p>
            <a:p>
              <a:pPr algn="ctr"/>
              <a:r>
                <a:rPr kumimoji="1" lang="en-US" altLang="ja-JP" sz="1200" dirty="0">
                  <a:noFill/>
                </a:rPr>
                <a:t>image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05ABF784-5EE0-EB4D-87A7-B7A2A50BA128}"/>
                </a:ext>
              </a:extLst>
            </p:cNvPr>
            <p:cNvSpPr/>
            <p:nvPr/>
          </p:nvSpPr>
          <p:spPr>
            <a:xfrm>
              <a:off x="8263857" y="959148"/>
              <a:ext cx="1239367" cy="762773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noFill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3E09DB58-449C-1869-4BE7-1D6D51D909BA}"/>
                </a:ext>
              </a:extLst>
            </p:cNvPr>
            <p:cNvSpPr/>
            <p:nvPr/>
          </p:nvSpPr>
          <p:spPr>
            <a:xfrm>
              <a:off x="1711129" y="2060848"/>
              <a:ext cx="703594" cy="48701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6600A06-4076-1F52-0233-DFF79FB13441}"/>
                </a:ext>
              </a:extLst>
            </p:cNvPr>
            <p:cNvSpPr/>
            <p:nvPr/>
          </p:nvSpPr>
          <p:spPr>
            <a:xfrm>
              <a:off x="3727353" y="2060848"/>
              <a:ext cx="703594" cy="48701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2A1DADF0-556D-53C6-ADBB-543BA2FC13FE}"/>
                </a:ext>
              </a:extLst>
            </p:cNvPr>
            <p:cNvSpPr/>
            <p:nvPr/>
          </p:nvSpPr>
          <p:spPr>
            <a:xfrm>
              <a:off x="5968177" y="2060848"/>
              <a:ext cx="703594" cy="48701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08A9DE5-3003-9D10-0736-74743B6D3DF7}"/>
                </a:ext>
              </a:extLst>
            </p:cNvPr>
            <p:cNvSpPr/>
            <p:nvPr/>
          </p:nvSpPr>
          <p:spPr>
            <a:xfrm>
              <a:off x="9343977" y="2060848"/>
              <a:ext cx="703594" cy="48701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E5B8F804-C1DE-0495-F7F3-EBEC8FC57841}"/>
                </a:ext>
              </a:extLst>
            </p:cNvPr>
            <p:cNvSpPr/>
            <p:nvPr/>
          </p:nvSpPr>
          <p:spPr>
            <a:xfrm>
              <a:off x="2071169" y="4776417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Attribution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B475D69B-2E04-554A-0484-D2BD63F2CC8C}"/>
                </a:ext>
              </a:extLst>
            </p:cNvPr>
            <p:cNvSpPr/>
            <p:nvPr/>
          </p:nvSpPr>
          <p:spPr>
            <a:xfrm>
              <a:off x="4231409" y="4776417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Action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F1B9C4CC-AA55-DF56-3DCE-3E57EF9DF6F8}"/>
                </a:ext>
              </a:extLst>
            </p:cNvPr>
            <p:cNvSpPr/>
            <p:nvPr/>
          </p:nvSpPr>
          <p:spPr>
            <a:xfrm>
              <a:off x="6499721" y="4776417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Objects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09F16D2A-C553-3F89-361B-4FA30ABF0845}"/>
                </a:ext>
              </a:extLst>
            </p:cNvPr>
            <p:cNvSpPr/>
            <p:nvPr/>
          </p:nvSpPr>
          <p:spPr>
            <a:xfrm>
              <a:off x="8623897" y="4776417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Surrounding staff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FFAEBFBD-31E9-FBB6-568E-58D95D2C1D1E}"/>
                </a:ext>
              </a:extLst>
            </p:cNvPr>
            <p:cNvSpPr/>
            <p:nvPr/>
          </p:nvSpPr>
          <p:spPr>
            <a:xfrm>
              <a:off x="4231409" y="5465820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Internal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BCA91848-7FE8-B4DC-4242-885DBAC603C6}"/>
                </a:ext>
              </a:extLst>
            </p:cNvPr>
            <p:cNvSpPr/>
            <p:nvPr/>
          </p:nvSpPr>
          <p:spPr>
            <a:xfrm>
              <a:off x="6499721" y="5500311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External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F9170AC0-4ECD-F7FF-DFEE-F63A9F415624}"/>
                </a:ext>
              </a:extLst>
            </p:cNvPr>
            <p:cNvSpPr/>
            <p:nvPr/>
          </p:nvSpPr>
          <p:spPr>
            <a:xfrm>
              <a:off x="5329234" y="6189715"/>
              <a:ext cx="1080000" cy="487784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noFill/>
                </a:rPr>
                <a:t>Total risk</a:t>
              </a:r>
              <a:endParaRPr kumimoji="1" lang="ja-JP" altLang="en-US" sz="1200" b="1" dirty="0">
                <a:noFill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FAF9DB25-8A33-2EA4-392B-82F7D5ED807A}"/>
                </a:ext>
              </a:extLst>
            </p:cNvPr>
            <p:cNvSpPr/>
            <p:nvPr/>
          </p:nvSpPr>
          <p:spPr>
            <a:xfrm>
              <a:off x="1711129" y="3779149"/>
              <a:ext cx="863976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Patient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348EFF15-DBF4-D50F-6462-9AA768EFC157}"/>
                </a:ext>
              </a:extLst>
            </p:cNvPr>
            <p:cNvSpPr/>
            <p:nvPr/>
          </p:nvSpPr>
          <p:spPr>
            <a:xfrm>
              <a:off x="2587489" y="3779149"/>
              <a:ext cx="863976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Age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2E3154F7-A438-8324-B274-8E47D9B53D6B}"/>
                </a:ext>
              </a:extLst>
            </p:cNvPr>
            <p:cNvSpPr/>
            <p:nvPr/>
          </p:nvSpPr>
          <p:spPr>
            <a:xfrm>
              <a:off x="3742780" y="3779149"/>
              <a:ext cx="863976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Action 1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45F9204A-8496-2BFA-3613-CCBC7F8ABDFF}"/>
                </a:ext>
              </a:extLst>
            </p:cNvPr>
            <p:cNvSpPr/>
            <p:nvPr/>
          </p:nvSpPr>
          <p:spPr>
            <a:xfrm>
              <a:off x="4970079" y="3779149"/>
              <a:ext cx="863976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Action </a:t>
              </a:r>
              <a:r>
                <a:rPr kumimoji="1" lang="en-US" altLang="ja-JP" sz="1200" i="1" dirty="0">
                  <a:noFill/>
                </a:rPr>
                <a:t>n</a:t>
              </a:r>
              <a:endParaRPr kumimoji="1" lang="ja-JP" altLang="en-US" sz="1200" i="1" dirty="0">
                <a:noFill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7E1965C2-741B-F198-F1BD-9430E57F0082}"/>
                </a:ext>
              </a:extLst>
            </p:cNvPr>
            <p:cNvSpPr/>
            <p:nvPr/>
          </p:nvSpPr>
          <p:spPr>
            <a:xfrm>
              <a:off x="5989930" y="3779149"/>
              <a:ext cx="863976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Object 1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17391CC2-7E0F-2D84-2479-E0F345C00771}"/>
                </a:ext>
              </a:extLst>
            </p:cNvPr>
            <p:cNvSpPr/>
            <p:nvPr/>
          </p:nvSpPr>
          <p:spPr>
            <a:xfrm>
              <a:off x="7217229" y="3779149"/>
              <a:ext cx="863976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Object </a:t>
              </a:r>
              <a:r>
                <a:rPr kumimoji="1" lang="en-US" altLang="ja-JP" sz="1200" i="1" dirty="0">
                  <a:noFill/>
                </a:rPr>
                <a:t>n</a:t>
              </a:r>
              <a:endParaRPr kumimoji="1" lang="ja-JP" altLang="en-US" sz="1200" i="1" dirty="0">
                <a:noFill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BE1D073F-6231-6A92-F00E-1140414C4812}"/>
                </a:ext>
              </a:extLst>
            </p:cNvPr>
            <p:cNvSpPr/>
            <p:nvPr/>
          </p:nvSpPr>
          <p:spPr>
            <a:xfrm>
              <a:off x="8203950" y="3779149"/>
              <a:ext cx="930422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Distance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78255BEA-DA2E-45F8-3D56-E862B7C4E761}"/>
                </a:ext>
              </a:extLst>
            </p:cNvPr>
            <p:cNvSpPr/>
            <p:nvPr/>
          </p:nvSpPr>
          <p:spPr>
            <a:xfrm>
              <a:off x="9189135" y="3779149"/>
              <a:ext cx="930422" cy="504056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noFill/>
                </a:rPr>
                <a:t>Direction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631DD0B-DDF1-9E71-E588-841B8D005790}"/>
                </a:ext>
              </a:extLst>
            </p:cNvPr>
            <p:cNvSpPr txBox="1"/>
            <p:nvPr/>
          </p:nvSpPr>
          <p:spPr>
            <a:xfrm>
              <a:off x="4619140" y="3851157"/>
              <a:ext cx="3385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>
                  <a:noFill/>
                </a:rPr>
                <a:t>…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5A159FD8-16AE-8756-75D9-F192DCBE9AE0}"/>
                </a:ext>
              </a:extLst>
            </p:cNvPr>
            <p:cNvSpPr txBox="1"/>
            <p:nvPr/>
          </p:nvSpPr>
          <p:spPr>
            <a:xfrm>
              <a:off x="6866290" y="3851157"/>
              <a:ext cx="3385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>
                  <a:noFill/>
                </a:rPr>
                <a:t>…</a:t>
              </a:r>
              <a:endParaRPr kumimoji="1" lang="ja-JP" altLang="en-US" sz="1200" dirty="0">
                <a:noFill/>
              </a:endParaRPr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81877075-74CB-BA98-2194-819AEDCA2D42}"/>
                </a:ext>
              </a:extLst>
            </p:cNvPr>
            <p:cNvCxnSpPr>
              <a:stCxn id="25" idx="2"/>
              <a:endCxn id="18" idx="0"/>
            </p:cNvCxnSpPr>
            <p:nvPr/>
          </p:nvCxnSpPr>
          <p:spPr>
            <a:xfrm>
              <a:off x="2143117" y="4283205"/>
              <a:ext cx="468052" cy="49321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62CEBA9E-035D-88DC-B9A8-94B646D87F18}"/>
                </a:ext>
              </a:extLst>
            </p:cNvPr>
            <p:cNvCxnSpPr>
              <a:cxnSpLocks/>
              <a:stCxn id="26" idx="2"/>
              <a:endCxn id="18" idx="0"/>
            </p:cNvCxnSpPr>
            <p:nvPr/>
          </p:nvCxnSpPr>
          <p:spPr>
            <a:xfrm flipH="1">
              <a:off x="2611169" y="4283205"/>
              <a:ext cx="408308" cy="49321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FBB96444-E578-0D71-221F-DDAD0D76457C}"/>
                </a:ext>
              </a:extLst>
            </p:cNvPr>
            <p:cNvCxnSpPr>
              <a:cxnSpLocks/>
              <a:stCxn id="28" idx="2"/>
              <a:endCxn id="19" idx="0"/>
            </p:cNvCxnSpPr>
            <p:nvPr/>
          </p:nvCxnSpPr>
          <p:spPr>
            <a:xfrm flipH="1">
              <a:off x="4771409" y="4283205"/>
              <a:ext cx="630658" cy="49321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E48F123-2DE2-6380-37DE-B22386FC3F1C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H="1" flipV="1">
              <a:off x="4174768" y="4283205"/>
              <a:ext cx="596641" cy="49321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225835BA-0024-809D-AA3A-2B8322E11D7C}"/>
                </a:ext>
              </a:extLst>
            </p:cNvPr>
            <p:cNvCxnSpPr>
              <a:cxnSpLocks/>
              <a:stCxn id="20" idx="0"/>
              <a:endCxn id="29" idx="2"/>
            </p:cNvCxnSpPr>
            <p:nvPr/>
          </p:nvCxnSpPr>
          <p:spPr>
            <a:xfrm flipH="1" flipV="1">
              <a:off x="6421918" y="4283205"/>
              <a:ext cx="617803" cy="49321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F5EF4142-5758-91A2-3D4D-7D75EC64BD91}"/>
                </a:ext>
              </a:extLst>
            </p:cNvPr>
            <p:cNvCxnSpPr>
              <a:cxnSpLocks/>
              <a:stCxn id="20" idx="0"/>
              <a:endCxn id="30" idx="2"/>
            </p:cNvCxnSpPr>
            <p:nvPr/>
          </p:nvCxnSpPr>
          <p:spPr>
            <a:xfrm flipV="1">
              <a:off x="7039721" y="4283205"/>
              <a:ext cx="609496" cy="49321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F2398859-A26E-1EE3-D56F-669CC8B7D43C}"/>
                </a:ext>
              </a:extLst>
            </p:cNvPr>
            <p:cNvCxnSpPr>
              <a:cxnSpLocks/>
              <a:stCxn id="21" idx="0"/>
              <a:endCxn id="32" idx="2"/>
            </p:cNvCxnSpPr>
            <p:nvPr/>
          </p:nvCxnSpPr>
          <p:spPr>
            <a:xfrm flipV="1">
              <a:off x="9163897" y="4283205"/>
              <a:ext cx="490449" cy="49321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42D8A3D-0BFF-B5D6-0E72-FE9916C91581}"/>
                </a:ext>
              </a:extLst>
            </p:cNvPr>
            <p:cNvCxnSpPr>
              <a:cxnSpLocks/>
              <a:stCxn id="31" idx="2"/>
              <a:endCxn id="21" idx="0"/>
            </p:cNvCxnSpPr>
            <p:nvPr/>
          </p:nvCxnSpPr>
          <p:spPr>
            <a:xfrm>
              <a:off x="8669161" y="4283205"/>
              <a:ext cx="494736" cy="49321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EDF32484-42BD-5D93-3529-DBF0BA5A1BDE}"/>
                </a:ext>
              </a:extLst>
            </p:cNvPr>
            <p:cNvCxnSpPr>
              <a:cxnSpLocks/>
              <a:stCxn id="23" idx="0"/>
              <a:endCxn id="21" idx="2"/>
            </p:cNvCxnSpPr>
            <p:nvPr/>
          </p:nvCxnSpPr>
          <p:spPr>
            <a:xfrm flipV="1">
              <a:off x="7039721" y="5264201"/>
              <a:ext cx="2124176" cy="2361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1AEAFC7E-1B2F-9111-3DD8-7BC0DA496160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>
              <a:off x="7039721" y="5264201"/>
              <a:ext cx="0" cy="2361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B48F9BF2-FF0A-1025-A903-7917120FD8A9}"/>
                </a:ext>
              </a:extLst>
            </p:cNvPr>
            <p:cNvCxnSpPr>
              <a:cxnSpLocks/>
              <a:stCxn id="19" idx="2"/>
              <a:endCxn id="22" idx="0"/>
            </p:cNvCxnSpPr>
            <p:nvPr/>
          </p:nvCxnSpPr>
          <p:spPr>
            <a:xfrm>
              <a:off x="4771409" y="5264201"/>
              <a:ext cx="0" cy="20161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07BDE315-D4D3-3676-FF08-9FBD4634CA6A}"/>
                </a:ext>
              </a:extLst>
            </p:cNvPr>
            <p:cNvCxnSpPr>
              <a:cxnSpLocks/>
              <a:stCxn id="22" idx="0"/>
              <a:endCxn id="18" idx="2"/>
            </p:cNvCxnSpPr>
            <p:nvPr/>
          </p:nvCxnSpPr>
          <p:spPr>
            <a:xfrm flipH="1" flipV="1">
              <a:off x="2611169" y="5264201"/>
              <a:ext cx="2160240" cy="20161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A79B21EC-5CE7-2D7B-EFA6-92A1DB6DD0EB}"/>
                </a:ext>
              </a:extLst>
            </p:cNvPr>
            <p:cNvCxnSpPr>
              <a:cxnSpLocks/>
              <a:stCxn id="24" idx="0"/>
              <a:endCxn id="22" idx="2"/>
            </p:cNvCxnSpPr>
            <p:nvPr/>
          </p:nvCxnSpPr>
          <p:spPr>
            <a:xfrm flipH="1" flipV="1">
              <a:off x="4771409" y="5953604"/>
              <a:ext cx="1097825" cy="23611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DE79E744-DE71-C867-55BA-277C34E5BE1E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5869234" y="5988095"/>
              <a:ext cx="1170487" cy="2016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9E1335BD-BB44-920F-C561-66819A1AA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5265" y="1844824"/>
              <a:ext cx="0" cy="864096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57982620-B456-FDA6-1AFE-F70EC5BF3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6127" y="1844824"/>
              <a:ext cx="0" cy="864096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7A6AC3FB-E0DB-5F41-493A-5DDB8CD22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2353" y="1844824"/>
              <a:ext cx="0" cy="864096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B3B01DC5-6D5A-DE7B-23BF-31857E79D80B}"/>
                </a:ext>
              </a:extLst>
            </p:cNvPr>
            <p:cNvCxnSpPr>
              <a:cxnSpLocks/>
            </p:cNvCxnSpPr>
            <p:nvPr/>
          </p:nvCxnSpPr>
          <p:spPr>
            <a:xfrm>
              <a:off x="2935265" y="1871824"/>
              <a:ext cx="4608512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D35EA8A4-685A-1A5D-BB77-EBE096945208}"/>
                </a:ext>
              </a:extLst>
            </p:cNvPr>
            <p:cNvSpPr/>
            <p:nvPr/>
          </p:nvSpPr>
          <p:spPr>
            <a:xfrm>
              <a:off x="5239521" y="1844824"/>
              <a:ext cx="53212" cy="5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BBE23B4C-6B2E-CDA9-0D38-A5FD58DA29E4}"/>
                </a:ext>
              </a:extLst>
            </p:cNvPr>
            <p:cNvSpPr/>
            <p:nvPr/>
          </p:nvSpPr>
          <p:spPr>
            <a:xfrm>
              <a:off x="2908659" y="1844824"/>
              <a:ext cx="53212" cy="5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AA919F64-9791-20DE-3C63-2222138BCD03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H="1" flipV="1">
              <a:off x="2935265" y="1736807"/>
              <a:ext cx="784" cy="10801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36C7B9B2-E992-B782-84C1-7E66CF4F42D7}"/>
                </a:ext>
              </a:extLst>
            </p:cNvPr>
            <p:cNvCxnSpPr>
              <a:cxnSpLocks/>
            </p:cNvCxnSpPr>
            <p:nvPr/>
          </p:nvCxnSpPr>
          <p:spPr>
            <a:xfrm>
              <a:off x="4087393" y="1952836"/>
              <a:ext cx="223224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CC871751-D67D-7E50-4CA0-FCA31D1EB4A8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4079150" y="1916832"/>
              <a:ext cx="0" cy="144016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43D5D9BC-B076-FDDF-0104-14158E73B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8217" y="1916832"/>
              <a:ext cx="0" cy="144016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D1BF7B17-61FF-D7C2-FC31-065A3BA43182}"/>
                </a:ext>
              </a:extLst>
            </p:cNvPr>
            <p:cNvSpPr/>
            <p:nvPr/>
          </p:nvSpPr>
          <p:spPr>
            <a:xfrm>
              <a:off x="5970129" y="1925836"/>
              <a:ext cx="53212" cy="5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8448E3AC-DEBA-227C-3552-EFFD29FDAE16}"/>
                </a:ext>
              </a:extLst>
            </p:cNvPr>
            <p:cNvCxnSpPr>
              <a:cxnSpLocks/>
              <a:stCxn id="59" idx="0"/>
              <a:endCxn id="12" idx="2"/>
            </p:cNvCxnSpPr>
            <p:nvPr/>
          </p:nvCxnSpPr>
          <p:spPr>
            <a:xfrm flipH="1" flipV="1">
              <a:off x="5995604" y="1744358"/>
              <a:ext cx="1131" cy="181478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678D5294-B859-CFC5-193E-8AFBFCD7A45B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8883541" y="1721921"/>
              <a:ext cx="0" cy="986999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93C971F7-E085-5B2A-4048-4B8E4B774082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V="1">
              <a:off x="2062926" y="2547862"/>
              <a:ext cx="0" cy="161058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E6EA67FD-344D-E07F-10B5-95FB9B778F75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4079150" y="2547862"/>
              <a:ext cx="0" cy="161058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1B3914D3-F67E-477E-FF89-89D16C343795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6319974" y="2547862"/>
              <a:ext cx="0" cy="161058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69F4F69-7D8E-C3F7-DCD3-D2A862A3B4D3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9695774" y="2547862"/>
              <a:ext cx="0" cy="161058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CA8CEBBC-D37D-54D4-613A-0165059C86B9}"/>
                </a:ext>
              </a:extLst>
            </p:cNvPr>
            <p:cNvCxnSpPr>
              <a:cxnSpLocks/>
            </p:cNvCxnSpPr>
            <p:nvPr/>
          </p:nvCxnSpPr>
          <p:spPr>
            <a:xfrm>
              <a:off x="10136065" y="4058606"/>
              <a:ext cx="216024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1048D04A-47C2-CDDD-4D09-5673CA8DBF3E}"/>
                </a:ext>
              </a:extLst>
            </p:cNvPr>
            <p:cNvCxnSpPr>
              <a:cxnSpLocks/>
            </p:cNvCxnSpPr>
            <p:nvPr/>
          </p:nvCxnSpPr>
          <p:spPr>
            <a:xfrm>
              <a:off x="10343618" y="2276872"/>
              <a:ext cx="0" cy="1781734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2467037C-705F-3127-D37C-ADCC7AE79CA2}"/>
                </a:ext>
              </a:extLst>
            </p:cNvPr>
            <p:cNvCxnSpPr>
              <a:cxnSpLocks/>
            </p:cNvCxnSpPr>
            <p:nvPr/>
          </p:nvCxnSpPr>
          <p:spPr>
            <a:xfrm>
              <a:off x="10064057" y="2276872"/>
              <a:ext cx="279561" cy="0"/>
            </a:xfrm>
            <a:prstGeom prst="line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1DA34D38-4F13-401E-7F72-82C35E13576B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2143117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92333413-94D3-518E-851F-82F2A8538FC8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019477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60250A13-2163-47FE-8D81-1010C2621F14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4174768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F4FD1EBE-2E98-EC9A-86CF-88BFC1BE98C1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>
              <a:off x="5402067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45B49A76-8177-1901-E97F-D2559A069E94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6421918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E630469B-154C-192F-29A2-540A78944A6E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7649217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2D8CE884-6A77-3CBF-8A90-2A3585CAA025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8669161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5F04AB8D-5363-58D3-20C5-229F4ECE368A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9654346" y="3284984"/>
              <a:ext cx="0" cy="49416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A954C8E1-3D0B-607C-9C5C-5452759AB72E}"/>
                </a:ext>
              </a:extLst>
            </p:cNvPr>
            <p:cNvSpPr/>
            <p:nvPr/>
          </p:nvSpPr>
          <p:spPr>
            <a:xfrm>
              <a:off x="1711129" y="2717495"/>
              <a:ext cx="1728192" cy="567489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VQA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6058416E-783C-2234-F80A-91A22427B8F1}"/>
                </a:ext>
              </a:extLst>
            </p:cNvPr>
            <p:cNvSpPr/>
            <p:nvPr/>
          </p:nvSpPr>
          <p:spPr>
            <a:xfrm>
              <a:off x="3727352" y="2717495"/>
              <a:ext cx="2088232" cy="567489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Pose similarity evaluator</a:t>
              </a: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21E0D6D6-340D-F6D9-467B-F779E0A1C6AA}"/>
                </a:ext>
              </a:extLst>
            </p:cNvPr>
            <p:cNvSpPr/>
            <p:nvPr/>
          </p:nvSpPr>
          <p:spPr>
            <a:xfrm>
              <a:off x="5968175" y="2701572"/>
              <a:ext cx="2088232" cy="567489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VQA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6086DDD8-9CFB-6F79-3B2F-47E205C844D1}"/>
                </a:ext>
              </a:extLst>
            </p:cNvPr>
            <p:cNvSpPr/>
            <p:nvPr/>
          </p:nvSpPr>
          <p:spPr>
            <a:xfrm>
              <a:off x="8263857" y="2717495"/>
              <a:ext cx="1800200" cy="567489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Relative position calculator</a:t>
              </a:r>
              <a:endParaRPr kumimoji="1" lang="ja-JP" altLang="en-US" sz="1200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559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D8E7757-D62C-6423-1A52-95ABB2D358C1}"/>
              </a:ext>
            </a:extLst>
          </p:cNvPr>
          <p:cNvSpPr/>
          <p:nvPr/>
        </p:nvSpPr>
        <p:spPr>
          <a:xfrm>
            <a:off x="2880844" y="3067987"/>
            <a:ext cx="2665649" cy="2568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5DF5F18-A9EF-54B2-468A-A89BE104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梗概　通知アルゴリズム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C21E68E-2CB0-149C-FC33-ECB5D28C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42</a:t>
            </a:fld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C5F279D-0E7E-427A-5CB1-486D4DB6CD35}"/>
              </a:ext>
            </a:extLst>
          </p:cNvPr>
          <p:cNvSpPr/>
          <p:nvPr/>
        </p:nvSpPr>
        <p:spPr>
          <a:xfrm>
            <a:off x="1099868" y="5809629"/>
            <a:ext cx="1599204" cy="227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AA948C65-79FA-3593-B93E-6CFD714F4AE9}"/>
              </a:ext>
            </a:extLst>
          </p:cNvPr>
          <p:cNvSpPr/>
          <p:nvPr/>
        </p:nvSpPr>
        <p:spPr>
          <a:xfrm>
            <a:off x="6529918" y="103586"/>
            <a:ext cx="4968552" cy="3660967"/>
          </a:xfrm>
          <a:prstGeom prst="wedgeRectCallout">
            <a:avLst>
              <a:gd name="adj1" fmla="val -3465"/>
              <a:gd name="adj2" fmla="val 6562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C64F65-4B45-9867-B2FF-DE3F46286B1E}"/>
              </a:ext>
            </a:extLst>
          </p:cNvPr>
          <p:cNvSpPr/>
          <p:nvPr/>
        </p:nvSpPr>
        <p:spPr>
          <a:xfrm>
            <a:off x="469381" y="3067987"/>
            <a:ext cx="2383783" cy="2568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89260F5-7961-6BE8-C590-98DE448DBC5E}"/>
              </a:ext>
            </a:extLst>
          </p:cNvPr>
          <p:cNvSpPr/>
          <p:nvPr/>
        </p:nvSpPr>
        <p:spPr>
          <a:xfrm>
            <a:off x="3063779" y="5809629"/>
            <a:ext cx="1088006" cy="2275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4A5C837E-A485-D6A7-3E59-7422A0138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20080"/>
              </p:ext>
            </p:extLst>
          </p:nvPr>
        </p:nvGraphicFramePr>
        <p:xfrm>
          <a:off x="580164" y="4527509"/>
          <a:ext cx="2200910" cy="1007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305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Static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Significance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Objects (iv Pole)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0.12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Attribution (Patient)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0.01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A4271C88-0422-71F4-3FF7-A453A8F89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772420"/>
              </p:ext>
            </p:extLst>
          </p:nvPr>
        </p:nvGraphicFramePr>
        <p:xfrm>
          <a:off x="3224156" y="4527509"/>
          <a:ext cx="202469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318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137801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4"/>
                          </a:solidFill>
                        </a:rPr>
                        <a:t>Dynamic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Correlation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138865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Stand up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0.99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138865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138865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Move wheelchair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-0.50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102223C-5715-A95D-5C97-4D6C99FEE99D}"/>
              </a:ext>
            </a:extLst>
          </p:cNvPr>
          <p:cNvSpPr/>
          <p:nvPr/>
        </p:nvSpPr>
        <p:spPr>
          <a:xfrm>
            <a:off x="7771882" y="4293096"/>
            <a:ext cx="157570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0306EFE1-7858-98D0-20A3-FE9F3EBF4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44" b="3338"/>
          <a:stretch/>
        </p:blipFill>
        <p:spPr>
          <a:xfrm>
            <a:off x="576396" y="3227629"/>
            <a:ext cx="2200910" cy="1269467"/>
          </a:xfrm>
          <a:prstGeom prst="rect">
            <a:avLst/>
          </a:prstGeom>
        </p:spPr>
      </p:pic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AA2ED2E-1BCC-13E5-598D-9332D8F5C9C1}"/>
              </a:ext>
            </a:extLst>
          </p:cNvPr>
          <p:cNvCxnSpPr>
            <a:cxnSpLocks/>
          </p:cNvCxnSpPr>
          <p:nvPr/>
        </p:nvCxnSpPr>
        <p:spPr>
          <a:xfrm>
            <a:off x="1559496" y="3316293"/>
            <a:ext cx="0" cy="936104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37AD6534-165F-90F9-3426-693B608C7B03}"/>
              </a:ext>
            </a:extLst>
          </p:cNvPr>
          <p:cNvGrpSpPr/>
          <p:nvPr/>
        </p:nvGrpSpPr>
        <p:grpSpPr>
          <a:xfrm>
            <a:off x="2902381" y="3217312"/>
            <a:ext cx="2609892" cy="1281725"/>
            <a:chOff x="2985484" y="3125175"/>
            <a:chExt cx="2870063" cy="1409496"/>
          </a:xfrm>
        </p:grpSpPr>
        <p:pic>
          <p:nvPicPr>
            <p:cNvPr id="18" name="図 17" descr="グラフ, 折れ線グラフ&#10;&#10;自動的に生成された説明">
              <a:extLst>
                <a:ext uri="{FF2B5EF4-FFF2-40B4-BE49-F238E27FC236}">
                  <a16:creationId xmlns:a16="http://schemas.microsoft.com/office/drawing/2014/main" id="{05462FB4-A699-536D-B411-68968FAAF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625" r="37388"/>
            <a:stretch/>
          </p:blipFill>
          <p:spPr>
            <a:xfrm>
              <a:off x="2985484" y="3151814"/>
              <a:ext cx="1453138" cy="1382857"/>
            </a:xfrm>
            <a:prstGeom prst="rect">
              <a:avLst/>
            </a:prstGeom>
          </p:spPr>
        </p:pic>
        <p:pic>
          <p:nvPicPr>
            <p:cNvPr id="19" name="図 18" descr="グラフ, 折れ線グラフ&#10;&#10;自動的に生成された説明">
              <a:extLst>
                <a:ext uri="{FF2B5EF4-FFF2-40B4-BE49-F238E27FC236}">
                  <a16:creationId xmlns:a16="http://schemas.microsoft.com/office/drawing/2014/main" id="{E44780E6-F78C-6AC0-A846-2D0EE7C2B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0" t="11731" r="37841"/>
            <a:stretch/>
          </p:blipFill>
          <p:spPr>
            <a:xfrm>
              <a:off x="4462305" y="3151813"/>
              <a:ext cx="1393242" cy="1380723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17982C7-ECA5-234A-58B5-AC41E0FFFB45}"/>
                </a:ext>
              </a:extLst>
            </p:cNvPr>
            <p:cNvSpPr txBox="1"/>
            <p:nvPr/>
          </p:nvSpPr>
          <p:spPr>
            <a:xfrm>
              <a:off x="4642969" y="3258435"/>
              <a:ext cx="810367" cy="2876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b="1" dirty="0">
                  <a:solidFill>
                    <a:schemeClr val="accent2"/>
                  </a:solidFill>
                </a:rPr>
                <a:t>Stand up</a:t>
              </a:r>
              <a:endParaRPr kumimoji="1" lang="ja-JP" altLang="en-US" sz="1100" b="1" dirty="0">
                <a:solidFill>
                  <a:schemeClr val="accent2"/>
                </a:solidFill>
              </a:endParaRPr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7781CFED-FFB5-D25E-A9B2-2F05024936BB}"/>
                </a:ext>
              </a:extLst>
            </p:cNvPr>
            <p:cNvSpPr/>
            <p:nvPr/>
          </p:nvSpPr>
          <p:spPr>
            <a:xfrm>
              <a:off x="4772447" y="3587733"/>
              <a:ext cx="476250" cy="558800"/>
            </a:xfrm>
            <a:custGeom>
              <a:avLst/>
              <a:gdLst>
                <a:gd name="connsiteX0" fmla="*/ 0 w 476250"/>
                <a:gd name="connsiteY0" fmla="*/ 558800 h 558800"/>
                <a:gd name="connsiteX1" fmla="*/ 330200 w 476250"/>
                <a:gd name="connsiteY1" fmla="*/ 361950 h 558800"/>
                <a:gd name="connsiteX2" fmla="*/ 476250 w 476250"/>
                <a:gd name="connsiteY2" fmla="*/ 0 h 55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58800">
                  <a:moveTo>
                    <a:pt x="0" y="558800"/>
                  </a:moveTo>
                  <a:cubicBezTo>
                    <a:pt x="125412" y="506941"/>
                    <a:pt x="250825" y="455083"/>
                    <a:pt x="330200" y="361950"/>
                  </a:cubicBezTo>
                  <a:cubicBezTo>
                    <a:pt x="409575" y="268817"/>
                    <a:pt x="442912" y="134408"/>
                    <a:pt x="476250" y="0"/>
                  </a:cubicBezTo>
                </a:path>
              </a:pathLst>
            </a:cu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154DEC24-544E-07BD-97B9-276D50D6B0B0}"/>
                </a:ext>
              </a:extLst>
            </p:cNvPr>
            <p:cNvSpPr/>
            <p:nvPr/>
          </p:nvSpPr>
          <p:spPr>
            <a:xfrm>
              <a:off x="3524894" y="3388920"/>
              <a:ext cx="476250" cy="558800"/>
            </a:xfrm>
            <a:custGeom>
              <a:avLst/>
              <a:gdLst>
                <a:gd name="connsiteX0" fmla="*/ 0 w 476250"/>
                <a:gd name="connsiteY0" fmla="*/ 558800 h 558800"/>
                <a:gd name="connsiteX1" fmla="*/ 330200 w 476250"/>
                <a:gd name="connsiteY1" fmla="*/ 361950 h 558800"/>
                <a:gd name="connsiteX2" fmla="*/ 476250 w 476250"/>
                <a:gd name="connsiteY2" fmla="*/ 0 h 55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58800">
                  <a:moveTo>
                    <a:pt x="0" y="558800"/>
                  </a:moveTo>
                  <a:cubicBezTo>
                    <a:pt x="125412" y="506941"/>
                    <a:pt x="250825" y="455083"/>
                    <a:pt x="330200" y="361950"/>
                  </a:cubicBezTo>
                  <a:cubicBezTo>
                    <a:pt x="409575" y="268817"/>
                    <a:pt x="442912" y="134408"/>
                    <a:pt x="476250" y="0"/>
                  </a:cubicBezTo>
                </a:path>
              </a:pathLst>
            </a:cu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89C59C1-3BC5-19C1-4974-B2E3FDDA0215}"/>
                </a:ext>
              </a:extLst>
            </p:cNvPr>
            <p:cNvSpPr txBox="1"/>
            <p:nvPr/>
          </p:nvSpPr>
          <p:spPr>
            <a:xfrm>
              <a:off x="3588723" y="3125175"/>
              <a:ext cx="8857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b="1" dirty="0">
                  <a:solidFill>
                    <a:schemeClr val="accent2"/>
                  </a:solidFill>
                </a:rPr>
                <a:t>Total risk</a:t>
              </a:r>
              <a:endParaRPr kumimoji="1" lang="ja-JP" altLang="en-US" sz="11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A6F7151-088D-10DB-F418-643B198CDA96}"/>
              </a:ext>
            </a:extLst>
          </p:cNvPr>
          <p:cNvSpPr txBox="1"/>
          <p:nvPr/>
        </p:nvSpPr>
        <p:spPr>
          <a:xfrm>
            <a:off x="371414" y="5781946"/>
            <a:ext cx="5175080" cy="307777"/>
          </a:xfrm>
          <a:prstGeom prst="wedgeRectCallout">
            <a:avLst>
              <a:gd name="adj1" fmla="val -24172"/>
              <a:gd name="adj2" fmla="val 33676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kumimoji="1" lang="en-US" altLang="ja-JP" sz="1400" b="1" dirty="0"/>
              <a:t>B</a:t>
            </a:r>
            <a:r>
              <a:rPr kumimoji="1" lang="ja-JP" altLang="en-US" sz="1400" b="1" dirty="0"/>
              <a:t>さんが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車椅子に乗っている</a:t>
            </a:r>
            <a:r>
              <a:rPr kumimoji="1" lang="ja-JP" altLang="en-US" sz="1400" b="1" dirty="0"/>
              <a:t>のに</a:t>
            </a:r>
            <a:r>
              <a:rPr kumimoji="1" lang="ja-JP" altLang="en-US" sz="1400" b="1" dirty="0">
                <a:solidFill>
                  <a:schemeClr val="accent2"/>
                </a:solidFill>
              </a:rPr>
              <a:t>立ち上がった</a:t>
            </a:r>
            <a:r>
              <a:rPr kumimoji="1" lang="ja-JP" altLang="en-US" sz="1400" b="1" dirty="0"/>
              <a:t>ので危険です！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8A778C8-DA7B-0D12-6340-206B07A16846}"/>
              </a:ext>
            </a:extLst>
          </p:cNvPr>
          <p:cNvSpPr/>
          <p:nvPr/>
        </p:nvSpPr>
        <p:spPr>
          <a:xfrm>
            <a:off x="435600" y="5816111"/>
            <a:ext cx="504056" cy="22758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645541FB-7232-80A6-A47F-B46FA1B9822A}"/>
              </a:ext>
            </a:extLst>
          </p:cNvPr>
          <p:cNvGrpSpPr/>
          <p:nvPr/>
        </p:nvGrpSpPr>
        <p:grpSpPr>
          <a:xfrm>
            <a:off x="591130" y="1589030"/>
            <a:ext cx="1744381" cy="1349678"/>
            <a:chOff x="1069897" y="1589030"/>
            <a:chExt cx="1744381" cy="1349678"/>
          </a:xfrm>
        </p:grpSpPr>
        <p:grpSp>
          <p:nvGrpSpPr>
            <p:cNvPr id="51" name="グループ化 50">
              <a:extLst>
                <a:ext uri="{FF2B5EF4-FFF2-40B4-BE49-F238E27FC236}">
                  <a16:creationId xmlns:a16="http://schemas.microsoft.com/office/drawing/2014/main" id="{C46D6132-586D-AF7F-DC42-F21F2A2C61CF}"/>
                </a:ext>
              </a:extLst>
            </p:cNvPr>
            <p:cNvGrpSpPr/>
            <p:nvPr/>
          </p:nvGrpSpPr>
          <p:grpSpPr>
            <a:xfrm>
              <a:off x="1069897" y="1589030"/>
              <a:ext cx="1744381" cy="1349678"/>
              <a:chOff x="1069897" y="1589030"/>
              <a:chExt cx="1744381" cy="1349678"/>
            </a:xfrm>
          </p:grpSpPr>
          <p:grpSp>
            <p:nvGrpSpPr>
              <p:cNvPr id="50" name="グループ化 49">
                <a:extLst>
                  <a:ext uri="{FF2B5EF4-FFF2-40B4-BE49-F238E27FC236}">
                    <a16:creationId xmlns:a16="http://schemas.microsoft.com/office/drawing/2014/main" id="{96D16A95-FDCC-E6B6-7D8B-78D88187D518}"/>
                  </a:ext>
                </a:extLst>
              </p:cNvPr>
              <p:cNvGrpSpPr/>
              <p:nvPr/>
            </p:nvGrpSpPr>
            <p:grpSpPr>
              <a:xfrm>
                <a:off x="1069897" y="1589030"/>
                <a:ext cx="1744381" cy="1349678"/>
                <a:chOff x="1069897" y="1589030"/>
                <a:chExt cx="1744381" cy="1349678"/>
              </a:xfrm>
            </p:grpSpPr>
            <p:pic>
              <p:nvPicPr>
                <p:cNvPr id="40" name="図 39">
                  <a:extLst>
                    <a:ext uri="{FF2B5EF4-FFF2-40B4-BE49-F238E27FC236}">
                      <a16:creationId xmlns:a16="http://schemas.microsoft.com/office/drawing/2014/main" id="{917D71F0-409A-4513-7023-B6959BBBE1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saturation sat="0"/>
                          </a14:imgEffect>
                        </a14:imgLayer>
                      </a14:imgProps>
                    </a:ext>
                  </a:extLst>
                </a:blip>
                <a:srcRect l="4783" r="24595"/>
                <a:stretch/>
              </p:blipFill>
              <p:spPr>
                <a:xfrm>
                  <a:off x="1069897" y="1589030"/>
                  <a:ext cx="1744381" cy="1349678"/>
                </a:xfrm>
                <a:prstGeom prst="rect">
                  <a:avLst/>
                </a:prstGeom>
              </p:spPr>
            </p:pic>
            <p:pic>
              <p:nvPicPr>
                <p:cNvPr id="42" name="図 41">
                  <a:extLst>
                    <a:ext uri="{FF2B5EF4-FFF2-40B4-BE49-F238E27FC236}">
                      <a16:creationId xmlns:a16="http://schemas.microsoft.com/office/drawing/2014/main" id="{A8CDE19B-F59A-D8D8-1C41-351D40F208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l="26343" t="11979" r="40792" b="7062"/>
                <a:stretch/>
              </p:blipFill>
              <p:spPr>
                <a:xfrm>
                  <a:off x="1602465" y="1753370"/>
                  <a:ext cx="811783" cy="1092689"/>
                </a:xfrm>
                <a:prstGeom prst="rect">
                  <a:avLst/>
                </a:prstGeom>
              </p:spPr>
            </p:pic>
            <p:sp>
              <p:nvSpPr>
                <p:cNvPr id="41" name="正方形/長方形 40">
                  <a:extLst>
                    <a:ext uri="{FF2B5EF4-FFF2-40B4-BE49-F238E27FC236}">
                      <a16:creationId xmlns:a16="http://schemas.microsoft.com/office/drawing/2014/main" id="{BCBE9089-B64D-B5A1-96FE-817D380EFF2F}"/>
                    </a:ext>
                  </a:extLst>
                </p:cNvPr>
                <p:cNvSpPr/>
                <p:nvPr/>
              </p:nvSpPr>
              <p:spPr>
                <a:xfrm>
                  <a:off x="1602467" y="1753370"/>
                  <a:ext cx="811783" cy="1092689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E02AF40C-4017-0590-860C-5835BC17BAC3}"/>
                  </a:ext>
                </a:extLst>
              </p:cNvPr>
              <p:cNvSpPr/>
              <p:nvPr/>
            </p:nvSpPr>
            <p:spPr>
              <a:xfrm>
                <a:off x="1138840" y="1795927"/>
                <a:ext cx="439795" cy="768977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9A3728B0-4F7E-0B3B-AEE3-58E37C4FF56E}"/>
                </a:ext>
              </a:extLst>
            </p:cNvPr>
            <p:cNvSpPr/>
            <p:nvPr/>
          </p:nvSpPr>
          <p:spPr>
            <a:xfrm>
              <a:off x="2008356" y="1752875"/>
              <a:ext cx="216025" cy="1837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8526696-DBA7-FF76-0CAB-0FD1FCD123E5}"/>
              </a:ext>
            </a:extLst>
          </p:cNvPr>
          <p:cNvCxnSpPr>
            <a:cxnSpLocks/>
          </p:cNvCxnSpPr>
          <p:nvPr/>
        </p:nvCxnSpPr>
        <p:spPr>
          <a:xfrm>
            <a:off x="2853164" y="3053307"/>
            <a:ext cx="0" cy="2568997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5" name="図 54" descr="グラフ, 折れ線グラフ&#10;&#10;自動的に生成された説明">
            <a:extLst>
              <a:ext uri="{FF2B5EF4-FFF2-40B4-BE49-F238E27FC236}">
                <a16:creationId xmlns:a16="http://schemas.microsoft.com/office/drawing/2014/main" id="{00E3069B-F448-F308-8849-491C2107FF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960" y="1755387"/>
            <a:ext cx="2161527" cy="1585120"/>
          </a:xfrm>
          <a:prstGeom prst="rect">
            <a:avLst/>
          </a:prstGeom>
        </p:spPr>
      </p:pic>
      <p:pic>
        <p:nvPicPr>
          <p:cNvPr id="57" name="図 56" descr="グラフ, 折れ線グラフ&#10;&#10;自動的に生成された説明">
            <a:extLst>
              <a:ext uri="{FF2B5EF4-FFF2-40B4-BE49-F238E27FC236}">
                <a16:creationId xmlns:a16="http://schemas.microsoft.com/office/drawing/2014/main" id="{A1CD3D56-2F4E-9E55-0A60-68F500CEF8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" t="2795" r="1752" b="6521"/>
          <a:stretch/>
        </p:blipFill>
        <p:spPr>
          <a:xfrm>
            <a:off x="2375135" y="1543693"/>
            <a:ext cx="3163706" cy="1485645"/>
          </a:xfrm>
          <a:prstGeom prst="rect">
            <a:avLst/>
          </a:prstGeom>
        </p:spPr>
      </p:pic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DCB35E12-AC40-2678-E4B3-0D3849FF8D7B}"/>
              </a:ext>
            </a:extLst>
          </p:cNvPr>
          <p:cNvCxnSpPr>
            <a:cxnSpLocks/>
          </p:cNvCxnSpPr>
          <p:nvPr/>
        </p:nvCxnSpPr>
        <p:spPr>
          <a:xfrm>
            <a:off x="435600" y="3059779"/>
            <a:ext cx="515476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矢印: 下 61">
            <a:extLst>
              <a:ext uri="{FF2B5EF4-FFF2-40B4-BE49-F238E27FC236}">
                <a16:creationId xmlns:a16="http://schemas.microsoft.com/office/drawing/2014/main" id="{337273E9-24C4-9CCE-5693-9A787BA971CE}"/>
              </a:ext>
            </a:extLst>
          </p:cNvPr>
          <p:cNvSpPr/>
          <p:nvPr/>
        </p:nvSpPr>
        <p:spPr>
          <a:xfrm>
            <a:off x="2420545" y="2945977"/>
            <a:ext cx="1076818" cy="256910"/>
          </a:xfrm>
          <a:prstGeom prst="downArrow">
            <a:avLst>
              <a:gd name="adj1" fmla="val 385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884DDCB2-25EE-99D3-9FFB-01DAE53FB979}"/>
              </a:ext>
            </a:extLst>
          </p:cNvPr>
          <p:cNvCxnSpPr>
            <a:cxnSpLocks/>
          </p:cNvCxnSpPr>
          <p:nvPr/>
        </p:nvCxnSpPr>
        <p:spPr>
          <a:xfrm>
            <a:off x="435600" y="5622304"/>
            <a:ext cx="515476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矢印: 下 62">
            <a:extLst>
              <a:ext uri="{FF2B5EF4-FFF2-40B4-BE49-F238E27FC236}">
                <a16:creationId xmlns:a16="http://schemas.microsoft.com/office/drawing/2014/main" id="{1B6E0C4A-C6CD-FE2F-8E23-BDED8A3B4C6F}"/>
              </a:ext>
            </a:extLst>
          </p:cNvPr>
          <p:cNvSpPr/>
          <p:nvPr/>
        </p:nvSpPr>
        <p:spPr>
          <a:xfrm>
            <a:off x="2420545" y="5494594"/>
            <a:ext cx="1076818" cy="256910"/>
          </a:xfrm>
          <a:prstGeom prst="downArrow">
            <a:avLst>
              <a:gd name="adj1" fmla="val 385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28A22A33-4B06-D4A7-52D8-9F71CC0D04F5}"/>
              </a:ext>
            </a:extLst>
          </p:cNvPr>
          <p:cNvSpPr/>
          <p:nvPr/>
        </p:nvSpPr>
        <p:spPr>
          <a:xfrm>
            <a:off x="3815956" y="1798762"/>
            <a:ext cx="263820" cy="622126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8FC57A0-8B0A-CB0E-B9BD-C3BCDAF4EEAA}"/>
              </a:ext>
            </a:extLst>
          </p:cNvPr>
          <p:cNvSpPr txBox="1"/>
          <p:nvPr/>
        </p:nvSpPr>
        <p:spPr>
          <a:xfrm>
            <a:off x="2696866" y="1596085"/>
            <a:ext cx="1373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solidFill>
                  <a:schemeClr val="accent1"/>
                </a:solidFill>
              </a:rPr>
              <a:t>Risk increases &amp; rank changes</a:t>
            </a:r>
            <a:endParaRPr kumimoji="1" lang="ja-JP" altLang="en-US" sz="1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4930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0A835B-059A-D9C4-AD1B-858A5CCF9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フロアマップ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117441F-8555-E66C-C72E-B38C2893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43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23556A-4502-E845-4422-70337F950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1633287"/>
            <a:ext cx="788780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286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2BE92B-A8E5-BC0F-DABA-152DBE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見守りの</a:t>
            </a:r>
            <a:r>
              <a:rPr lang="en-US" altLang="ja-JP" dirty="0"/>
              <a:t>2</a:t>
            </a:r>
            <a:r>
              <a:rPr lang="ja-JP" altLang="en-US" dirty="0"/>
              <a:t>形態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29932E-40DA-E419-CF8B-8747EEF1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44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7BC06F9-B2E9-D7C2-5659-61268037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1733313"/>
            <a:ext cx="6049219" cy="33913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915C69F-D83E-B667-B35B-1A7A6BE7D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79"/>
          <a:stretch/>
        </p:blipFill>
        <p:spPr>
          <a:xfrm>
            <a:off x="6096000" y="1733313"/>
            <a:ext cx="6096000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81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F615F-3660-470C-C2E3-D5A58F17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ヒヤリハット集その２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9B2824-D612-1D75-79AD-27AFEE8E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45</a:t>
            </a:fld>
            <a:endParaRPr lang="ja-JP" altLang="en-US"/>
          </a:p>
        </p:txBody>
      </p:sp>
      <p:pic>
        <p:nvPicPr>
          <p:cNvPr id="4" name="20241205_193158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2A452272-7A2E-75EF-C211-56F7633F1A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2374" t="31886" r="51517" b="30176"/>
          <a:stretch/>
        </p:blipFill>
        <p:spPr>
          <a:xfrm>
            <a:off x="407368" y="3645024"/>
            <a:ext cx="4464495" cy="263857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C00CDDD-6DEB-3D07-1998-C0A24C4D1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952" y="980728"/>
            <a:ext cx="4277322" cy="252447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A4DAAF2-2068-2802-0BEA-629241DA32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154" y="2060848"/>
            <a:ext cx="4248743" cy="243874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F143EE6-DCEB-2AF9-C224-78138EA0EA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0493" y="3280218"/>
            <a:ext cx="4220164" cy="244826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6D2F50C-21CC-5E6E-13F8-373C877405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0216" y="3825809"/>
            <a:ext cx="422969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2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1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2A0F1C-CAB9-D92C-EDFF-BEE4FFB1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要求分析フロー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C88828-FF65-A675-A26E-FC2052F8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8745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CE1174-5F49-701B-0D9B-E50FCB43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ヒアリング結果</a:t>
            </a:r>
            <a:endParaRPr kumimoji="1" lang="ja-JP" altLang="en-US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8845428-4A4D-E5CA-5CFD-F75F8E93B289}"/>
              </a:ext>
            </a:extLst>
          </p:cNvPr>
          <p:cNvGrpSpPr/>
          <p:nvPr/>
        </p:nvGrpSpPr>
        <p:grpSpPr>
          <a:xfrm>
            <a:off x="44492" y="913905"/>
            <a:ext cx="5609735" cy="1042827"/>
            <a:chOff x="44492" y="913905"/>
            <a:chExt cx="5609735" cy="1042827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59355DC3-4DAB-B107-7AEA-C7AF83D23E11}"/>
                </a:ext>
              </a:extLst>
            </p:cNvPr>
            <p:cNvSpPr/>
            <p:nvPr/>
          </p:nvSpPr>
          <p:spPr>
            <a:xfrm>
              <a:off x="44492" y="1133877"/>
              <a:ext cx="5609735" cy="822855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ja-JP" altLang="en-US" dirty="0"/>
                <a:t>・動くことが禁じられている患者</a:t>
              </a:r>
              <a:endParaRPr lang="en-US" altLang="ja-JP" dirty="0"/>
            </a:p>
            <a:p>
              <a:r>
                <a:rPr kumimoji="1" lang="ja-JP" altLang="en-US" dirty="0"/>
                <a:t>・点滴中など，状態起因の危険性がある患者</a:t>
              </a:r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0B485523-A34B-402B-2C37-AB80A8AF32C3}"/>
                </a:ext>
              </a:extLst>
            </p:cNvPr>
            <p:cNvSpPr/>
            <p:nvPr/>
          </p:nvSpPr>
          <p:spPr>
            <a:xfrm>
              <a:off x="188782" y="913905"/>
              <a:ext cx="2594850" cy="365125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高リスク</a:t>
              </a:r>
              <a:r>
                <a:rPr lang="ja-JP" altLang="en-US" b="1" dirty="0"/>
                <a:t>患者の定義</a:t>
              </a:r>
              <a:endParaRPr kumimoji="1" lang="ja-JP" altLang="en-US" b="1" dirty="0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74714D2-381A-6CFB-4480-23701D2F9207}"/>
              </a:ext>
            </a:extLst>
          </p:cNvPr>
          <p:cNvGrpSpPr/>
          <p:nvPr/>
        </p:nvGrpSpPr>
        <p:grpSpPr>
          <a:xfrm>
            <a:off x="6081673" y="2422674"/>
            <a:ext cx="6065561" cy="1365485"/>
            <a:chOff x="6081673" y="2422674"/>
            <a:chExt cx="6065561" cy="1365485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79CF8FB9-6335-5558-2CFF-FCDB0AFC27A3}"/>
                </a:ext>
              </a:extLst>
            </p:cNvPr>
            <p:cNvSpPr/>
            <p:nvPr/>
          </p:nvSpPr>
          <p:spPr>
            <a:xfrm>
              <a:off x="6081673" y="2605237"/>
              <a:ext cx="6065561" cy="1182922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ja-JP" altLang="en-US" dirty="0"/>
                <a:t>・他の業務と並行しているため，見守りミスは不可避</a:t>
              </a:r>
              <a:endParaRPr lang="en-US" altLang="ja-JP" dirty="0"/>
            </a:p>
            <a:p>
              <a:r>
                <a:rPr lang="ja-JP" altLang="en-US" dirty="0"/>
                <a:t>・全スタッフで「死角を埋める」意識で見守る</a:t>
              </a:r>
              <a:endParaRPr lang="en-US" altLang="ja-JP" dirty="0"/>
            </a:p>
            <a:p>
              <a:r>
                <a:rPr lang="ja-JP" altLang="en-US" dirty="0"/>
                <a:t>　⇒</a:t>
              </a:r>
              <a:r>
                <a:rPr kumimoji="1" lang="ja-JP" altLang="en-US" dirty="0"/>
                <a:t>他スタッフの視線から自分が見るべき患者を決定</a:t>
              </a: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FA349C4-14AA-D8DA-576B-578A43AFDCC2}"/>
                </a:ext>
              </a:extLst>
            </p:cNvPr>
            <p:cNvSpPr/>
            <p:nvPr/>
          </p:nvSpPr>
          <p:spPr>
            <a:xfrm>
              <a:off x="6225689" y="2422674"/>
              <a:ext cx="3326695" cy="365125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b="1" dirty="0"/>
                <a:t>見守り業務における「コツ」</a:t>
              </a:r>
              <a:endParaRPr kumimoji="1" lang="ja-JP" altLang="en-US" b="1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BA5792F5-1C29-0D4D-F08F-D501E1629F47}"/>
              </a:ext>
            </a:extLst>
          </p:cNvPr>
          <p:cNvGrpSpPr/>
          <p:nvPr/>
        </p:nvGrpSpPr>
        <p:grpSpPr>
          <a:xfrm>
            <a:off x="6081673" y="3893601"/>
            <a:ext cx="6065561" cy="2304256"/>
            <a:chOff x="6081673" y="3893601"/>
            <a:chExt cx="6065561" cy="2304256"/>
          </a:xfrm>
        </p:grpSpPr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946C2AC1-8104-CF48-2466-0AE56F4B2A43}"/>
                </a:ext>
              </a:extLst>
            </p:cNvPr>
            <p:cNvSpPr/>
            <p:nvPr/>
          </p:nvSpPr>
          <p:spPr>
            <a:xfrm>
              <a:off x="6081673" y="4078830"/>
              <a:ext cx="6065561" cy="211902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ja-JP" altLang="en-US" dirty="0"/>
                <a:t>・スタッフの「</a:t>
              </a:r>
              <a:r>
                <a:rPr lang="ja-JP" altLang="en-US" b="1" dirty="0"/>
                <a:t>第３の目</a:t>
              </a:r>
              <a:r>
                <a:rPr lang="ja-JP" altLang="en-US" dirty="0"/>
                <a:t>」として補佐するシステム</a:t>
              </a:r>
              <a:endParaRPr lang="en-US" altLang="ja-JP" dirty="0"/>
            </a:p>
            <a:p>
              <a:r>
                <a:rPr lang="ja-JP" altLang="en-US" dirty="0"/>
                <a:t>　⇒</a:t>
              </a:r>
              <a:r>
                <a:rPr kumimoji="1" lang="ja-JP" altLang="en-US" dirty="0"/>
                <a:t>熟練見守り者が居なくても，夜の病棟を安全に</a:t>
              </a:r>
              <a:endParaRPr lang="en-US" altLang="ja-JP" b="1" dirty="0"/>
            </a:p>
            <a:p>
              <a:r>
                <a:rPr kumimoji="1" lang="ja-JP" altLang="en-US" dirty="0"/>
                <a:t>・担当者の多忙時に，自動で</a:t>
              </a:r>
              <a:r>
                <a:rPr kumimoji="1" lang="ja-JP" altLang="en-US" b="1" dirty="0"/>
                <a:t>応援を要請</a:t>
              </a:r>
              <a:r>
                <a:rPr kumimoji="1" lang="ja-JP" altLang="en-US" dirty="0"/>
                <a:t>するシステム</a:t>
              </a:r>
              <a:endParaRPr kumimoji="1" lang="en-US" altLang="ja-JP" dirty="0"/>
            </a:p>
            <a:p>
              <a:r>
                <a:rPr lang="ja-JP" altLang="en-US" dirty="0"/>
                <a:t>・患者が</a:t>
              </a:r>
              <a:r>
                <a:rPr lang="ja-JP" altLang="en-US" b="1" dirty="0"/>
                <a:t>動いたことの通知</a:t>
              </a:r>
              <a:r>
                <a:rPr lang="ja-JP" altLang="en-US" dirty="0"/>
                <a:t>をするシステム</a:t>
              </a:r>
              <a:endParaRPr lang="en-US" altLang="ja-JP" dirty="0"/>
            </a:p>
            <a:p>
              <a:r>
                <a:rPr kumimoji="1" lang="ja-JP" altLang="en-US" dirty="0"/>
                <a:t>・通知を</a:t>
              </a:r>
              <a:r>
                <a:rPr kumimoji="1" lang="ja-JP" altLang="en-US" b="1" dirty="0"/>
                <a:t>止める作業が不要な</a:t>
              </a:r>
              <a:r>
                <a:rPr kumimoji="1" lang="ja-JP" altLang="en-US" dirty="0"/>
                <a:t>システム</a:t>
              </a:r>
              <a:endParaRPr kumimoji="1" lang="en-US" altLang="ja-JP" b="1" dirty="0"/>
            </a:p>
            <a:p>
              <a:r>
                <a:rPr lang="ja-JP" altLang="en-US" dirty="0"/>
                <a:t>・通知基準を担当者が</a:t>
              </a:r>
              <a:r>
                <a:rPr lang="ja-JP" altLang="en-US" b="1" dirty="0"/>
                <a:t>カスタマイズ</a:t>
              </a:r>
              <a:r>
                <a:rPr lang="ja-JP" altLang="en-US" dirty="0"/>
                <a:t>できるシステム</a:t>
              </a:r>
              <a:endParaRPr lang="en-US" altLang="ja-JP" dirty="0"/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3808B7B9-8362-C280-E8AC-7E70AADBDA0E}"/>
                </a:ext>
              </a:extLst>
            </p:cNvPr>
            <p:cNvSpPr/>
            <p:nvPr/>
          </p:nvSpPr>
          <p:spPr>
            <a:xfrm>
              <a:off x="6225689" y="3893601"/>
              <a:ext cx="2304124" cy="36512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現場要望のシステム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B152A05-20EB-B852-53B4-9A819034BCBD}"/>
              </a:ext>
            </a:extLst>
          </p:cNvPr>
          <p:cNvGrpSpPr/>
          <p:nvPr/>
        </p:nvGrpSpPr>
        <p:grpSpPr>
          <a:xfrm>
            <a:off x="44766" y="2570721"/>
            <a:ext cx="5619180" cy="1644996"/>
            <a:chOff x="44766" y="2063374"/>
            <a:chExt cx="5619180" cy="1644996"/>
          </a:xfrm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B4309899-5DD2-F6B7-C86C-8AB843572E0A}"/>
                </a:ext>
              </a:extLst>
            </p:cNvPr>
            <p:cNvSpPr/>
            <p:nvPr/>
          </p:nvSpPr>
          <p:spPr>
            <a:xfrm>
              <a:off x="44766" y="2248604"/>
              <a:ext cx="5619180" cy="1459766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ja-JP" altLang="en-US" dirty="0"/>
                <a:t>・立つ</a:t>
              </a:r>
              <a:endParaRPr lang="en-US" altLang="ja-JP" dirty="0"/>
            </a:p>
            <a:p>
              <a:r>
                <a:rPr kumimoji="1" lang="ja-JP" altLang="en-US" dirty="0"/>
                <a:t>・車椅子から降りる</a:t>
              </a:r>
              <a:endParaRPr kumimoji="1" lang="en-US" altLang="ja-JP" dirty="0"/>
            </a:p>
            <a:p>
              <a:r>
                <a:rPr lang="ja-JP" altLang="en-US" dirty="0"/>
                <a:t>・車椅子のブレーキ解除</a:t>
              </a:r>
              <a:endParaRPr lang="en-US" altLang="ja-JP" dirty="0"/>
            </a:p>
            <a:p>
              <a:r>
                <a:rPr kumimoji="1" lang="ja-JP" altLang="en-US" dirty="0"/>
                <a:t>・テーブルを押し，車椅子を動かす</a:t>
              </a: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AEC4922-C81B-5AD5-8103-3B6B973E7F39}"/>
                </a:ext>
              </a:extLst>
            </p:cNvPr>
            <p:cNvSpPr/>
            <p:nvPr/>
          </p:nvSpPr>
          <p:spPr>
            <a:xfrm>
              <a:off x="188782" y="2063374"/>
              <a:ext cx="2594850" cy="365125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危険行動の代表例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634516A-9CEC-5D6D-E702-7322D3168DDA}"/>
              </a:ext>
            </a:extLst>
          </p:cNvPr>
          <p:cNvGrpSpPr/>
          <p:nvPr/>
        </p:nvGrpSpPr>
        <p:grpSpPr>
          <a:xfrm>
            <a:off x="44765" y="4829705"/>
            <a:ext cx="5619181" cy="1368152"/>
            <a:chOff x="44765" y="3893600"/>
            <a:chExt cx="5619181" cy="1368152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DD88C7FF-AB75-013D-00B3-0025B255A663}"/>
                </a:ext>
              </a:extLst>
            </p:cNvPr>
            <p:cNvSpPr/>
            <p:nvPr/>
          </p:nvSpPr>
          <p:spPr>
            <a:xfrm>
              <a:off x="44765" y="4078830"/>
              <a:ext cx="5609735" cy="1182922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r>
                <a:rPr lang="ja-JP" altLang="en-US" dirty="0"/>
                <a:t>・</a:t>
              </a:r>
              <a:r>
                <a:rPr kumimoji="1" lang="en-US" altLang="ja-JP" dirty="0"/>
                <a:t>No.1 :</a:t>
              </a:r>
              <a:r>
                <a:rPr kumimoji="1" lang="ja-JP" altLang="en-US" dirty="0"/>
                <a:t>経管栄養中の多動患者</a:t>
              </a:r>
              <a:endParaRPr kumimoji="1" lang="en-US" altLang="ja-JP" dirty="0"/>
            </a:p>
            <a:p>
              <a:r>
                <a:rPr lang="ja-JP" altLang="en-US" dirty="0"/>
                <a:t>・</a:t>
              </a:r>
              <a:r>
                <a:rPr lang="en-US" altLang="ja-JP" dirty="0"/>
                <a:t>No.2 : </a:t>
              </a:r>
              <a:r>
                <a:rPr lang="ja-JP" altLang="en-US" dirty="0"/>
                <a:t>経管栄養中の通常患者</a:t>
              </a:r>
              <a:endParaRPr lang="en-US" altLang="ja-JP" dirty="0"/>
            </a:p>
            <a:p>
              <a:r>
                <a:rPr kumimoji="1" lang="ja-JP" altLang="en-US" dirty="0"/>
                <a:t>・</a:t>
              </a:r>
              <a:r>
                <a:rPr kumimoji="1" lang="en-US" altLang="ja-JP" dirty="0"/>
                <a:t>No.3 :</a:t>
              </a:r>
              <a:r>
                <a:rPr lang="ja-JP" altLang="en-US" dirty="0"/>
                <a:t>認知低下患者</a:t>
              </a:r>
              <a:endParaRPr lang="en-US" altLang="ja-JP" dirty="0"/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7B65FD9-D09D-1778-D499-403BA8D74082}"/>
                </a:ext>
              </a:extLst>
            </p:cNvPr>
            <p:cNvSpPr/>
            <p:nvPr/>
          </p:nvSpPr>
          <p:spPr>
            <a:xfrm>
              <a:off x="188782" y="3893600"/>
              <a:ext cx="2594850" cy="365125"/>
            </a:xfrm>
            <a:prstGeom prst="round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特に注意を要する患者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E82E65E-4AA8-2BCE-33EE-250D20CE01C1}"/>
                </a:ext>
              </a:extLst>
            </p:cNvPr>
            <p:cNvSpPr txBox="1"/>
            <p:nvPr/>
          </p:nvSpPr>
          <p:spPr>
            <a:xfrm>
              <a:off x="2783632" y="4102048"/>
              <a:ext cx="288031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50" dirty="0"/>
                <a:t>※ </a:t>
              </a:r>
              <a:r>
                <a:rPr kumimoji="1" lang="ja-JP" altLang="en-US" sz="1050" dirty="0"/>
                <a:t>動かない・居眠り</a:t>
              </a:r>
              <a:r>
                <a:rPr lang="ja-JP" altLang="en-US" sz="1050" dirty="0"/>
                <a:t>中患者は様子を見る</a:t>
              </a:r>
              <a:endParaRPr kumimoji="1" lang="ja-JP" altLang="en-US" sz="1050" dirty="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579F8DE-F068-9B01-8789-9CEB0FA29D24}"/>
              </a:ext>
            </a:extLst>
          </p:cNvPr>
          <p:cNvGrpSpPr/>
          <p:nvPr/>
        </p:nvGrpSpPr>
        <p:grpSpPr>
          <a:xfrm>
            <a:off x="6068591" y="884907"/>
            <a:ext cx="6065561" cy="1365485"/>
            <a:chOff x="6068591" y="884907"/>
            <a:chExt cx="5619459" cy="1365485"/>
          </a:xfrm>
        </p:grpSpPr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6059C469-534E-262E-8D24-082FC90A4ABF}"/>
                </a:ext>
              </a:extLst>
            </p:cNvPr>
            <p:cNvSpPr/>
            <p:nvPr/>
          </p:nvSpPr>
          <p:spPr>
            <a:xfrm>
              <a:off x="6068591" y="1067470"/>
              <a:ext cx="5619459" cy="1182922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numCol="2" rtlCol="0" anchor="b"/>
            <a:lstStyle/>
            <a:p>
              <a:r>
                <a:rPr lang="ja-JP" altLang="en-US" dirty="0"/>
                <a:t>全員：姿勢の崩れ</a:t>
              </a:r>
              <a:endParaRPr lang="en-US" altLang="ja-JP" dirty="0"/>
            </a:p>
            <a:p>
              <a:r>
                <a:rPr kumimoji="1" lang="ja-JP" altLang="en-US" dirty="0"/>
                <a:t>　　　何かしたそう</a:t>
              </a:r>
              <a:endParaRPr kumimoji="1" lang="en-US" altLang="ja-JP" dirty="0"/>
            </a:p>
            <a:p>
              <a:r>
                <a:rPr lang="ja-JP" altLang="en-US" dirty="0"/>
                <a:t>　　　手が動いている</a:t>
              </a:r>
              <a:endParaRPr lang="en-US" altLang="ja-JP" dirty="0"/>
            </a:p>
            <a:p>
              <a:r>
                <a:rPr lang="ja-JP" altLang="en-US" dirty="0"/>
                <a:t>点滴患者</a:t>
              </a:r>
              <a:r>
                <a:rPr kumimoji="1" lang="ja-JP" altLang="en-US" dirty="0"/>
                <a:t>：吐く</a:t>
              </a:r>
              <a:r>
                <a:rPr lang="ja-JP" altLang="en-US" dirty="0"/>
                <a:t>・むせる</a:t>
              </a:r>
              <a:endParaRPr kumimoji="1" lang="en-US" altLang="ja-JP" dirty="0"/>
            </a:p>
            <a:p>
              <a:r>
                <a:rPr lang="ja-JP" altLang="en-US" dirty="0"/>
                <a:t>　　　　　顔を触る</a:t>
              </a:r>
              <a:endParaRPr lang="en-US" altLang="ja-JP" dirty="0"/>
            </a:p>
            <a:p>
              <a:r>
                <a:rPr kumimoji="1" lang="ja-JP" altLang="en-US" dirty="0"/>
                <a:t>　　　　　管を抜く</a:t>
              </a:r>
              <a:endParaRPr kumimoji="1" lang="en-US" altLang="ja-JP" dirty="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C7D24370-7278-C2E9-C165-A83824323A01}"/>
                </a:ext>
              </a:extLst>
            </p:cNvPr>
            <p:cNvSpPr/>
            <p:nvPr/>
          </p:nvSpPr>
          <p:spPr>
            <a:xfrm>
              <a:off x="6212607" y="884907"/>
              <a:ext cx="3459217" cy="365125"/>
            </a:xfrm>
            <a:prstGeom prst="round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b="1" dirty="0"/>
                <a:t>見守り担当者が声をかける例</a:t>
              </a:r>
              <a:endParaRPr kumimoji="1" lang="ja-JP" altLang="en-US" b="1" dirty="0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BDF1E5CF-30B7-F5F0-75BC-651531112F85}"/>
                </a:ext>
              </a:extLst>
            </p:cNvPr>
            <p:cNvCxnSpPr>
              <a:cxnSpLocks/>
            </p:cNvCxnSpPr>
            <p:nvPr/>
          </p:nvCxnSpPr>
          <p:spPr>
            <a:xfrm>
              <a:off x="8807730" y="1281462"/>
              <a:ext cx="0" cy="936104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4335FE7-B6CC-7284-4335-C9500012AC47}"/>
                </a:ext>
              </a:extLst>
            </p:cNvPr>
            <p:cNvSpPr txBox="1"/>
            <p:nvPr/>
          </p:nvSpPr>
          <p:spPr>
            <a:xfrm>
              <a:off x="8735722" y="1531973"/>
              <a:ext cx="137787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050" dirty="0"/>
                <a:t>※ </a:t>
              </a:r>
              <a:r>
                <a:rPr kumimoji="1" lang="ja-JP" altLang="en-US" sz="1050" dirty="0"/>
                <a:t>経管栄養を含む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30897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A857DABF-91C7-86E7-3001-10F10854BD54}"/>
              </a:ext>
            </a:extLst>
          </p:cNvPr>
          <p:cNvSpPr/>
          <p:nvPr/>
        </p:nvSpPr>
        <p:spPr>
          <a:xfrm>
            <a:off x="6683463" y="2949161"/>
            <a:ext cx="5470457" cy="15925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ja-JP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7A9428D-32F0-BB79-1038-D8CC57B17CED}"/>
              </a:ext>
            </a:extLst>
          </p:cNvPr>
          <p:cNvSpPr/>
          <p:nvPr/>
        </p:nvSpPr>
        <p:spPr>
          <a:xfrm>
            <a:off x="6702503" y="3804234"/>
            <a:ext cx="5451417" cy="5700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7DCC4DA-EFB4-822D-DD4A-C1EA1F0CF7D1}"/>
              </a:ext>
            </a:extLst>
          </p:cNvPr>
          <p:cNvSpPr/>
          <p:nvPr/>
        </p:nvSpPr>
        <p:spPr>
          <a:xfrm>
            <a:off x="6664425" y="2956099"/>
            <a:ext cx="5489496" cy="159256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b="1" dirty="0"/>
              <a:t>リアルタイムな危険性の判断</a:t>
            </a:r>
            <a:endParaRPr lang="en-US" altLang="ja-JP" b="1" dirty="0"/>
          </a:p>
          <a:p>
            <a:endParaRPr lang="en-US" altLang="ja-JP" sz="1000" b="1" dirty="0"/>
          </a:p>
          <a:p>
            <a:r>
              <a:rPr lang="ja-JP" altLang="en-US" dirty="0"/>
              <a:t>・本人の情報と空間的文脈を総合的に判断</a:t>
            </a:r>
            <a:endParaRPr lang="en-US" altLang="ja-JP" dirty="0"/>
          </a:p>
          <a:p>
            <a:r>
              <a:rPr lang="ja-JP" altLang="en-US" dirty="0"/>
              <a:t>・現場知識を反映した判断</a:t>
            </a:r>
            <a:endParaRPr lang="en-US" altLang="ja-JP" dirty="0"/>
          </a:p>
          <a:p>
            <a:r>
              <a:rPr lang="ja-JP" altLang="en-US" dirty="0"/>
              <a:t>・判断基準が調整可能</a:t>
            </a:r>
            <a:endParaRPr lang="en-US" altLang="ja-JP" b="1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2F0F552A-47FA-E444-91E6-548C97343199}"/>
              </a:ext>
            </a:extLst>
          </p:cNvPr>
          <p:cNvSpPr/>
          <p:nvPr/>
        </p:nvSpPr>
        <p:spPr>
          <a:xfrm>
            <a:off x="6683463" y="1477846"/>
            <a:ext cx="5489496" cy="13235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ja-JP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0540D405-AF77-A525-FD5E-B4D1B681DD11}"/>
              </a:ext>
            </a:extLst>
          </p:cNvPr>
          <p:cNvSpPr/>
          <p:nvPr/>
        </p:nvSpPr>
        <p:spPr>
          <a:xfrm>
            <a:off x="6683463" y="4725725"/>
            <a:ext cx="5489496" cy="13849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altLang="ja-JP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0D0D758-05B6-492C-E21C-1A40C500712C}"/>
              </a:ext>
            </a:extLst>
          </p:cNvPr>
          <p:cNvSpPr/>
          <p:nvPr/>
        </p:nvSpPr>
        <p:spPr>
          <a:xfrm>
            <a:off x="6702503" y="5597723"/>
            <a:ext cx="5451417" cy="2956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5BCF783-7C29-7B8F-B9F6-7425A912C55D}"/>
              </a:ext>
            </a:extLst>
          </p:cNvPr>
          <p:cNvSpPr/>
          <p:nvPr/>
        </p:nvSpPr>
        <p:spPr>
          <a:xfrm>
            <a:off x="6702503" y="5302917"/>
            <a:ext cx="5451417" cy="295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1998744-3E8B-70C5-4ACF-A04325E6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ヒアリング⇒機能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751AEF-CF68-9DFD-C53E-EEB23613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48</a:t>
            </a:fld>
            <a:endParaRPr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33712D7-161E-CAF5-A048-67A17D67E3D9}"/>
              </a:ext>
            </a:extLst>
          </p:cNvPr>
          <p:cNvSpPr/>
          <p:nvPr/>
        </p:nvSpPr>
        <p:spPr>
          <a:xfrm>
            <a:off x="0" y="1484784"/>
            <a:ext cx="5550375" cy="7775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スタッフの「</a:t>
            </a:r>
            <a:r>
              <a:rPr lang="ja-JP" altLang="en-US" b="1" dirty="0"/>
              <a:t>第３の目</a:t>
            </a:r>
            <a:r>
              <a:rPr lang="ja-JP" altLang="en-US" dirty="0"/>
              <a:t>」で見ていてくれる</a:t>
            </a:r>
            <a:endParaRPr lang="en-US" altLang="ja-JP" dirty="0"/>
          </a:p>
          <a:p>
            <a:r>
              <a:rPr lang="ja-JP" altLang="en-US" dirty="0"/>
              <a:t>・患者の動作や周囲の状況を「俯瞰的に」見る</a:t>
            </a:r>
            <a:endParaRPr lang="en-US" altLang="ja-JP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8F4372-31DB-57B8-0B0C-41AC2B2ECB80}"/>
              </a:ext>
            </a:extLst>
          </p:cNvPr>
          <p:cNvSpPr/>
          <p:nvPr/>
        </p:nvSpPr>
        <p:spPr>
          <a:xfrm>
            <a:off x="6672065" y="1484784"/>
            <a:ext cx="5489496" cy="1323528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b="1" dirty="0"/>
              <a:t>情報の取得</a:t>
            </a:r>
            <a:endParaRPr lang="en-US" altLang="ja-JP" b="1" dirty="0"/>
          </a:p>
          <a:p>
            <a:endParaRPr lang="en-US" altLang="ja-JP" sz="1000" b="1" dirty="0"/>
          </a:p>
          <a:p>
            <a:r>
              <a:rPr lang="ja-JP" altLang="en-US" dirty="0"/>
              <a:t>・本人の情報と空間的文脈を総合的に取得</a:t>
            </a:r>
            <a:endParaRPr lang="en-US" altLang="ja-JP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20E057F-7EF0-E9DB-2C52-1D059EBA4829}"/>
              </a:ext>
            </a:extLst>
          </p:cNvPr>
          <p:cNvSpPr/>
          <p:nvPr/>
        </p:nvSpPr>
        <p:spPr>
          <a:xfrm>
            <a:off x="6672064" y="4726286"/>
            <a:ext cx="5489496" cy="138492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b="1" dirty="0"/>
              <a:t>危険動作に関する通知</a:t>
            </a:r>
            <a:endParaRPr lang="en-US" altLang="ja-JP" b="1" dirty="0"/>
          </a:p>
          <a:p>
            <a:endParaRPr lang="en-US" altLang="ja-JP" sz="1000" b="1" dirty="0"/>
          </a:p>
          <a:p>
            <a:r>
              <a:rPr lang="ja-JP" altLang="en-US" dirty="0"/>
              <a:t>・判断の根拠が言語的に説明可能</a:t>
            </a:r>
            <a:endParaRPr lang="en-US" altLang="ja-JP" dirty="0"/>
          </a:p>
          <a:p>
            <a:r>
              <a:rPr lang="ja-JP" altLang="en-US" dirty="0"/>
              <a:t>・遅延や過剰のない通知</a:t>
            </a:r>
            <a:endParaRPr lang="en-US" altLang="ja-JP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B9C6FFA-B0E5-63E5-C111-8B10A540DC01}"/>
              </a:ext>
            </a:extLst>
          </p:cNvPr>
          <p:cNvSpPr/>
          <p:nvPr/>
        </p:nvSpPr>
        <p:spPr>
          <a:xfrm>
            <a:off x="6702504" y="6446913"/>
            <a:ext cx="5489496" cy="817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b="1" dirty="0"/>
              <a:t>担当者増援の自動要請</a:t>
            </a:r>
            <a:endParaRPr lang="en-US" altLang="ja-JP" b="1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F52EC11-CDA3-F655-D313-4D5A0D18895F}"/>
              </a:ext>
            </a:extLst>
          </p:cNvPr>
          <p:cNvSpPr/>
          <p:nvPr/>
        </p:nvSpPr>
        <p:spPr>
          <a:xfrm>
            <a:off x="12680" y="6446913"/>
            <a:ext cx="5552504" cy="8172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担当者の多忙時に，自動で</a:t>
            </a:r>
            <a:r>
              <a:rPr kumimoji="1" lang="ja-JP" altLang="en-US" b="1" dirty="0"/>
              <a:t>応援を要請</a:t>
            </a:r>
            <a:r>
              <a:rPr kumimoji="1" lang="ja-JP" altLang="en-US" dirty="0"/>
              <a:t>するシステム</a:t>
            </a:r>
            <a:endParaRPr kumimoji="1" lang="en-US" altLang="ja-JP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D1D9AE3-35F2-09F4-C3EC-2DC3E6A5CD84}"/>
              </a:ext>
            </a:extLst>
          </p:cNvPr>
          <p:cNvSpPr/>
          <p:nvPr/>
        </p:nvSpPr>
        <p:spPr>
          <a:xfrm>
            <a:off x="-1" y="4396876"/>
            <a:ext cx="5552503" cy="46346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患者が</a:t>
            </a:r>
            <a:r>
              <a:rPr lang="ja-JP" altLang="en-US" b="1" dirty="0"/>
              <a:t>動いたことの通知</a:t>
            </a:r>
            <a:r>
              <a:rPr lang="ja-JP" altLang="en-US" dirty="0"/>
              <a:t>をするシステム</a:t>
            </a:r>
            <a:endParaRPr lang="en-US" altLang="ja-JP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6A0340E-E064-6BAB-A155-8A668E29B405}"/>
              </a:ext>
            </a:extLst>
          </p:cNvPr>
          <p:cNvSpPr/>
          <p:nvPr/>
        </p:nvSpPr>
        <p:spPr>
          <a:xfrm>
            <a:off x="-1" y="5095563"/>
            <a:ext cx="5552503" cy="111612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/>
              <a:t>通知を</a:t>
            </a:r>
            <a:r>
              <a:rPr kumimoji="1" lang="ja-JP" altLang="en-US" b="1" dirty="0"/>
              <a:t>止める作業が不要な</a:t>
            </a:r>
            <a:r>
              <a:rPr kumimoji="1" lang="ja-JP" altLang="en-US" dirty="0"/>
              <a:t>システム</a:t>
            </a:r>
            <a:endParaRPr lang="en-US" altLang="ja-JP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8037B96-FDF8-E580-696E-AB9B1FBCA723}"/>
              </a:ext>
            </a:extLst>
          </p:cNvPr>
          <p:cNvSpPr/>
          <p:nvPr/>
        </p:nvSpPr>
        <p:spPr>
          <a:xfrm>
            <a:off x="-1" y="3659949"/>
            <a:ext cx="5550377" cy="5017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通知基準を担当者が</a:t>
            </a:r>
            <a:r>
              <a:rPr lang="ja-JP" altLang="en-US" b="1" dirty="0"/>
              <a:t>カスタマイズ</a:t>
            </a:r>
            <a:r>
              <a:rPr lang="ja-JP" altLang="en-US" dirty="0"/>
              <a:t>できるシステム</a:t>
            </a:r>
            <a:endParaRPr lang="en-US" altLang="ja-JP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87FACC15-8516-E0CF-3BB2-1E4BA6FC307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550375" y="1873546"/>
            <a:ext cx="1121690" cy="2730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35CFFB9-6BCB-B411-3CC7-5CBC7EA9643F}"/>
              </a:ext>
            </a:extLst>
          </p:cNvPr>
          <p:cNvCxnSpPr>
            <a:cxnSpLocks/>
            <a:stCxn id="60" idx="3"/>
            <a:endCxn id="8" idx="1"/>
          </p:cNvCxnSpPr>
          <p:nvPr/>
        </p:nvCxnSpPr>
        <p:spPr>
          <a:xfrm>
            <a:off x="5550375" y="2961129"/>
            <a:ext cx="1114050" cy="79125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CCD27FA-FF1F-3DBE-1252-11737C3053A4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5550376" y="3910801"/>
            <a:ext cx="1152127" cy="17845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F2B0BC9-1BAD-CADB-5AF5-44D60E192F0D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5550376" y="3910801"/>
            <a:ext cx="1152127" cy="153994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514A389C-19F4-2AA0-4677-BAF8B92DD214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5552502" y="4628608"/>
            <a:ext cx="1150001" cy="822135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101F060-E948-2839-4BEF-2DD30B55BAD2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5552502" y="5653625"/>
            <a:ext cx="1150001" cy="91924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FF2E3AE3-605E-9D4B-71CA-50EB2D84E779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5565184" y="6855533"/>
            <a:ext cx="1137320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283A6C5-BCF5-93DE-D2A1-841968BCE9B5}"/>
              </a:ext>
            </a:extLst>
          </p:cNvPr>
          <p:cNvSpPr txBox="1"/>
          <p:nvPr/>
        </p:nvSpPr>
        <p:spPr>
          <a:xfrm>
            <a:off x="1426099" y="840074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b="1" dirty="0"/>
              <a:t>ヒアリング内容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C18E8C2-93AB-F18D-B2D8-C02C39098666}"/>
              </a:ext>
            </a:extLst>
          </p:cNvPr>
          <p:cNvSpPr txBox="1"/>
          <p:nvPr/>
        </p:nvSpPr>
        <p:spPr>
          <a:xfrm>
            <a:off x="8636774" y="84007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b="1" dirty="0"/>
              <a:t>要求機能</a:t>
            </a: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AC73F2B5-B4F4-9751-51BF-0FC9D5705900}"/>
              </a:ext>
            </a:extLst>
          </p:cNvPr>
          <p:cNvSpPr/>
          <p:nvPr/>
        </p:nvSpPr>
        <p:spPr>
          <a:xfrm>
            <a:off x="0" y="2497532"/>
            <a:ext cx="5550375" cy="92719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b="1" dirty="0"/>
              <a:t>危険な状態にある患者を発見</a:t>
            </a:r>
            <a:r>
              <a:rPr lang="ja-JP" altLang="en-US" dirty="0"/>
              <a:t>してくれる</a:t>
            </a:r>
            <a:endParaRPr lang="en-US" altLang="ja-JP" dirty="0"/>
          </a:p>
          <a:p>
            <a:r>
              <a:rPr lang="ja-JP" altLang="en-US" dirty="0"/>
              <a:t>・状況を総合的に判断して，優先度を考えてくれる</a:t>
            </a:r>
          </a:p>
          <a:p>
            <a:r>
              <a:rPr lang="ja-JP" altLang="en-US" dirty="0"/>
              <a:t>・状況を具体的に説明してくれる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8218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部分円 24">
            <a:extLst>
              <a:ext uri="{FF2B5EF4-FFF2-40B4-BE49-F238E27FC236}">
                <a16:creationId xmlns:a16="http://schemas.microsoft.com/office/drawing/2014/main" id="{18D35D2C-94FF-7A80-7FE9-2F990F5C8538}"/>
              </a:ext>
            </a:extLst>
          </p:cNvPr>
          <p:cNvSpPr/>
          <p:nvPr/>
        </p:nvSpPr>
        <p:spPr>
          <a:xfrm rot="10800000">
            <a:off x="2789647" y="745302"/>
            <a:ext cx="8285794" cy="8285804"/>
          </a:xfrm>
          <a:prstGeom prst="pie">
            <a:avLst>
              <a:gd name="adj1" fmla="val 1467460"/>
              <a:gd name="adj2" fmla="val 1495785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6813BB5-AB7E-0B0D-8392-1019F50D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コンテクスト図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CC2BC8-1A03-EEE8-63DB-A44C869D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49</a:t>
            </a:fld>
            <a:endParaRPr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C7F8162-BE99-ED46-C3D2-21BE2B7B6E6F}"/>
              </a:ext>
            </a:extLst>
          </p:cNvPr>
          <p:cNvGrpSpPr/>
          <p:nvPr/>
        </p:nvGrpSpPr>
        <p:grpSpPr>
          <a:xfrm rot="2700000">
            <a:off x="6055686" y="4470748"/>
            <a:ext cx="1512168" cy="1001756"/>
            <a:chOff x="1847528" y="1700808"/>
            <a:chExt cx="1512168" cy="1001756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D90E9871-71E7-7A1A-A989-0B19B19D71E9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660CE7AA-7EBD-FDD7-3720-4E6D7F4A6D52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C14B865A-1ACF-D170-6110-76A6E6923529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99E5425-259D-CEAA-64C4-C826A6194164}"/>
              </a:ext>
            </a:extLst>
          </p:cNvPr>
          <p:cNvGrpSpPr/>
          <p:nvPr/>
        </p:nvGrpSpPr>
        <p:grpSpPr>
          <a:xfrm rot="10800000">
            <a:off x="6689906" y="1526104"/>
            <a:ext cx="1512168" cy="1001756"/>
            <a:chOff x="1847528" y="1700808"/>
            <a:chExt cx="1512168" cy="1001756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130005F7-66E9-D267-1CBF-C0C2AB9644F1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098B202B-AD53-6C8F-7347-0512BDA75BE0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二等辺三角形 12">
              <a:extLst>
                <a:ext uri="{FF2B5EF4-FFF2-40B4-BE49-F238E27FC236}">
                  <a16:creationId xmlns:a16="http://schemas.microsoft.com/office/drawing/2014/main" id="{A54159EA-50AF-9721-83BE-6BE373C0013D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6A41B7B-2D13-0979-C74A-48E24B3AFC86}"/>
              </a:ext>
            </a:extLst>
          </p:cNvPr>
          <p:cNvGrpSpPr/>
          <p:nvPr/>
        </p:nvGrpSpPr>
        <p:grpSpPr>
          <a:xfrm rot="10800000">
            <a:off x="7842034" y="4040197"/>
            <a:ext cx="1512168" cy="1001756"/>
            <a:chOff x="1847528" y="1700808"/>
            <a:chExt cx="1512168" cy="1001756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5D7E1BB0-06D4-720F-4C9E-EFE8B35C2D63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A638E39B-85A9-81E4-FF5C-EAD66AF88E16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3B7954D5-A1D7-539D-E2A7-74F5AF3B0007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327FDA3-F538-38CF-2234-30EC91FA6AB5}"/>
              </a:ext>
            </a:extLst>
          </p:cNvPr>
          <p:cNvSpPr txBox="1"/>
          <p:nvPr/>
        </p:nvSpPr>
        <p:spPr>
          <a:xfrm>
            <a:off x="6801179" y="1064439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B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EB8DC9-6C8A-2CA2-EBF4-53D7B2153FC7}"/>
              </a:ext>
            </a:extLst>
          </p:cNvPr>
          <p:cNvSpPr txBox="1"/>
          <p:nvPr/>
        </p:nvSpPr>
        <p:spPr>
          <a:xfrm>
            <a:off x="7938322" y="344932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C</a:t>
            </a:r>
            <a:endParaRPr kumimoji="1" lang="ja-JP" altLang="en-US" sz="2400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3E66DF3-1CE5-C237-63F1-20C921887FC1}"/>
              </a:ext>
            </a:extLst>
          </p:cNvPr>
          <p:cNvGrpSpPr/>
          <p:nvPr/>
        </p:nvGrpSpPr>
        <p:grpSpPr>
          <a:xfrm rot="10800000">
            <a:off x="2762591" y="4091114"/>
            <a:ext cx="1512168" cy="1001756"/>
            <a:chOff x="1847528" y="1700808"/>
            <a:chExt cx="1512168" cy="1001756"/>
          </a:xfrm>
        </p:grpSpPr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7DE1B1CC-32A4-6645-5E77-A188EEEE7672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879F586C-C136-41DB-9765-DB8372EC5EC5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7C55C369-231B-54DB-7D40-85582B1C8D87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CEAD3F6-1DF4-D2DD-8B98-94781076C42F}"/>
              </a:ext>
            </a:extLst>
          </p:cNvPr>
          <p:cNvSpPr txBox="1"/>
          <p:nvPr/>
        </p:nvSpPr>
        <p:spPr>
          <a:xfrm>
            <a:off x="2858879" y="3629448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A</a:t>
            </a:r>
            <a:endParaRPr kumimoji="1" lang="ja-JP" altLang="en-US" sz="240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59461392-B603-B646-B171-80BCB8CB43E7}"/>
              </a:ext>
            </a:extLst>
          </p:cNvPr>
          <p:cNvCxnSpPr>
            <a:cxnSpLocks/>
            <a:stCxn id="7" idx="2"/>
            <a:endCxn id="12" idx="7"/>
          </p:cNvCxnSpPr>
          <p:nvPr/>
        </p:nvCxnSpPr>
        <p:spPr>
          <a:xfrm flipV="1">
            <a:off x="6834982" y="2073843"/>
            <a:ext cx="330963" cy="2721819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3F65648-94CB-CA02-9339-8F3E8CD675E7}"/>
              </a:ext>
            </a:extLst>
          </p:cNvPr>
          <p:cNvCxnSpPr>
            <a:cxnSpLocks/>
            <a:stCxn id="7" idx="4"/>
            <a:endCxn id="16" idx="7"/>
          </p:cNvCxnSpPr>
          <p:nvPr/>
        </p:nvCxnSpPr>
        <p:spPr>
          <a:xfrm flipV="1">
            <a:off x="6987734" y="4587936"/>
            <a:ext cx="1330339" cy="360478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3AC62D3-BFC3-3A50-FB36-6BDD283522E3}"/>
              </a:ext>
            </a:extLst>
          </p:cNvPr>
          <p:cNvCxnSpPr>
            <a:cxnSpLocks/>
          </p:cNvCxnSpPr>
          <p:nvPr/>
        </p:nvCxnSpPr>
        <p:spPr>
          <a:xfrm flipV="1">
            <a:off x="7165945" y="4795443"/>
            <a:ext cx="1330339" cy="36047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4C272D60-8E66-BF60-CF7B-2CFFFF085B56}"/>
              </a:ext>
            </a:extLst>
          </p:cNvPr>
          <p:cNvCxnSpPr>
            <a:cxnSpLocks/>
            <a:stCxn id="5" idx="3"/>
            <a:endCxn id="21" idx="2"/>
          </p:cNvCxnSpPr>
          <p:nvPr/>
        </p:nvCxnSpPr>
        <p:spPr>
          <a:xfrm flipH="1" flipV="1">
            <a:off x="4274759" y="4411972"/>
            <a:ext cx="1871247" cy="469334"/>
          </a:xfrm>
          <a:prstGeom prst="straightConnector1">
            <a:avLst/>
          </a:prstGeom>
          <a:ln w="762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705F2F6-7F3B-08AA-8091-AC98C8469DE7}"/>
              </a:ext>
            </a:extLst>
          </p:cNvPr>
          <p:cNvSpPr txBox="1"/>
          <p:nvPr/>
        </p:nvSpPr>
        <p:spPr>
          <a:xfrm>
            <a:off x="7581874" y="5018506"/>
            <a:ext cx="66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Treat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2B762FD-ECDD-C97E-45D6-E6A80D903862}"/>
              </a:ext>
            </a:extLst>
          </p:cNvPr>
          <p:cNvSpPr txBox="1"/>
          <p:nvPr/>
        </p:nvSpPr>
        <p:spPr>
          <a:xfrm>
            <a:off x="7036879" y="433312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9B5E04F-74A6-8172-F014-ACE5538C6123}"/>
              </a:ext>
            </a:extLst>
          </p:cNvPr>
          <p:cNvSpPr txBox="1"/>
          <p:nvPr/>
        </p:nvSpPr>
        <p:spPr>
          <a:xfrm>
            <a:off x="5983462" y="326465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D09C027-FABA-4D2B-0783-FF2BE01F29BE}"/>
              </a:ext>
            </a:extLst>
          </p:cNvPr>
          <p:cNvSpPr txBox="1"/>
          <p:nvPr/>
        </p:nvSpPr>
        <p:spPr>
          <a:xfrm>
            <a:off x="4840133" y="4752598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Worry</a:t>
            </a:r>
            <a:endParaRPr kumimoji="1" lang="ja-JP" altLang="en-US" b="1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0DA78C8-AF26-1172-5605-8905FBA175E1}"/>
              </a:ext>
            </a:extLst>
          </p:cNvPr>
          <p:cNvSpPr/>
          <p:nvPr/>
        </p:nvSpPr>
        <p:spPr>
          <a:xfrm>
            <a:off x="10344472" y="5387838"/>
            <a:ext cx="1944216" cy="1713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BAF2AC43-780F-D1BB-CC8A-695BF4F31AFA}"/>
              </a:ext>
            </a:extLst>
          </p:cNvPr>
          <p:cNvGrpSpPr/>
          <p:nvPr/>
        </p:nvGrpSpPr>
        <p:grpSpPr>
          <a:xfrm>
            <a:off x="10776520" y="5743636"/>
            <a:ext cx="1041171" cy="689738"/>
            <a:chOff x="1847528" y="1700808"/>
            <a:chExt cx="1512168" cy="1001756"/>
          </a:xfrm>
        </p:grpSpPr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3CFB9FD1-1751-F0F0-AF3B-2F1B97F62F3D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6A94BAFD-F81A-8C25-923C-12EEC3B216F7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51460FA3-8F73-B57D-0BC3-4DAECE156DD6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8EB3FE-AF1A-3A32-160B-93D3BEEBE2F5}"/>
              </a:ext>
            </a:extLst>
          </p:cNvPr>
          <p:cNvSpPr txBox="1"/>
          <p:nvPr/>
        </p:nvSpPr>
        <p:spPr>
          <a:xfrm>
            <a:off x="10471536" y="6408171"/>
            <a:ext cx="1503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Other staff</a:t>
            </a:r>
            <a:endParaRPr kumimoji="1" lang="ja-JP" altLang="en-US" sz="2400" dirty="0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9C3975F-7E1A-20CE-653A-7F73B0F99636}"/>
              </a:ext>
            </a:extLst>
          </p:cNvPr>
          <p:cNvCxnSpPr>
            <a:cxnSpLocks/>
          </p:cNvCxnSpPr>
          <p:nvPr/>
        </p:nvCxnSpPr>
        <p:spPr>
          <a:xfrm>
            <a:off x="7291901" y="5433963"/>
            <a:ext cx="3534199" cy="716301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B21DAEF-73FD-9D01-7B13-88E24E18E079}"/>
              </a:ext>
            </a:extLst>
          </p:cNvPr>
          <p:cNvCxnSpPr>
            <a:cxnSpLocks/>
          </p:cNvCxnSpPr>
          <p:nvPr/>
        </p:nvCxnSpPr>
        <p:spPr>
          <a:xfrm>
            <a:off x="7291901" y="5610596"/>
            <a:ext cx="3534199" cy="716301"/>
          </a:xfrm>
          <a:prstGeom prst="straightConnector1">
            <a:avLst/>
          </a:prstGeom>
          <a:ln w="76200"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1EF0FD6-412B-2ABD-4FE4-191C3259A14B}"/>
              </a:ext>
            </a:extLst>
          </p:cNvPr>
          <p:cNvSpPr txBox="1"/>
          <p:nvPr/>
        </p:nvSpPr>
        <p:spPr>
          <a:xfrm>
            <a:off x="7717012" y="5989732"/>
            <a:ext cx="2531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Talk </a:t>
            </a:r>
          </a:p>
          <a:p>
            <a:pPr algn="ctr"/>
            <a:r>
              <a:rPr kumimoji="1" lang="en-US" altLang="ja-JP" dirty="0"/>
              <a:t>(in person or via headset)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8257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FE27-3197-82B2-F9FC-1F899839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部分円 24">
            <a:extLst>
              <a:ext uri="{FF2B5EF4-FFF2-40B4-BE49-F238E27FC236}">
                <a16:creationId xmlns:a16="http://schemas.microsoft.com/office/drawing/2014/main" id="{977FD6F7-388A-5B1A-EE20-5773EA7A01AE}"/>
              </a:ext>
            </a:extLst>
          </p:cNvPr>
          <p:cNvSpPr/>
          <p:nvPr/>
        </p:nvSpPr>
        <p:spPr>
          <a:xfrm rot="10800000">
            <a:off x="2733065" y="1266919"/>
            <a:ext cx="8285794" cy="8285804"/>
          </a:xfrm>
          <a:prstGeom prst="pie">
            <a:avLst>
              <a:gd name="adj1" fmla="val 1809018"/>
              <a:gd name="adj2" fmla="val 1495785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83A1479-F8F1-4D8E-73AE-10565929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コンテクスト図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87CFD8-58E8-955E-D1B1-8C19BD9A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50</a:t>
            </a:fld>
            <a:endParaRPr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D88341B-49BD-A9BB-FAA3-1A89D5309E38}"/>
              </a:ext>
            </a:extLst>
          </p:cNvPr>
          <p:cNvGrpSpPr/>
          <p:nvPr/>
        </p:nvGrpSpPr>
        <p:grpSpPr>
          <a:xfrm rot="2700000">
            <a:off x="6284490" y="5032325"/>
            <a:ext cx="1512168" cy="1001756"/>
            <a:chOff x="1847528" y="1700808"/>
            <a:chExt cx="1512168" cy="1001756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F1694D8C-A8DA-471E-CC78-8433D1D68BD4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1E45E778-6346-E44D-DBCA-F36484029B07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9377941D-806A-58E4-2E65-13D4A9DE6C40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796690F-8556-946C-65B8-37C570A2B9DC}"/>
              </a:ext>
            </a:extLst>
          </p:cNvPr>
          <p:cNvGrpSpPr/>
          <p:nvPr/>
        </p:nvGrpSpPr>
        <p:grpSpPr>
          <a:xfrm rot="10800000">
            <a:off x="6689906" y="1872287"/>
            <a:ext cx="1512168" cy="1001756"/>
            <a:chOff x="1847528" y="1700808"/>
            <a:chExt cx="1512168" cy="1001756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5E004E86-EB13-3B72-768B-C09F3BC7AA7F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93D7081F-71B0-70F9-3FEE-F2F38B7B925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二等辺三角形 12">
              <a:extLst>
                <a:ext uri="{FF2B5EF4-FFF2-40B4-BE49-F238E27FC236}">
                  <a16:creationId xmlns:a16="http://schemas.microsoft.com/office/drawing/2014/main" id="{18D6CA47-7336-0DF9-84EC-82CC65789101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0AC04F1-A312-12AA-4D8D-F203228F2BD7}"/>
              </a:ext>
            </a:extLst>
          </p:cNvPr>
          <p:cNvGrpSpPr/>
          <p:nvPr/>
        </p:nvGrpSpPr>
        <p:grpSpPr>
          <a:xfrm rot="10800000">
            <a:off x="7842034" y="4040197"/>
            <a:ext cx="1512168" cy="1001756"/>
            <a:chOff x="1847528" y="1700808"/>
            <a:chExt cx="1512168" cy="1001756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450707CD-681C-75F9-4CD1-700A908713CE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A9F17154-27BE-9E42-47F5-DCC88B2E8A9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75CE0885-3EAF-EC8E-6101-739A34A0DAB4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AB77891-5638-6E7F-1CF3-4F1682505F1F}"/>
              </a:ext>
            </a:extLst>
          </p:cNvPr>
          <p:cNvSpPr txBox="1"/>
          <p:nvPr/>
        </p:nvSpPr>
        <p:spPr>
          <a:xfrm>
            <a:off x="6801179" y="1410622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B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9C5292C-544F-3AA4-57B6-84EDCA87EAC2}"/>
              </a:ext>
            </a:extLst>
          </p:cNvPr>
          <p:cNvSpPr txBox="1"/>
          <p:nvPr/>
        </p:nvSpPr>
        <p:spPr>
          <a:xfrm>
            <a:off x="7938322" y="344932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C</a:t>
            </a:r>
            <a:endParaRPr kumimoji="1" lang="ja-JP" altLang="en-US" sz="2400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6C4A483-8914-2ED5-A359-1519C3375526}"/>
              </a:ext>
            </a:extLst>
          </p:cNvPr>
          <p:cNvGrpSpPr/>
          <p:nvPr/>
        </p:nvGrpSpPr>
        <p:grpSpPr>
          <a:xfrm rot="10800000">
            <a:off x="1317882" y="3579846"/>
            <a:ext cx="1512168" cy="1001756"/>
            <a:chOff x="1847528" y="1700808"/>
            <a:chExt cx="1512168" cy="1001756"/>
          </a:xfrm>
        </p:grpSpPr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0EC48133-E4FB-387C-508E-0CF65113C2F0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1462CACE-3F64-5D6B-9FB1-569987B0043D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75A87A43-B20D-8E2B-F8A6-8FB44B719BB0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A798D17-354E-C6FF-7D13-D3702A286502}"/>
              </a:ext>
            </a:extLst>
          </p:cNvPr>
          <p:cNvSpPr txBox="1"/>
          <p:nvPr/>
        </p:nvSpPr>
        <p:spPr>
          <a:xfrm>
            <a:off x="1414170" y="3118180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A</a:t>
            </a:r>
            <a:endParaRPr kumimoji="1" lang="ja-JP" altLang="en-US" sz="240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93AE74E-8C56-BEEA-5EB7-759E12ADDE08}"/>
              </a:ext>
            </a:extLst>
          </p:cNvPr>
          <p:cNvCxnSpPr>
            <a:cxnSpLocks/>
            <a:stCxn id="7" idx="2"/>
            <a:endCxn id="12" idx="7"/>
          </p:cNvCxnSpPr>
          <p:nvPr/>
        </p:nvCxnSpPr>
        <p:spPr>
          <a:xfrm flipV="1">
            <a:off x="7063786" y="2420026"/>
            <a:ext cx="102159" cy="2937213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DB5D86F-DC98-6A9F-416E-332DFB5E8B53}"/>
              </a:ext>
            </a:extLst>
          </p:cNvPr>
          <p:cNvCxnSpPr>
            <a:cxnSpLocks/>
            <a:stCxn id="7" idx="4"/>
            <a:endCxn id="16" idx="7"/>
          </p:cNvCxnSpPr>
          <p:nvPr/>
        </p:nvCxnSpPr>
        <p:spPr>
          <a:xfrm flipV="1">
            <a:off x="7216538" y="4587936"/>
            <a:ext cx="1101535" cy="922055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1DC2C97C-F934-1DA0-64D8-BB025D0BEE90}"/>
              </a:ext>
            </a:extLst>
          </p:cNvPr>
          <p:cNvCxnSpPr>
            <a:cxnSpLocks/>
          </p:cNvCxnSpPr>
          <p:nvPr/>
        </p:nvCxnSpPr>
        <p:spPr>
          <a:xfrm flipV="1">
            <a:off x="7724260" y="4795443"/>
            <a:ext cx="772024" cy="6502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6AE38F4-668E-D5B1-1C1C-58AC3474E694}"/>
              </a:ext>
            </a:extLst>
          </p:cNvPr>
          <p:cNvSpPr txBox="1"/>
          <p:nvPr/>
        </p:nvSpPr>
        <p:spPr>
          <a:xfrm>
            <a:off x="8022203" y="5115008"/>
            <a:ext cx="66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Treat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16F1396-DC76-E0E7-A8B0-307ED769B993}"/>
              </a:ext>
            </a:extLst>
          </p:cNvPr>
          <p:cNvSpPr txBox="1"/>
          <p:nvPr/>
        </p:nvSpPr>
        <p:spPr>
          <a:xfrm>
            <a:off x="7036879" y="433312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BD19C77-6AE8-8171-B0CC-0B62319E5DCF}"/>
              </a:ext>
            </a:extLst>
          </p:cNvPr>
          <p:cNvSpPr txBox="1"/>
          <p:nvPr/>
        </p:nvSpPr>
        <p:spPr>
          <a:xfrm>
            <a:off x="5983462" y="326465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Observe</a:t>
            </a:r>
            <a:endParaRPr kumimoji="1" lang="ja-JP" altLang="en-US" b="1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3B57A0E-C186-BC5C-42B6-06660011B331}"/>
              </a:ext>
            </a:extLst>
          </p:cNvPr>
          <p:cNvSpPr/>
          <p:nvPr/>
        </p:nvSpPr>
        <p:spPr>
          <a:xfrm>
            <a:off x="-250737" y="5457606"/>
            <a:ext cx="2160240" cy="1713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5A739FDB-BA0F-5075-3004-8277D700A831}"/>
              </a:ext>
            </a:extLst>
          </p:cNvPr>
          <p:cNvGrpSpPr/>
          <p:nvPr/>
        </p:nvGrpSpPr>
        <p:grpSpPr>
          <a:xfrm>
            <a:off x="323942" y="5813404"/>
            <a:ext cx="1041171" cy="689738"/>
            <a:chOff x="1847528" y="1700808"/>
            <a:chExt cx="1512168" cy="1001756"/>
          </a:xfrm>
        </p:grpSpPr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7DECC989-8D8B-1E94-16C8-1DA56E36835A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068B6786-C800-4B6D-150C-55E8400FEA87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E67D4C8B-56EB-91D8-2CE6-2503276D6F53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481727-EE77-1AFF-D014-FE994546796C}"/>
              </a:ext>
            </a:extLst>
          </p:cNvPr>
          <p:cNvSpPr txBox="1"/>
          <p:nvPr/>
        </p:nvSpPr>
        <p:spPr>
          <a:xfrm>
            <a:off x="18958" y="6477939"/>
            <a:ext cx="1503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Other staff</a:t>
            </a:r>
            <a:endParaRPr kumimoji="1" lang="ja-JP" altLang="en-US" sz="2400" dirty="0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B058F3C4-D9EE-51B5-082A-98669F8E0DDA}"/>
              </a:ext>
            </a:extLst>
          </p:cNvPr>
          <p:cNvCxnSpPr>
            <a:cxnSpLocks/>
            <a:endCxn id="43" idx="6"/>
          </p:cNvCxnSpPr>
          <p:nvPr/>
        </p:nvCxnSpPr>
        <p:spPr>
          <a:xfrm flipH="1">
            <a:off x="1365113" y="5727643"/>
            <a:ext cx="5162450" cy="554579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FD3F7D0-6DC2-EEBD-EE92-44B25D027CF7}"/>
              </a:ext>
            </a:extLst>
          </p:cNvPr>
          <p:cNvCxnSpPr>
            <a:cxnSpLocks/>
          </p:cNvCxnSpPr>
          <p:nvPr/>
        </p:nvCxnSpPr>
        <p:spPr>
          <a:xfrm flipH="1" flipV="1">
            <a:off x="3460464" y="7825991"/>
            <a:ext cx="1801274" cy="193501"/>
          </a:xfrm>
          <a:prstGeom prst="straightConnector1">
            <a:avLst/>
          </a:prstGeom>
          <a:ln w="76200"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997A03A-314C-D454-ED0E-2D67DCDFDFDB}"/>
              </a:ext>
            </a:extLst>
          </p:cNvPr>
          <p:cNvSpPr txBox="1"/>
          <p:nvPr/>
        </p:nvSpPr>
        <p:spPr>
          <a:xfrm>
            <a:off x="3967403" y="605267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Notify</a:t>
            </a:r>
            <a:endParaRPr kumimoji="1" lang="ja-JP" altLang="en-US" dirty="0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51536992-B0C6-5906-620F-80749A3DDE12}"/>
              </a:ext>
            </a:extLst>
          </p:cNvPr>
          <p:cNvCxnSpPr>
            <a:cxnSpLocks/>
            <a:stCxn id="5" idx="3"/>
            <a:endCxn id="21" idx="2"/>
          </p:cNvCxnSpPr>
          <p:nvPr/>
        </p:nvCxnSpPr>
        <p:spPr>
          <a:xfrm flipH="1" flipV="1">
            <a:off x="2830050" y="3900704"/>
            <a:ext cx="3544760" cy="1542179"/>
          </a:xfrm>
          <a:prstGeom prst="straightConnector1">
            <a:avLst/>
          </a:prstGeom>
          <a:ln w="762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1A46D41-B45B-A8B7-3F12-27BBCB667BE2}"/>
              </a:ext>
            </a:extLst>
          </p:cNvPr>
          <p:cNvSpPr txBox="1"/>
          <p:nvPr/>
        </p:nvSpPr>
        <p:spPr>
          <a:xfrm>
            <a:off x="4102949" y="4703538"/>
            <a:ext cx="838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Worry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5294913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7859-E1B1-042C-0EFA-D99A3AF6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部分円 25">
            <a:extLst>
              <a:ext uri="{FF2B5EF4-FFF2-40B4-BE49-F238E27FC236}">
                <a16:creationId xmlns:a16="http://schemas.microsoft.com/office/drawing/2014/main" id="{200CD69E-3956-A985-B425-C0105AF93085}"/>
              </a:ext>
            </a:extLst>
          </p:cNvPr>
          <p:cNvSpPr/>
          <p:nvPr/>
        </p:nvSpPr>
        <p:spPr>
          <a:xfrm rot="10800000">
            <a:off x="-2369700" y="-1320390"/>
            <a:ext cx="12947902" cy="12947918"/>
          </a:xfrm>
          <a:prstGeom prst="pie">
            <a:avLst>
              <a:gd name="adj1" fmla="val 19111502"/>
              <a:gd name="adj2" fmla="val 1365842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部分円 24">
            <a:extLst>
              <a:ext uri="{FF2B5EF4-FFF2-40B4-BE49-F238E27FC236}">
                <a16:creationId xmlns:a16="http://schemas.microsoft.com/office/drawing/2014/main" id="{5155914F-595D-F3BE-8F60-A5146C4A0E27}"/>
              </a:ext>
            </a:extLst>
          </p:cNvPr>
          <p:cNvSpPr/>
          <p:nvPr/>
        </p:nvSpPr>
        <p:spPr>
          <a:xfrm rot="10800000">
            <a:off x="2789647" y="745302"/>
            <a:ext cx="8285794" cy="8285804"/>
          </a:xfrm>
          <a:prstGeom prst="pie">
            <a:avLst>
              <a:gd name="adj1" fmla="val 1467460"/>
              <a:gd name="adj2" fmla="val 1495785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0BB3668-5EAC-FDB0-6660-0E579D402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コンテクスト図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A7CA1C-009B-7E8C-FD4B-EE3240CC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51</a:t>
            </a:fld>
            <a:endParaRPr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ADD53B1-ADB1-6BCF-F005-BF94D3CFD2EA}"/>
              </a:ext>
            </a:extLst>
          </p:cNvPr>
          <p:cNvGrpSpPr/>
          <p:nvPr/>
        </p:nvGrpSpPr>
        <p:grpSpPr>
          <a:xfrm rot="2700000">
            <a:off x="6284490" y="5032325"/>
            <a:ext cx="1512168" cy="1001756"/>
            <a:chOff x="1847528" y="1700808"/>
            <a:chExt cx="1512168" cy="1001756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05C51DF5-C24B-72A2-3ABE-84B75C23409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A16AFECE-F54C-37D6-37F5-EB06B402F706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7DEC0474-3DE9-3B44-122F-F1870BAE8D9F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5DAD08E-58B6-216E-A0D0-DBB5841CC4A8}"/>
              </a:ext>
            </a:extLst>
          </p:cNvPr>
          <p:cNvGrpSpPr/>
          <p:nvPr/>
        </p:nvGrpSpPr>
        <p:grpSpPr>
          <a:xfrm rot="10800000">
            <a:off x="6689906" y="1526104"/>
            <a:ext cx="1512168" cy="1001756"/>
            <a:chOff x="1847528" y="1700808"/>
            <a:chExt cx="1512168" cy="1001756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285936DB-1086-8F06-E819-06EE56D4C752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5E4DC1D-C877-AEC0-42CD-D4E368AB358E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二等辺三角形 12">
              <a:extLst>
                <a:ext uri="{FF2B5EF4-FFF2-40B4-BE49-F238E27FC236}">
                  <a16:creationId xmlns:a16="http://schemas.microsoft.com/office/drawing/2014/main" id="{0C42574E-8162-2828-96E7-446BBC3691D1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4A8B55-4564-E6A9-F94F-17056A26094B}"/>
              </a:ext>
            </a:extLst>
          </p:cNvPr>
          <p:cNvGrpSpPr/>
          <p:nvPr/>
        </p:nvGrpSpPr>
        <p:grpSpPr>
          <a:xfrm rot="10800000">
            <a:off x="7842034" y="4040197"/>
            <a:ext cx="1512168" cy="1001756"/>
            <a:chOff x="1847528" y="1700808"/>
            <a:chExt cx="1512168" cy="1001756"/>
          </a:xfrm>
        </p:grpSpPr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F74CB777-5AA9-F6C5-59F9-DE0EBAA41201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5EC0E4B6-4F65-C8F7-CBFD-12E23BAB777E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33B2334A-A994-6192-D580-1CADCCDF46A6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E286540-1583-4C30-FCAF-701FE1F43AEE}"/>
              </a:ext>
            </a:extLst>
          </p:cNvPr>
          <p:cNvSpPr txBox="1"/>
          <p:nvPr/>
        </p:nvSpPr>
        <p:spPr>
          <a:xfrm>
            <a:off x="6801179" y="1064439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B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08B11BA-2A82-4F83-1379-1B4F1FADF1FD}"/>
              </a:ext>
            </a:extLst>
          </p:cNvPr>
          <p:cNvSpPr txBox="1"/>
          <p:nvPr/>
        </p:nvSpPr>
        <p:spPr>
          <a:xfrm>
            <a:off x="7938322" y="344932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C</a:t>
            </a:r>
            <a:endParaRPr kumimoji="1" lang="ja-JP" altLang="en-US" sz="2400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C6957AB2-F6EC-6CE7-3C9D-717542CDDBB8}"/>
              </a:ext>
            </a:extLst>
          </p:cNvPr>
          <p:cNvGrpSpPr/>
          <p:nvPr/>
        </p:nvGrpSpPr>
        <p:grpSpPr>
          <a:xfrm rot="10800000">
            <a:off x="1317882" y="3042261"/>
            <a:ext cx="1512168" cy="1001756"/>
            <a:chOff x="1847528" y="1700808"/>
            <a:chExt cx="1512168" cy="1001756"/>
          </a:xfrm>
        </p:grpSpPr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C274B1DC-0C0D-86E4-8875-80A8F22B604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33125268-A5ED-10D9-D855-5D5DA04B766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EDE3ED87-7CB0-233B-24D3-AABF1451429F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E3B645D-3A63-FAFF-A1D7-180A064064EB}"/>
              </a:ext>
            </a:extLst>
          </p:cNvPr>
          <p:cNvSpPr txBox="1"/>
          <p:nvPr/>
        </p:nvSpPr>
        <p:spPr>
          <a:xfrm>
            <a:off x="1414170" y="2580595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A</a:t>
            </a:r>
            <a:endParaRPr kumimoji="1" lang="ja-JP" altLang="en-US" sz="240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EF62AF9-C1C2-70E4-DD86-42D95836A189}"/>
              </a:ext>
            </a:extLst>
          </p:cNvPr>
          <p:cNvCxnSpPr>
            <a:cxnSpLocks/>
            <a:stCxn id="7" idx="2"/>
            <a:endCxn id="12" idx="7"/>
          </p:cNvCxnSpPr>
          <p:nvPr/>
        </p:nvCxnSpPr>
        <p:spPr>
          <a:xfrm flipV="1">
            <a:off x="7063786" y="2073843"/>
            <a:ext cx="102159" cy="3283396"/>
          </a:xfrm>
          <a:prstGeom prst="straightConnector1">
            <a:avLst/>
          </a:prstGeom>
          <a:ln w="31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C2F3009-2B7D-1732-1688-DA378898CFCE}"/>
              </a:ext>
            </a:extLst>
          </p:cNvPr>
          <p:cNvCxnSpPr>
            <a:cxnSpLocks/>
            <a:stCxn id="7" idx="4"/>
            <a:endCxn id="16" idx="7"/>
          </p:cNvCxnSpPr>
          <p:nvPr/>
        </p:nvCxnSpPr>
        <p:spPr>
          <a:xfrm flipV="1">
            <a:off x="7216538" y="4587936"/>
            <a:ext cx="1101535" cy="922055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F0B160D-459A-43F9-1AFE-E21D846D1907}"/>
              </a:ext>
            </a:extLst>
          </p:cNvPr>
          <p:cNvCxnSpPr>
            <a:cxnSpLocks/>
          </p:cNvCxnSpPr>
          <p:nvPr/>
        </p:nvCxnSpPr>
        <p:spPr>
          <a:xfrm flipV="1">
            <a:off x="7724260" y="4795443"/>
            <a:ext cx="772024" cy="6502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E5EA7D4-F27C-6F1F-88B4-B5E25E455598}"/>
              </a:ext>
            </a:extLst>
          </p:cNvPr>
          <p:cNvSpPr txBox="1"/>
          <p:nvPr/>
        </p:nvSpPr>
        <p:spPr>
          <a:xfrm>
            <a:off x="8022203" y="5115008"/>
            <a:ext cx="66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Treat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C7EBC4D-3FE6-44EF-A3C9-A49F5DE85791}"/>
              </a:ext>
            </a:extLst>
          </p:cNvPr>
          <p:cNvSpPr txBox="1"/>
          <p:nvPr/>
        </p:nvSpPr>
        <p:spPr>
          <a:xfrm>
            <a:off x="7036879" y="433312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FAE70CF-0643-541F-9351-8A0CFA30EBAC}"/>
              </a:ext>
            </a:extLst>
          </p:cNvPr>
          <p:cNvSpPr txBox="1"/>
          <p:nvPr/>
        </p:nvSpPr>
        <p:spPr>
          <a:xfrm>
            <a:off x="5983462" y="326465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FDDD931D-3FBF-E5BB-3FFE-726EE9B71C53}"/>
              </a:ext>
            </a:extLst>
          </p:cNvPr>
          <p:cNvSpPr/>
          <p:nvPr/>
        </p:nvSpPr>
        <p:spPr>
          <a:xfrm>
            <a:off x="-250737" y="5457606"/>
            <a:ext cx="2160240" cy="1713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8BE1E542-F499-DD0D-3A0C-366D05136B51}"/>
              </a:ext>
            </a:extLst>
          </p:cNvPr>
          <p:cNvGrpSpPr/>
          <p:nvPr/>
        </p:nvGrpSpPr>
        <p:grpSpPr>
          <a:xfrm>
            <a:off x="323942" y="5813404"/>
            <a:ext cx="1041171" cy="689738"/>
            <a:chOff x="1847528" y="1700808"/>
            <a:chExt cx="1512168" cy="1001756"/>
          </a:xfrm>
        </p:grpSpPr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9F9174A9-510B-A015-D107-19E67BC91DFE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1DA7C719-675B-8E8F-7C1D-F0BA969A6E05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1D65A70F-AAB0-9B59-268D-5234D25BBB33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A509DD-A949-810E-0AB2-9DF47230BF33}"/>
              </a:ext>
            </a:extLst>
          </p:cNvPr>
          <p:cNvSpPr txBox="1"/>
          <p:nvPr/>
        </p:nvSpPr>
        <p:spPr>
          <a:xfrm>
            <a:off x="18958" y="6477939"/>
            <a:ext cx="1503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Other staff</a:t>
            </a:r>
            <a:endParaRPr kumimoji="1" lang="ja-JP" altLang="en-US" sz="2400" dirty="0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CA472A4-2381-F8BF-CC9A-6FC275527EEB}"/>
              </a:ext>
            </a:extLst>
          </p:cNvPr>
          <p:cNvCxnSpPr>
            <a:cxnSpLocks/>
            <a:stCxn id="4" idx="2"/>
            <a:endCxn id="43" idx="6"/>
          </p:cNvCxnSpPr>
          <p:nvPr/>
        </p:nvCxnSpPr>
        <p:spPr>
          <a:xfrm flipH="1">
            <a:off x="1365113" y="5249382"/>
            <a:ext cx="2225451" cy="103284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B024D2CB-48A3-C036-29E0-FFFCA23856E1}"/>
              </a:ext>
            </a:extLst>
          </p:cNvPr>
          <p:cNvCxnSpPr>
            <a:cxnSpLocks/>
            <a:stCxn id="5" idx="3"/>
            <a:endCxn id="4" idx="6"/>
          </p:cNvCxnSpPr>
          <p:nvPr/>
        </p:nvCxnSpPr>
        <p:spPr>
          <a:xfrm flipH="1" flipV="1">
            <a:off x="4573536" y="5249382"/>
            <a:ext cx="1801274" cy="193501"/>
          </a:xfrm>
          <a:prstGeom prst="straightConnector1">
            <a:avLst/>
          </a:prstGeom>
          <a:ln w="76200">
            <a:solidFill>
              <a:schemeClr val="accent3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C4BC6E9-21E8-6E05-8658-C2611E9099AB}"/>
              </a:ext>
            </a:extLst>
          </p:cNvPr>
          <p:cNvSpPr txBox="1"/>
          <p:nvPr/>
        </p:nvSpPr>
        <p:spPr>
          <a:xfrm>
            <a:off x="2246597" y="516265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Notify</a:t>
            </a:r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E6E3098-F084-1454-5B37-B121D04FAC79}"/>
              </a:ext>
            </a:extLst>
          </p:cNvPr>
          <p:cNvSpPr/>
          <p:nvPr/>
        </p:nvSpPr>
        <p:spPr>
          <a:xfrm>
            <a:off x="3590564" y="4757896"/>
            <a:ext cx="982972" cy="982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1B1C2379-8D5B-C4C1-1842-5B35F3919BBA}"/>
              </a:ext>
            </a:extLst>
          </p:cNvPr>
          <p:cNvCxnSpPr>
            <a:cxnSpLocks/>
            <a:stCxn id="4" idx="1"/>
            <a:endCxn id="21" idx="1"/>
          </p:cNvCxnSpPr>
          <p:nvPr/>
        </p:nvCxnSpPr>
        <p:spPr>
          <a:xfrm flipH="1" flipV="1">
            <a:off x="2608598" y="3590000"/>
            <a:ext cx="1125919" cy="1311849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F460D4B5-AAAD-CEB8-36D5-8E2F9C189C90}"/>
              </a:ext>
            </a:extLst>
          </p:cNvPr>
          <p:cNvCxnSpPr>
            <a:cxnSpLocks/>
            <a:stCxn id="4" idx="7"/>
            <a:endCxn id="11" idx="7"/>
          </p:cNvCxnSpPr>
          <p:nvPr/>
        </p:nvCxnSpPr>
        <p:spPr>
          <a:xfrm flipV="1">
            <a:off x="4429583" y="2073843"/>
            <a:ext cx="2481775" cy="2828006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4924580-C051-C962-19B6-9AD5210AABA6}"/>
              </a:ext>
            </a:extLst>
          </p:cNvPr>
          <p:cNvCxnSpPr>
            <a:cxnSpLocks/>
            <a:stCxn id="4" idx="6"/>
            <a:endCxn id="15" idx="6"/>
          </p:cNvCxnSpPr>
          <p:nvPr/>
        </p:nvCxnSpPr>
        <p:spPr>
          <a:xfrm flipV="1">
            <a:off x="4573536" y="4361055"/>
            <a:ext cx="3268498" cy="888327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5BB68235-CAAF-49D0-79C3-BB9914738A86}"/>
              </a:ext>
            </a:extLst>
          </p:cNvPr>
          <p:cNvCxnSpPr>
            <a:cxnSpLocks/>
            <a:stCxn id="5" idx="3"/>
            <a:endCxn id="21" idx="2"/>
          </p:cNvCxnSpPr>
          <p:nvPr/>
        </p:nvCxnSpPr>
        <p:spPr>
          <a:xfrm flipH="1" flipV="1">
            <a:off x="2830050" y="3363119"/>
            <a:ext cx="3544760" cy="2079764"/>
          </a:xfrm>
          <a:prstGeom prst="straightConnector1">
            <a:avLst/>
          </a:prstGeom>
          <a:ln w="127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F386D30D-0AB2-B903-1BF8-97A083B82B72}"/>
              </a:ext>
            </a:extLst>
          </p:cNvPr>
          <p:cNvSpPr txBox="1"/>
          <p:nvPr/>
        </p:nvSpPr>
        <p:spPr>
          <a:xfrm>
            <a:off x="5048832" y="540721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Notify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34350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FA2BDB-399A-28B4-B45F-9736492F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7E66EF-DF53-DFC9-B0BA-B66C6CEF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52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07C62B-423B-82B7-799C-DAA1E8769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999"/>
            <a:ext cx="12192000" cy="618800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B67EB22-92EA-D725-A51E-D63FFF497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848"/>
            <a:ext cx="12192000" cy="634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47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6D752D5-1CC9-0E23-4F1E-24DCD5106924}"/>
              </a:ext>
            </a:extLst>
          </p:cNvPr>
          <p:cNvSpPr/>
          <p:nvPr/>
        </p:nvSpPr>
        <p:spPr>
          <a:xfrm>
            <a:off x="1943185" y="2466454"/>
            <a:ext cx="8329279" cy="362719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23CAA3E-9C1E-743F-0DB5-3BEC08F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ユースケース図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341CE2-F59E-FCE6-579C-DF1D9238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53</a:t>
            </a:fld>
            <a:endParaRPr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D8BF187-450F-37BD-BFC8-4B9C633047D0}"/>
              </a:ext>
            </a:extLst>
          </p:cNvPr>
          <p:cNvGrpSpPr/>
          <p:nvPr/>
        </p:nvGrpSpPr>
        <p:grpSpPr>
          <a:xfrm rot="10800000">
            <a:off x="5339916" y="1095459"/>
            <a:ext cx="1512168" cy="1001756"/>
            <a:chOff x="1847528" y="1700808"/>
            <a:chExt cx="1512168" cy="1001756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DC24DED-2453-6F70-7589-D55C4E11921E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26BA5CC0-8B57-B744-62F5-E856B2D0FBA6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DBB9E807-E81E-0CEF-2E79-F1A5F20BF0D8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EB51F14-7377-C91D-5540-FB6509701117}"/>
              </a:ext>
            </a:extLst>
          </p:cNvPr>
          <p:cNvGrpSpPr/>
          <p:nvPr/>
        </p:nvGrpSpPr>
        <p:grpSpPr>
          <a:xfrm rot="10800000">
            <a:off x="2927648" y="1095459"/>
            <a:ext cx="1512168" cy="1001756"/>
            <a:chOff x="1847528" y="1700808"/>
            <a:chExt cx="1512168" cy="1001756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959C079-47F7-4810-3206-A8B182F48603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1CCD0F71-B126-8D86-6342-ACA8C6D57FD7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20AE01C7-B70D-60B1-28EF-008FC6C29369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4E68E6-01A7-3479-EABF-686FC4BE9A82}"/>
              </a:ext>
            </a:extLst>
          </p:cNvPr>
          <p:cNvGrpSpPr/>
          <p:nvPr/>
        </p:nvGrpSpPr>
        <p:grpSpPr>
          <a:xfrm rot="10800000">
            <a:off x="7752184" y="1095459"/>
            <a:ext cx="1512168" cy="1001756"/>
            <a:chOff x="1847528" y="1700808"/>
            <a:chExt cx="1512168" cy="1001756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863FDE16-587B-A126-0B5F-1986FAF130AE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44FF37F1-E5F1-5D78-7940-829408748620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66059CE2-9396-9E7D-ABE9-DD523F4A066F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E37334-CE1E-A859-8C6E-C8FDB5F362F6}"/>
              </a:ext>
            </a:extLst>
          </p:cNvPr>
          <p:cNvSpPr/>
          <p:nvPr/>
        </p:nvSpPr>
        <p:spPr>
          <a:xfrm>
            <a:off x="5339916" y="2607627"/>
            <a:ext cx="3924436" cy="6417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Observe</a:t>
            </a:r>
            <a:endParaRPr kumimoji="1" lang="ja-JP" altLang="en-US" sz="28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EA29A3E-D623-4BCE-C3C1-5B31D5EEC59A}"/>
              </a:ext>
            </a:extLst>
          </p:cNvPr>
          <p:cNvSpPr/>
          <p:nvPr/>
        </p:nvSpPr>
        <p:spPr>
          <a:xfrm>
            <a:off x="2927648" y="3565253"/>
            <a:ext cx="6336704" cy="12746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Evaluate risk</a:t>
            </a:r>
            <a:endParaRPr kumimoji="1" lang="ja-JP" altLang="en-US" sz="28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CCC04EE-6924-7559-53E0-C684A99932D1}"/>
              </a:ext>
            </a:extLst>
          </p:cNvPr>
          <p:cNvCxnSpPr>
            <a:cxnSpLocks/>
            <a:stCxn id="7" idx="0"/>
          </p:cNvCxnSpPr>
          <p:nvPr/>
        </p:nvCxnSpPr>
        <p:spPr>
          <a:xfrm>
            <a:off x="6096000" y="2097215"/>
            <a:ext cx="0" cy="5104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AFD3E80E-5890-CED6-4775-DBF820CF6867}"/>
              </a:ext>
            </a:extLst>
          </p:cNvPr>
          <p:cNvCxnSpPr>
            <a:cxnSpLocks/>
            <a:endCxn id="11" idx="0"/>
          </p:cNvCxnSpPr>
          <p:nvPr/>
        </p:nvCxnSpPr>
        <p:spPr>
          <a:xfrm flipV="1">
            <a:off x="3683731" y="2097215"/>
            <a:ext cx="1" cy="1468038"/>
          </a:xfrm>
          <a:prstGeom prst="straightConnector1">
            <a:avLst/>
          </a:prstGeom>
          <a:ln w="762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ABBCA50-7A6B-10B9-391F-223BFF119710}"/>
              </a:ext>
            </a:extLst>
          </p:cNvPr>
          <p:cNvCxnSpPr>
            <a:cxnSpLocks/>
            <a:stCxn id="15" idx="0"/>
          </p:cNvCxnSpPr>
          <p:nvPr/>
        </p:nvCxnSpPr>
        <p:spPr>
          <a:xfrm>
            <a:off x="8508268" y="2097215"/>
            <a:ext cx="0" cy="5104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62DA13C-B75B-77F2-4B89-ADA46737A190}"/>
              </a:ext>
            </a:extLst>
          </p:cNvPr>
          <p:cNvCxnSpPr>
            <a:cxnSpLocks/>
          </p:cNvCxnSpPr>
          <p:nvPr/>
        </p:nvCxnSpPr>
        <p:spPr>
          <a:xfrm>
            <a:off x="6096000" y="3249343"/>
            <a:ext cx="0" cy="359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52DA3D5-7D09-F0FF-9EF3-87689574F57D}"/>
              </a:ext>
            </a:extLst>
          </p:cNvPr>
          <p:cNvCxnSpPr>
            <a:cxnSpLocks/>
          </p:cNvCxnSpPr>
          <p:nvPr/>
        </p:nvCxnSpPr>
        <p:spPr>
          <a:xfrm>
            <a:off x="8508268" y="3249343"/>
            <a:ext cx="0" cy="359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65C92F1E-2713-2331-8CB9-0C01582A95C3}"/>
              </a:ext>
            </a:extLst>
          </p:cNvPr>
          <p:cNvCxnSpPr>
            <a:cxnSpLocks/>
          </p:cNvCxnSpPr>
          <p:nvPr/>
        </p:nvCxnSpPr>
        <p:spPr>
          <a:xfrm flipH="1">
            <a:off x="9264352" y="1416316"/>
            <a:ext cx="79208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314A8B14-6053-AF7E-19A9-9908CDB7FF0B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9264352" y="4202563"/>
            <a:ext cx="792088" cy="1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FAC0401-E4AF-E699-D39D-1462E2FCA273}"/>
              </a:ext>
            </a:extLst>
          </p:cNvPr>
          <p:cNvCxnSpPr>
            <a:cxnSpLocks/>
          </p:cNvCxnSpPr>
          <p:nvPr/>
        </p:nvCxnSpPr>
        <p:spPr>
          <a:xfrm flipV="1">
            <a:off x="10014867" y="1416316"/>
            <a:ext cx="0" cy="2786247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FAAF20C-00FF-E5AA-AC93-A314E3FB3A9A}"/>
              </a:ext>
            </a:extLst>
          </p:cNvPr>
          <p:cNvSpPr txBox="1"/>
          <p:nvPr/>
        </p:nvSpPr>
        <p:spPr>
          <a:xfrm>
            <a:off x="5436204" y="616700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B</a:t>
            </a:r>
            <a:endParaRPr kumimoji="1" lang="ja-JP" altLang="en-US" sz="24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A0CF2B1-F2E3-B0CB-0F81-CAD79DC325C5}"/>
              </a:ext>
            </a:extLst>
          </p:cNvPr>
          <p:cNvSpPr txBox="1"/>
          <p:nvPr/>
        </p:nvSpPr>
        <p:spPr>
          <a:xfrm>
            <a:off x="7848472" y="63319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C</a:t>
            </a:r>
            <a:endParaRPr kumimoji="1" lang="ja-JP" altLang="en-US" sz="24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B088A1C-B1DE-D11F-67CE-F11BD54CB290}"/>
              </a:ext>
            </a:extLst>
          </p:cNvPr>
          <p:cNvSpPr txBox="1"/>
          <p:nvPr/>
        </p:nvSpPr>
        <p:spPr>
          <a:xfrm>
            <a:off x="3023935" y="633195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A</a:t>
            </a:r>
            <a:endParaRPr kumimoji="1" lang="ja-JP" altLang="en-US" sz="24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55728A2A-B16C-6315-72E8-1F45467FFF61}"/>
              </a:ext>
            </a:extLst>
          </p:cNvPr>
          <p:cNvGrpSpPr/>
          <p:nvPr/>
        </p:nvGrpSpPr>
        <p:grpSpPr>
          <a:xfrm>
            <a:off x="5575414" y="6093647"/>
            <a:ext cx="1041171" cy="689738"/>
            <a:chOff x="1847528" y="1700808"/>
            <a:chExt cx="1512168" cy="1001756"/>
          </a:xfrm>
        </p:grpSpPr>
        <p:sp>
          <p:nvSpPr>
            <p:cNvPr id="45" name="楕円 44">
              <a:extLst>
                <a:ext uri="{FF2B5EF4-FFF2-40B4-BE49-F238E27FC236}">
                  <a16:creationId xmlns:a16="http://schemas.microsoft.com/office/drawing/2014/main" id="{13E4E058-D1B0-BC2F-1BB1-5C6EDE10134D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A103F8E6-B497-27AC-9D46-4F41E625C9A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二等辺三角形 46">
              <a:extLst>
                <a:ext uri="{FF2B5EF4-FFF2-40B4-BE49-F238E27FC236}">
                  <a16:creationId xmlns:a16="http://schemas.microsoft.com/office/drawing/2014/main" id="{D40D1AFA-BFDD-6AE2-0F4D-A4A091AFBB7A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4558E4B-D63E-A0D8-2A4B-B2E97538B0FB}"/>
              </a:ext>
            </a:extLst>
          </p:cNvPr>
          <p:cNvSpPr txBox="1"/>
          <p:nvPr/>
        </p:nvSpPr>
        <p:spPr>
          <a:xfrm>
            <a:off x="6550550" y="6396335"/>
            <a:ext cx="1503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Other staff</a:t>
            </a:r>
            <a:endParaRPr kumimoji="1" lang="ja-JP" altLang="en-US" sz="2400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D6ED8E30-D3A4-7DEA-7498-CD0F1BE67C36}"/>
              </a:ext>
            </a:extLst>
          </p:cNvPr>
          <p:cNvCxnSpPr>
            <a:cxnSpLocks/>
            <a:stCxn id="17" idx="2"/>
            <a:endCxn id="52" idx="0"/>
          </p:cNvCxnSpPr>
          <p:nvPr/>
        </p:nvCxnSpPr>
        <p:spPr>
          <a:xfrm>
            <a:off x="6096000" y="4839874"/>
            <a:ext cx="0" cy="36924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55CCE1C-2C9E-C09D-3212-8D0FEA7DE58E}"/>
              </a:ext>
            </a:extLst>
          </p:cNvPr>
          <p:cNvSpPr/>
          <p:nvPr/>
        </p:nvSpPr>
        <p:spPr>
          <a:xfrm>
            <a:off x="2927648" y="5209114"/>
            <a:ext cx="6336704" cy="4692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Ask for help</a:t>
            </a:r>
            <a:endParaRPr kumimoji="1" lang="ja-JP" altLang="en-US" sz="2800" dirty="0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06D8E43-2A13-2929-01F4-A5219B577665}"/>
              </a:ext>
            </a:extLst>
          </p:cNvPr>
          <p:cNvCxnSpPr>
            <a:cxnSpLocks/>
          </p:cNvCxnSpPr>
          <p:nvPr/>
        </p:nvCxnSpPr>
        <p:spPr>
          <a:xfrm>
            <a:off x="6096000" y="5678363"/>
            <a:ext cx="0" cy="382939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0755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2F4F-686C-024F-FE29-9D3F2810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7A1DB6E-2FC1-D561-A855-5D908D5FA508}"/>
              </a:ext>
            </a:extLst>
          </p:cNvPr>
          <p:cNvSpPr/>
          <p:nvPr/>
        </p:nvSpPr>
        <p:spPr>
          <a:xfrm>
            <a:off x="2855644" y="2341854"/>
            <a:ext cx="6561108" cy="935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Observe                                               ,</a:t>
            </a:r>
            <a:endParaRPr kumimoji="1" lang="ja-JP" altLang="en-US" sz="280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D6AD4DA-5541-84E6-EE6F-F3EBEF51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ユースケース図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CEF97D-B869-5522-02A1-FC2AFF62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54</a:t>
            </a:fld>
            <a:endParaRPr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A898912-AAEA-EBAB-3784-858C88D397F3}"/>
              </a:ext>
            </a:extLst>
          </p:cNvPr>
          <p:cNvGrpSpPr/>
          <p:nvPr/>
        </p:nvGrpSpPr>
        <p:grpSpPr>
          <a:xfrm rot="10800000">
            <a:off x="5339916" y="1095459"/>
            <a:ext cx="1512168" cy="1001756"/>
            <a:chOff x="1847528" y="1700808"/>
            <a:chExt cx="1512168" cy="1001756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482A4456-8348-23A7-8F1B-27F2C958CB9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7B414EEF-60F8-3611-8D1B-B584C59502E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二等辺三角形 6">
              <a:extLst>
                <a:ext uri="{FF2B5EF4-FFF2-40B4-BE49-F238E27FC236}">
                  <a16:creationId xmlns:a16="http://schemas.microsoft.com/office/drawing/2014/main" id="{63C3DCEE-C01E-058E-739D-F35D2818D658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25AD03B-F1FD-09C3-253A-B7582F70A7F9}"/>
              </a:ext>
            </a:extLst>
          </p:cNvPr>
          <p:cNvGrpSpPr/>
          <p:nvPr/>
        </p:nvGrpSpPr>
        <p:grpSpPr>
          <a:xfrm rot="10800000">
            <a:off x="2927648" y="1095459"/>
            <a:ext cx="1512168" cy="1001756"/>
            <a:chOff x="1847528" y="1700808"/>
            <a:chExt cx="1512168" cy="1001756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202D2CC6-26CE-2770-B186-96DF947D5599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E3D510D8-BECA-32B2-4F6A-BC46BA4A5E23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1872763C-8444-758B-034B-CAF325A5748E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287566F-5E81-58B0-488A-F5EA24E15B16}"/>
              </a:ext>
            </a:extLst>
          </p:cNvPr>
          <p:cNvGrpSpPr/>
          <p:nvPr/>
        </p:nvGrpSpPr>
        <p:grpSpPr>
          <a:xfrm rot="10800000">
            <a:off x="7752184" y="1095459"/>
            <a:ext cx="1512168" cy="1001756"/>
            <a:chOff x="1847528" y="1700808"/>
            <a:chExt cx="1512168" cy="1001756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574D311E-620E-DEE7-039C-2D5019029A2B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F457429E-038B-4D40-ACB6-E76CA5E1787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AA8BAE14-4E6E-BBA6-BA74-B12EA6FA20C7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09A3207-A9A2-1502-FE69-7B29CA2C2B41}"/>
              </a:ext>
            </a:extLst>
          </p:cNvPr>
          <p:cNvSpPr/>
          <p:nvPr/>
        </p:nvSpPr>
        <p:spPr>
          <a:xfrm>
            <a:off x="5339916" y="2483026"/>
            <a:ext cx="3924436" cy="6417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Observe</a:t>
            </a:r>
            <a:endParaRPr kumimoji="1" lang="ja-JP" altLang="en-US" sz="28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EFB7275-E651-E5BA-990E-63B4726DD755}"/>
              </a:ext>
            </a:extLst>
          </p:cNvPr>
          <p:cNvSpPr/>
          <p:nvPr/>
        </p:nvSpPr>
        <p:spPr>
          <a:xfrm>
            <a:off x="5699956" y="3440652"/>
            <a:ext cx="3564396" cy="1754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Evaluate risk</a:t>
            </a:r>
            <a:endParaRPr kumimoji="1" lang="ja-JP" altLang="en-US" sz="28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D7ED2D1-9271-35D0-7292-618FAA463D85}"/>
              </a:ext>
            </a:extLst>
          </p:cNvPr>
          <p:cNvCxnSpPr>
            <a:cxnSpLocks/>
            <a:stCxn id="7" idx="0"/>
          </p:cNvCxnSpPr>
          <p:nvPr/>
        </p:nvCxnSpPr>
        <p:spPr>
          <a:xfrm>
            <a:off x="6096000" y="2097215"/>
            <a:ext cx="0" cy="5104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01DF7AC-9DA4-9648-0A78-E268B0E756ED}"/>
              </a:ext>
            </a:extLst>
          </p:cNvPr>
          <p:cNvCxnSpPr>
            <a:cxnSpLocks/>
            <a:stCxn id="15" idx="0"/>
          </p:cNvCxnSpPr>
          <p:nvPr/>
        </p:nvCxnSpPr>
        <p:spPr>
          <a:xfrm>
            <a:off x="8508268" y="2097215"/>
            <a:ext cx="0" cy="5104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5164807-7E1D-5184-B4C2-38E36C9A0430}"/>
              </a:ext>
            </a:extLst>
          </p:cNvPr>
          <p:cNvCxnSpPr>
            <a:cxnSpLocks/>
          </p:cNvCxnSpPr>
          <p:nvPr/>
        </p:nvCxnSpPr>
        <p:spPr>
          <a:xfrm>
            <a:off x="6096000" y="3124742"/>
            <a:ext cx="0" cy="359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C51F8D9E-3427-6E44-0CAD-6F86905991D5}"/>
              </a:ext>
            </a:extLst>
          </p:cNvPr>
          <p:cNvCxnSpPr>
            <a:cxnSpLocks/>
          </p:cNvCxnSpPr>
          <p:nvPr/>
        </p:nvCxnSpPr>
        <p:spPr>
          <a:xfrm>
            <a:off x="8508268" y="3124742"/>
            <a:ext cx="0" cy="359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C8FD5172-80B0-3864-55CA-43B12921F5EB}"/>
              </a:ext>
            </a:extLst>
          </p:cNvPr>
          <p:cNvCxnSpPr>
            <a:cxnSpLocks/>
          </p:cNvCxnSpPr>
          <p:nvPr/>
        </p:nvCxnSpPr>
        <p:spPr>
          <a:xfrm flipH="1">
            <a:off x="9264352" y="1416316"/>
            <a:ext cx="79208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45DD890-E3D7-EB6B-010E-EB14D0AE0B6B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9264352" y="4318147"/>
            <a:ext cx="792088" cy="0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0F31C37-C9B1-3632-9913-672471A1506C}"/>
              </a:ext>
            </a:extLst>
          </p:cNvPr>
          <p:cNvCxnSpPr>
            <a:cxnSpLocks/>
          </p:cNvCxnSpPr>
          <p:nvPr/>
        </p:nvCxnSpPr>
        <p:spPr>
          <a:xfrm flipV="1">
            <a:off x="10014867" y="1416316"/>
            <a:ext cx="0" cy="2901831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93CF5D4-9D2C-763C-F23B-28081B40B43A}"/>
              </a:ext>
            </a:extLst>
          </p:cNvPr>
          <p:cNvSpPr txBox="1"/>
          <p:nvPr/>
        </p:nvSpPr>
        <p:spPr>
          <a:xfrm>
            <a:off x="5436204" y="616700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B</a:t>
            </a:r>
            <a:endParaRPr kumimoji="1" lang="ja-JP" altLang="en-US" sz="24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3A9BB7A-DBC7-4C6A-4955-6C6B0092AA6E}"/>
              </a:ext>
            </a:extLst>
          </p:cNvPr>
          <p:cNvSpPr txBox="1"/>
          <p:nvPr/>
        </p:nvSpPr>
        <p:spPr>
          <a:xfrm>
            <a:off x="7848472" y="633194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C</a:t>
            </a:r>
            <a:endParaRPr kumimoji="1" lang="ja-JP" altLang="en-US" sz="24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E0F57F7-0B2A-E28D-891D-72436524462E}"/>
              </a:ext>
            </a:extLst>
          </p:cNvPr>
          <p:cNvSpPr txBox="1"/>
          <p:nvPr/>
        </p:nvSpPr>
        <p:spPr>
          <a:xfrm>
            <a:off x="3023935" y="633195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Patient A</a:t>
            </a:r>
            <a:endParaRPr kumimoji="1" lang="ja-JP" altLang="en-US" sz="24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94979657-544E-88CD-4163-F8EA3A1FA0A8}"/>
              </a:ext>
            </a:extLst>
          </p:cNvPr>
          <p:cNvGrpSpPr/>
          <p:nvPr/>
        </p:nvGrpSpPr>
        <p:grpSpPr>
          <a:xfrm>
            <a:off x="3580655" y="6093647"/>
            <a:ext cx="1041171" cy="689738"/>
            <a:chOff x="1847528" y="1700808"/>
            <a:chExt cx="1512168" cy="1001756"/>
          </a:xfrm>
        </p:grpSpPr>
        <p:sp>
          <p:nvSpPr>
            <p:cNvPr id="45" name="楕円 44">
              <a:extLst>
                <a:ext uri="{FF2B5EF4-FFF2-40B4-BE49-F238E27FC236}">
                  <a16:creationId xmlns:a16="http://schemas.microsoft.com/office/drawing/2014/main" id="{1C7A6662-DEE9-EE94-EF08-6BBBBC277D35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D0F5BEAD-E82A-6BA2-E76F-67B5F03110D8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二等辺三角形 46">
              <a:extLst>
                <a:ext uri="{FF2B5EF4-FFF2-40B4-BE49-F238E27FC236}">
                  <a16:creationId xmlns:a16="http://schemas.microsoft.com/office/drawing/2014/main" id="{8ED9F23C-61DC-DD8E-2231-5EF7E78C68DC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FA8A0D5-F225-1CB2-F991-1806C27B6DB4}"/>
              </a:ext>
            </a:extLst>
          </p:cNvPr>
          <p:cNvSpPr txBox="1"/>
          <p:nvPr/>
        </p:nvSpPr>
        <p:spPr>
          <a:xfrm>
            <a:off x="4555791" y="6396335"/>
            <a:ext cx="1503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dirty="0"/>
              <a:t>Other staff</a:t>
            </a:r>
            <a:endParaRPr kumimoji="1" lang="ja-JP" altLang="en-US" sz="2400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A69DA2F-A157-93A6-39AA-F02E7056902D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5339916" y="4873814"/>
            <a:ext cx="360040" cy="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2CF120B-0669-4A5B-2798-0886143607BD}"/>
              </a:ext>
            </a:extLst>
          </p:cNvPr>
          <p:cNvSpPr/>
          <p:nvPr/>
        </p:nvSpPr>
        <p:spPr>
          <a:xfrm>
            <a:off x="2927648" y="5255621"/>
            <a:ext cx="2412266" cy="4692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Ask for help</a:t>
            </a:r>
            <a:endParaRPr kumimoji="1" lang="ja-JP" altLang="en-US" sz="2800" dirty="0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8091AAD0-CE4A-F322-E859-A2D85817F3B8}"/>
              </a:ext>
            </a:extLst>
          </p:cNvPr>
          <p:cNvCxnSpPr>
            <a:cxnSpLocks/>
          </p:cNvCxnSpPr>
          <p:nvPr/>
        </p:nvCxnSpPr>
        <p:spPr>
          <a:xfrm>
            <a:off x="4101241" y="5678363"/>
            <a:ext cx="0" cy="382939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11349EA-C568-4E2F-77B8-F8DEE21D1521}"/>
              </a:ext>
            </a:extLst>
          </p:cNvPr>
          <p:cNvSpPr/>
          <p:nvPr/>
        </p:nvSpPr>
        <p:spPr>
          <a:xfrm>
            <a:off x="2855644" y="3440653"/>
            <a:ext cx="2484272" cy="6373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Evaluate risk</a:t>
            </a:r>
            <a:endParaRPr kumimoji="1" lang="ja-JP" altLang="en-US" sz="28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FC1FE62-38FB-C16C-8A0E-BBDBDA9523E5}"/>
              </a:ext>
            </a:extLst>
          </p:cNvPr>
          <p:cNvSpPr/>
          <p:nvPr/>
        </p:nvSpPr>
        <p:spPr>
          <a:xfrm>
            <a:off x="3791744" y="4555159"/>
            <a:ext cx="1548172" cy="6373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Explain</a:t>
            </a:r>
            <a:endParaRPr kumimoji="1" lang="ja-JP" altLang="en-US" sz="2800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B719EEE-4143-5FF9-E89E-5BD9CD50F58B}"/>
              </a:ext>
            </a:extLst>
          </p:cNvPr>
          <p:cNvCxnSpPr>
            <a:cxnSpLocks/>
          </p:cNvCxnSpPr>
          <p:nvPr/>
        </p:nvCxnSpPr>
        <p:spPr>
          <a:xfrm>
            <a:off x="3313088" y="4077837"/>
            <a:ext cx="0" cy="1177784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1B739D9F-0DD2-1677-817B-D582AFC2FB5A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565830" y="4077837"/>
            <a:ext cx="0" cy="477322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C0D8220C-801B-F121-75C8-26EBC71C61C5}"/>
              </a:ext>
            </a:extLst>
          </p:cNvPr>
          <p:cNvCxnSpPr>
            <a:cxnSpLocks/>
          </p:cNvCxnSpPr>
          <p:nvPr/>
        </p:nvCxnSpPr>
        <p:spPr>
          <a:xfrm>
            <a:off x="5699956" y="1737175"/>
            <a:ext cx="0" cy="6152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BB417178-9D91-3792-9213-1208BE83C93A}"/>
              </a:ext>
            </a:extLst>
          </p:cNvPr>
          <p:cNvCxnSpPr>
            <a:cxnSpLocks/>
          </p:cNvCxnSpPr>
          <p:nvPr/>
        </p:nvCxnSpPr>
        <p:spPr>
          <a:xfrm>
            <a:off x="8112224" y="1737175"/>
            <a:ext cx="0" cy="6152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3EBA4C63-592F-7596-D562-6D6115FAE332}"/>
              </a:ext>
            </a:extLst>
          </p:cNvPr>
          <p:cNvCxnSpPr>
            <a:cxnSpLocks/>
          </p:cNvCxnSpPr>
          <p:nvPr/>
        </p:nvCxnSpPr>
        <p:spPr>
          <a:xfrm>
            <a:off x="3373512" y="1737175"/>
            <a:ext cx="0" cy="6152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6C74407A-622C-EDD1-3E10-B1AFC292D914}"/>
              </a:ext>
            </a:extLst>
          </p:cNvPr>
          <p:cNvCxnSpPr>
            <a:cxnSpLocks/>
          </p:cNvCxnSpPr>
          <p:nvPr/>
        </p:nvCxnSpPr>
        <p:spPr>
          <a:xfrm>
            <a:off x="3431704" y="3140968"/>
            <a:ext cx="0" cy="29139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16555D40-9960-4B4B-B296-4620DEF40736}"/>
              </a:ext>
            </a:extLst>
          </p:cNvPr>
          <p:cNvCxnSpPr>
            <a:cxnSpLocks/>
          </p:cNvCxnSpPr>
          <p:nvPr/>
        </p:nvCxnSpPr>
        <p:spPr>
          <a:xfrm>
            <a:off x="4103945" y="3140968"/>
            <a:ext cx="0" cy="29139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B387C15E-798A-3701-3E5D-E4C41634E0F5}"/>
              </a:ext>
            </a:extLst>
          </p:cNvPr>
          <p:cNvCxnSpPr>
            <a:cxnSpLocks/>
          </p:cNvCxnSpPr>
          <p:nvPr/>
        </p:nvCxnSpPr>
        <p:spPr>
          <a:xfrm>
            <a:off x="4799856" y="3140968"/>
            <a:ext cx="0" cy="29139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7174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0BAE51-EC9B-339E-211A-0B3087BA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600E-473A-E349-4D61-FCDA0A07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55</a:t>
            </a:fld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5A967E8-08B7-0354-D118-A2D7814E0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45" y="0"/>
            <a:ext cx="9609710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3678A1A-239D-C709-4AC3-39BF6467C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551" y="0"/>
            <a:ext cx="8684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01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A7B2D-ABB2-DD8D-E8C0-3A63CB26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運用コンセプト　フローチャート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B1A4C7-0021-56CE-00AF-5C47CD51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56</a:t>
            </a:fld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03619E-7029-29A4-B748-9E204BB04A6A}"/>
              </a:ext>
            </a:extLst>
          </p:cNvPr>
          <p:cNvSpPr/>
          <p:nvPr/>
        </p:nvSpPr>
        <p:spPr>
          <a:xfrm>
            <a:off x="-7134680" y="2324105"/>
            <a:ext cx="3739830" cy="533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                                               ,</a:t>
            </a:r>
            <a:endParaRPr kumimoji="1" lang="ja-JP" altLang="en-US" sz="16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20695EB-2382-ED17-5FF8-26B868FF7036}"/>
              </a:ext>
            </a:extLst>
          </p:cNvPr>
          <p:cNvGrpSpPr/>
          <p:nvPr/>
        </p:nvGrpSpPr>
        <p:grpSpPr>
          <a:xfrm rot="10800000">
            <a:off x="-5718646" y="1613661"/>
            <a:ext cx="861935" cy="571001"/>
            <a:chOff x="1847528" y="1700808"/>
            <a:chExt cx="1512168" cy="1001756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C3501723-1F50-A2C2-B774-CF1A10E7C89D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3BA80058-F793-EF68-C50C-34718ABA741D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D7B82152-94FB-6C1A-9111-03EBF9304626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4289E05-7CB3-A8B7-C079-FD764FDBCD07}"/>
              </a:ext>
            </a:extLst>
          </p:cNvPr>
          <p:cNvGrpSpPr/>
          <p:nvPr/>
        </p:nvGrpSpPr>
        <p:grpSpPr>
          <a:xfrm rot="10800000">
            <a:off x="-7093638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BDA6DF07-173E-EF81-8408-3BDDB5B415FE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F9C7B7E-DA45-BF71-529F-B77F4D36BADC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0C4F01D1-D2B3-01D1-7B90-C7CEE15CBFF9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FB193373-54EA-1ED1-1335-F41E85BEB685}"/>
              </a:ext>
            </a:extLst>
          </p:cNvPr>
          <p:cNvGrpSpPr/>
          <p:nvPr/>
        </p:nvGrpSpPr>
        <p:grpSpPr>
          <a:xfrm rot="10800000">
            <a:off x="-4343653" y="1613661"/>
            <a:ext cx="861935" cy="571001"/>
            <a:chOff x="1847528" y="1700808"/>
            <a:chExt cx="1512168" cy="1001756"/>
          </a:xfrm>
        </p:grpSpPr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6801742-8186-E496-F918-A6FF5991EEA1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899CEACE-7185-4054-900A-97C66DBFCFFE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C7CE012F-DCF5-A2B3-742A-87E549E2AA42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7FD678C-1910-7134-00F5-0C038C224553}"/>
              </a:ext>
            </a:extLst>
          </p:cNvPr>
          <p:cNvSpPr/>
          <p:nvPr/>
        </p:nvSpPr>
        <p:spPr>
          <a:xfrm>
            <a:off x="-5718646" y="2404573"/>
            <a:ext cx="2236928" cy="36577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</a:t>
            </a:r>
            <a:endParaRPr kumimoji="1" lang="ja-JP" altLang="en-US" sz="1600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A90B328-39B2-B7C5-6414-65F5954D635D}"/>
              </a:ext>
            </a:extLst>
          </p:cNvPr>
          <p:cNvSpPr/>
          <p:nvPr/>
        </p:nvSpPr>
        <p:spPr>
          <a:xfrm>
            <a:off x="-5513423" y="2950420"/>
            <a:ext cx="2031705" cy="100034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F4FCB55-3232-C75E-D269-3550611F1719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-5287678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A19F933-50AF-B9E1-1743-0E899572AF06}"/>
              </a:ext>
            </a:extLst>
          </p:cNvPr>
          <p:cNvCxnSpPr>
            <a:cxnSpLocks/>
            <a:stCxn id="16" idx="0"/>
          </p:cNvCxnSpPr>
          <p:nvPr/>
        </p:nvCxnSpPr>
        <p:spPr>
          <a:xfrm>
            <a:off x="-3912686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1E91E462-678F-3D9B-18B4-90FAB6EF13B2}"/>
              </a:ext>
            </a:extLst>
          </p:cNvPr>
          <p:cNvCxnSpPr>
            <a:cxnSpLocks/>
          </p:cNvCxnSpPr>
          <p:nvPr/>
        </p:nvCxnSpPr>
        <p:spPr>
          <a:xfrm>
            <a:off x="-5287678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B1E056F-CE8B-9DFD-AE69-982F77B78609}"/>
              </a:ext>
            </a:extLst>
          </p:cNvPr>
          <p:cNvCxnSpPr>
            <a:cxnSpLocks/>
          </p:cNvCxnSpPr>
          <p:nvPr/>
        </p:nvCxnSpPr>
        <p:spPr>
          <a:xfrm>
            <a:off x="-3912686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E007950-76D1-95C6-4B62-04A475A85594}"/>
              </a:ext>
            </a:extLst>
          </p:cNvPr>
          <p:cNvCxnSpPr>
            <a:cxnSpLocks/>
          </p:cNvCxnSpPr>
          <p:nvPr/>
        </p:nvCxnSpPr>
        <p:spPr>
          <a:xfrm flipH="1">
            <a:off x="-3481718" y="1796549"/>
            <a:ext cx="4514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A6BC685-6B2B-A7A7-C6DA-8A0293C1F08D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-3481718" y="3450592"/>
            <a:ext cx="45149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2264154-3EC0-0758-79C3-19A87B7E86D4}"/>
              </a:ext>
            </a:extLst>
          </p:cNvPr>
          <p:cNvCxnSpPr>
            <a:cxnSpLocks/>
          </p:cNvCxnSpPr>
          <p:nvPr/>
        </p:nvCxnSpPr>
        <p:spPr>
          <a:xfrm flipV="1">
            <a:off x="-3053925" y="1796549"/>
            <a:ext cx="0" cy="165404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686FCDB-08DA-33F7-241C-78F5700D86A4}"/>
              </a:ext>
            </a:extLst>
          </p:cNvPr>
          <p:cNvSpPr txBox="1"/>
          <p:nvPr/>
        </p:nvSpPr>
        <p:spPr>
          <a:xfrm>
            <a:off x="-5663761" y="1340768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B</a:t>
            </a:r>
            <a:endParaRPr kumimoji="1" lang="ja-JP" altLang="en-US" sz="14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77A341E-9847-EB45-9A75-2AC2DC2196F5}"/>
              </a:ext>
            </a:extLst>
          </p:cNvPr>
          <p:cNvSpPr txBox="1"/>
          <p:nvPr/>
        </p:nvSpPr>
        <p:spPr>
          <a:xfrm>
            <a:off x="-4288769" y="1350170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C</a:t>
            </a:r>
            <a:endParaRPr kumimoji="1" lang="ja-JP" altLang="en-US" sz="1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8967507-69A2-E02A-E7F6-640833B88FB9}"/>
              </a:ext>
            </a:extLst>
          </p:cNvPr>
          <p:cNvSpPr txBox="1"/>
          <p:nvPr/>
        </p:nvSpPr>
        <p:spPr>
          <a:xfrm>
            <a:off x="-7038754" y="1350170"/>
            <a:ext cx="84805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A</a:t>
            </a:r>
            <a:endParaRPr kumimoji="1" lang="ja-JP" altLang="en-US" sz="14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C9E4AF10-1611-5B85-DA14-774FE2A91516}"/>
              </a:ext>
            </a:extLst>
          </p:cNvPr>
          <p:cNvGrpSpPr/>
          <p:nvPr/>
        </p:nvGrpSpPr>
        <p:grpSpPr>
          <a:xfrm>
            <a:off x="-6721424" y="4462627"/>
            <a:ext cx="593467" cy="393151"/>
            <a:chOff x="1847528" y="1700808"/>
            <a:chExt cx="1512168" cy="1001756"/>
          </a:xfrm>
        </p:grpSpPr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C5EA28A9-D019-E7DE-3298-3F75C67A5ABF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2C006A7D-B90B-0038-043B-A12FD9C688CB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32" name="二等辺三角形 31">
              <a:extLst>
                <a:ext uri="{FF2B5EF4-FFF2-40B4-BE49-F238E27FC236}">
                  <a16:creationId xmlns:a16="http://schemas.microsoft.com/office/drawing/2014/main" id="{8704C11E-3D0A-757D-B2D9-88942C6E96E7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F6FE0B5-6B44-0C72-BBA1-16CD6ACAB46F}"/>
              </a:ext>
            </a:extLst>
          </p:cNvPr>
          <p:cNvSpPr txBox="1"/>
          <p:nvPr/>
        </p:nvSpPr>
        <p:spPr>
          <a:xfrm>
            <a:off x="-6214217" y="4635159"/>
            <a:ext cx="95404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Other staff</a:t>
            </a:r>
            <a:endParaRPr kumimoji="1" lang="ja-JP" altLang="en-US" sz="1400" dirty="0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C951E849-0CCF-E63D-A1AC-28DF4DEFB8F1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-5718646" y="3767322"/>
            <a:ext cx="205223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02A9B3B-D30C-D40D-4C79-D1594E9A5765}"/>
              </a:ext>
            </a:extLst>
          </p:cNvPr>
          <p:cNvSpPr/>
          <p:nvPr/>
        </p:nvSpPr>
        <p:spPr>
          <a:xfrm>
            <a:off x="-7093638" y="3984952"/>
            <a:ext cx="1374991" cy="26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Ask for help</a:t>
            </a:r>
            <a:endParaRPr kumimoji="1" lang="ja-JP" altLang="en-US" sz="1600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1644347-0DF1-3901-8091-B097FC598EE8}"/>
              </a:ext>
            </a:extLst>
          </p:cNvPr>
          <p:cNvCxnSpPr>
            <a:cxnSpLocks/>
          </p:cNvCxnSpPr>
          <p:nvPr/>
        </p:nvCxnSpPr>
        <p:spPr>
          <a:xfrm>
            <a:off x="-6424690" y="4225915"/>
            <a:ext cx="0" cy="218275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3B292AB-6107-4A4D-0760-DF7BCCCC110E}"/>
              </a:ext>
            </a:extLst>
          </p:cNvPr>
          <p:cNvSpPr/>
          <p:nvPr/>
        </p:nvSpPr>
        <p:spPr>
          <a:xfrm>
            <a:off x="-7134680" y="2950421"/>
            <a:ext cx="1416034" cy="363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D04F682-36B4-53BA-2B0D-6532876174F3}"/>
              </a:ext>
            </a:extLst>
          </p:cNvPr>
          <p:cNvSpPr/>
          <p:nvPr/>
        </p:nvSpPr>
        <p:spPr>
          <a:xfrm>
            <a:off x="-6601103" y="3585689"/>
            <a:ext cx="882458" cy="3632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Explain</a:t>
            </a:r>
            <a:endParaRPr kumimoji="1" lang="ja-JP" altLang="en-US" sz="1600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5E3B417-2BE6-51B4-5B8D-384AD919DB04}"/>
              </a:ext>
            </a:extLst>
          </p:cNvPr>
          <p:cNvCxnSpPr>
            <a:cxnSpLocks/>
          </p:cNvCxnSpPr>
          <p:nvPr/>
        </p:nvCxnSpPr>
        <p:spPr>
          <a:xfrm>
            <a:off x="-6873937" y="3313615"/>
            <a:ext cx="0" cy="67133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5BD32018-679F-4856-A2C7-CAF23B5903AE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-6159874" y="3313615"/>
            <a:ext cx="0" cy="27207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72C7A08E-7A72-A490-4D99-5754EA529E04}"/>
              </a:ext>
            </a:extLst>
          </p:cNvPr>
          <p:cNvCxnSpPr>
            <a:cxnSpLocks/>
          </p:cNvCxnSpPr>
          <p:nvPr/>
        </p:nvCxnSpPr>
        <p:spPr>
          <a:xfrm>
            <a:off x="-5513423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CCD753C-1B34-084C-DE06-EBA3961B0C73}"/>
              </a:ext>
            </a:extLst>
          </p:cNvPr>
          <p:cNvCxnSpPr>
            <a:cxnSpLocks/>
          </p:cNvCxnSpPr>
          <p:nvPr/>
        </p:nvCxnSpPr>
        <p:spPr>
          <a:xfrm>
            <a:off x="-4138431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2C19DC0-1558-15B0-3EB6-653FF40CF586}"/>
              </a:ext>
            </a:extLst>
          </p:cNvPr>
          <p:cNvCxnSpPr>
            <a:cxnSpLocks/>
          </p:cNvCxnSpPr>
          <p:nvPr/>
        </p:nvCxnSpPr>
        <p:spPr>
          <a:xfrm>
            <a:off x="-6839495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89CAF033-CCDA-F949-636D-1B2CE55F9E14}"/>
              </a:ext>
            </a:extLst>
          </p:cNvPr>
          <p:cNvCxnSpPr>
            <a:cxnSpLocks/>
          </p:cNvCxnSpPr>
          <p:nvPr/>
        </p:nvCxnSpPr>
        <p:spPr>
          <a:xfrm>
            <a:off x="-6806326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BE327EF-3888-9525-AEEC-D90D119CF9C2}"/>
              </a:ext>
            </a:extLst>
          </p:cNvPr>
          <p:cNvCxnSpPr>
            <a:cxnSpLocks/>
          </p:cNvCxnSpPr>
          <p:nvPr/>
        </p:nvCxnSpPr>
        <p:spPr>
          <a:xfrm>
            <a:off x="-6423149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50AFD7F9-4097-3663-9DB4-7B1DBDEB547E}"/>
              </a:ext>
            </a:extLst>
          </p:cNvPr>
          <p:cNvCxnSpPr>
            <a:cxnSpLocks/>
          </p:cNvCxnSpPr>
          <p:nvPr/>
        </p:nvCxnSpPr>
        <p:spPr>
          <a:xfrm>
            <a:off x="-6026480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433691C-974A-4802-BC93-B0DEEF871CB1}"/>
              </a:ext>
            </a:extLst>
          </p:cNvPr>
          <p:cNvSpPr/>
          <p:nvPr/>
        </p:nvSpPr>
        <p:spPr>
          <a:xfrm>
            <a:off x="-2814200" y="2324105"/>
            <a:ext cx="3739830" cy="533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                                               ,</a:t>
            </a:r>
            <a:endParaRPr kumimoji="1" lang="ja-JP" altLang="en-US" sz="1600" dirty="0"/>
          </a:p>
        </p:txBody>
      </p: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45FFF5D6-141A-F3D5-3963-36F76BE6F026}"/>
              </a:ext>
            </a:extLst>
          </p:cNvPr>
          <p:cNvGrpSpPr/>
          <p:nvPr/>
        </p:nvGrpSpPr>
        <p:grpSpPr>
          <a:xfrm rot="10800000">
            <a:off x="-1398166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89" name="楕円 88">
              <a:extLst>
                <a:ext uri="{FF2B5EF4-FFF2-40B4-BE49-F238E27FC236}">
                  <a16:creationId xmlns:a16="http://schemas.microsoft.com/office/drawing/2014/main" id="{FC4E7342-252D-28CF-10E1-87099254F19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90" name="楕円 89">
              <a:extLst>
                <a:ext uri="{FF2B5EF4-FFF2-40B4-BE49-F238E27FC236}">
                  <a16:creationId xmlns:a16="http://schemas.microsoft.com/office/drawing/2014/main" id="{89F9EB9B-12E7-1AA7-E279-F6C794E84676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91" name="二等辺三角形 90">
              <a:extLst>
                <a:ext uri="{FF2B5EF4-FFF2-40B4-BE49-F238E27FC236}">
                  <a16:creationId xmlns:a16="http://schemas.microsoft.com/office/drawing/2014/main" id="{4B2E6C8A-C15B-15E3-9828-6C36711BBAFD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0A902E5E-C3DA-8327-2346-E4414A3ECA75}"/>
              </a:ext>
            </a:extLst>
          </p:cNvPr>
          <p:cNvGrpSpPr/>
          <p:nvPr/>
        </p:nvGrpSpPr>
        <p:grpSpPr>
          <a:xfrm rot="10800000">
            <a:off x="-2773158" y="1613661"/>
            <a:ext cx="861935" cy="571001"/>
            <a:chOff x="1847528" y="1700808"/>
            <a:chExt cx="1512168" cy="1001756"/>
          </a:xfrm>
        </p:grpSpPr>
        <p:sp>
          <p:nvSpPr>
            <p:cNvPr id="86" name="楕円 85">
              <a:extLst>
                <a:ext uri="{FF2B5EF4-FFF2-40B4-BE49-F238E27FC236}">
                  <a16:creationId xmlns:a16="http://schemas.microsoft.com/office/drawing/2014/main" id="{E46FAFF9-3F54-6525-B840-A754B8EA19A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7" name="楕円 86">
              <a:extLst>
                <a:ext uri="{FF2B5EF4-FFF2-40B4-BE49-F238E27FC236}">
                  <a16:creationId xmlns:a16="http://schemas.microsoft.com/office/drawing/2014/main" id="{EA589C1D-38FC-0402-39E7-44D2A0F8B5E0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8" name="二等辺三角形 87">
              <a:extLst>
                <a:ext uri="{FF2B5EF4-FFF2-40B4-BE49-F238E27FC236}">
                  <a16:creationId xmlns:a16="http://schemas.microsoft.com/office/drawing/2014/main" id="{AF3CBF18-1559-2C60-E766-FF1305D2F3ED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EA7CFFC1-B8C2-08C4-D25F-6AF88F3E3526}"/>
              </a:ext>
            </a:extLst>
          </p:cNvPr>
          <p:cNvGrpSpPr/>
          <p:nvPr/>
        </p:nvGrpSpPr>
        <p:grpSpPr>
          <a:xfrm rot="10800000">
            <a:off x="-23173" y="1613661"/>
            <a:ext cx="861935" cy="571001"/>
            <a:chOff x="1847528" y="1700808"/>
            <a:chExt cx="1512168" cy="1001756"/>
          </a:xfrm>
        </p:grpSpPr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E3E5587D-D0A1-A8D6-22EF-038D89E33548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94776269-3FB2-8A29-5117-07170F205EAE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5" name="二等辺三角形 84">
              <a:extLst>
                <a:ext uri="{FF2B5EF4-FFF2-40B4-BE49-F238E27FC236}">
                  <a16:creationId xmlns:a16="http://schemas.microsoft.com/office/drawing/2014/main" id="{178061B4-DB4E-EF29-1E88-B74FF9B86764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9856D4E-2DA8-8D25-4B6D-CF24F693A119}"/>
              </a:ext>
            </a:extLst>
          </p:cNvPr>
          <p:cNvSpPr/>
          <p:nvPr/>
        </p:nvSpPr>
        <p:spPr>
          <a:xfrm>
            <a:off x="-1398166" y="2404573"/>
            <a:ext cx="2236928" cy="36577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</a:t>
            </a:r>
            <a:endParaRPr kumimoji="1" lang="ja-JP" altLang="en-US" sz="1600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E424C7B-4159-6D87-9957-5823C6E54D0C}"/>
              </a:ext>
            </a:extLst>
          </p:cNvPr>
          <p:cNvSpPr/>
          <p:nvPr/>
        </p:nvSpPr>
        <p:spPr>
          <a:xfrm>
            <a:off x="-1192943" y="2950420"/>
            <a:ext cx="2031705" cy="100034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0DB02C7-B1C7-0E08-E6E1-4DA6B09FEC4E}"/>
              </a:ext>
            </a:extLst>
          </p:cNvPr>
          <p:cNvCxnSpPr>
            <a:cxnSpLocks/>
            <a:stCxn id="91" idx="0"/>
          </p:cNvCxnSpPr>
          <p:nvPr/>
        </p:nvCxnSpPr>
        <p:spPr>
          <a:xfrm>
            <a:off x="-967198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FCE40CBC-4805-F43D-7439-12A1A629691E}"/>
              </a:ext>
            </a:extLst>
          </p:cNvPr>
          <p:cNvCxnSpPr>
            <a:cxnSpLocks/>
            <a:stCxn id="85" idx="0"/>
          </p:cNvCxnSpPr>
          <p:nvPr/>
        </p:nvCxnSpPr>
        <p:spPr>
          <a:xfrm>
            <a:off x="407794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A5016307-BF9E-06D0-CD85-3994DE51954B}"/>
              </a:ext>
            </a:extLst>
          </p:cNvPr>
          <p:cNvCxnSpPr>
            <a:cxnSpLocks/>
          </p:cNvCxnSpPr>
          <p:nvPr/>
        </p:nvCxnSpPr>
        <p:spPr>
          <a:xfrm>
            <a:off x="-967198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70989D26-847D-2F0F-BF9C-F7B3BE099527}"/>
              </a:ext>
            </a:extLst>
          </p:cNvPr>
          <p:cNvCxnSpPr>
            <a:cxnSpLocks/>
          </p:cNvCxnSpPr>
          <p:nvPr/>
        </p:nvCxnSpPr>
        <p:spPr>
          <a:xfrm>
            <a:off x="407794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BE1532C6-81F0-A1A8-4D2F-BF99DDD78757}"/>
              </a:ext>
            </a:extLst>
          </p:cNvPr>
          <p:cNvCxnSpPr>
            <a:cxnSpLocks/>
          </p:cNvCxnSpPr>
          <p:nvPr/>
        </p:nvCxnSpPr>
        <p:spPr>
          <a:xfrm flipH="1">
            <a:off x="838762" y="1796549"/>
            <a:ext cx="4514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08BCD144-9BE2-253A-A0C4-5B659CF96163}"/>
              </a:ext>
            </a:extLst>
          </p:cNvPr>
          <p:cNvCxnSpPr>
            <a:cxnSpLocks/>
            <a:endCxn id="54" idx="3"/>
          </p:cNvCxnSpPr>
          <p:nvPr/>
        </p:nvCxnSpPr>
        <p:spPr>
          <a:xfrm flipH="1">
            <a:off x="838762" y="3450592"/>
            <a:ext cx="45149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DA4159D6-151D-9B45-26C4-5D787183F6B9}"/>
              </a:ext>
            </a:extLst>
          </p:cNvPr>
          <p:cNvCxnSpPr>
            <a:cxnSpLocks/>
          </p:cNvCxnSpPr>
          <p:nvPr/>
        </p:nvCxnSpPr>
        <p:spPr>
          <a:xfrm flipV="1">
            <a:off x="1266555" y="1796549"/>
            <a:ext cx="0" cy="165404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F9B688F-801C-5CD9-CCD2-E3810BA55760}"/>
              </a:ext>
            </a:extLst>
          </p:cNvPr>
          <p:cNvSpPr txBox="1"/>
          <p:nvPr/>
        </p:nvSpPr>
        <p:spPr>
          <a:xfrm>
            <a:off x="-1343281" y="1340768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B</a:t>
            </a:r>
            <a:endParaRPr kumimoji="1" lang="ja-JP" altLang="en-US" sz="1400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ADE0F9A0-D86B-0D09-1A7A-0F5C15AFC7B8}"/>
              </a:ext>
            </a:extLst>
          </p:cNvPr>
          <p:cNvSpPr txBox="1"/>
          <p:nvPr/>
        </p:nvSpPr>
        <p:spPr>
          <a:xfrm>
            <a:off x="31711" y="1350170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C</a:t>
            </a:r>
            <a:endParaRPr kumimoji="1" lang="ja-JP" altLang="en-US" sz="14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F68E5C5-07EB-AA8D-B1CD-45218DB00A1F}"/>
              </a:ext>
            </a:extLst>
          </p:cNvPr>
          <p:cNvSpPr txBox="1"/>
          <p:nvPr/>
        </p:nvSpPr>
        <p:spPr>
          <a:xfrm>
            <a:off x="-2718274" y="1350170"/>
            <a:ext cx="84805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A</a:t>
            </a:r>
            <a:endParaRPr kumimoji="1" lang="ja-JP" altLang="en-US" sz="1400" dirty="0"/>
          </a:p>
        </p:txBody>
      </p: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94B940EF-8E09-E778-3DC2-0505A61C7821}"/>
              </a:ext>
            </a:extLst>
          </p:cNvPr>
          <p:cNvGrpSpPr/>
          <p:nvPr/>
        </p:nvGrpSpPr>
        <p:grpSpPr>
          <a:xfrm>
            <a:off x="-2400944" y="4462627"/>
            <a:ext cx="593467" cy="393151"/>
            <a:chOff x="1847528" y="1700808"/>
            <a:chExt cx="1512168" cy="1001756"/>
          </a:xfrm>
        </p:grpSpPr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086E44E4-ECC2-D2E5-B440-E6151453CCB9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603486CC-2A4F-337C-C01A-64844EAB01B8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82" name="二等辺三角形 81">
              <a:extLst>
                <a:ext uri="{FF2B5EF4-FFF2-40B4-BE49-F238E27FC236}">
                  <a16:creationId xmlns:a16="http://schemas.microsoft.com/office/drawing/2014/main" id="{203B527A-4949-433A-A29C-6177CB84F101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4FCB3B98-1039-E83B-93BA-552E150B9892}"/>
              </a:ext>
            </a:extLst>
          </p:cNvPr>
          <p:cNvSpPr txBox="1"/>
          <p:nvPr/>
        </p:nvSpPr>
        <p:spPr>
          <a:xfrm>
            <a:off x="-1893737" y="4635159"/>
            <a:ext cx="95404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Other staff</a:t>
            </a:r>
            <a:endParaRPr kumimoji="1" lang="ja-JP" altLang="en-US" sz="1400" dirty="0"/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9ACCC01E-AACA-FE9C-2A14-A2C8C39B2D50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-1398166" y="3767322"/>
            <a:ext cx="205223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C233ED1-81F4-544E-3D43-89D643E2345D}"/>
              </a:ext>
            </a:extLst>
          </p:cNvPr>
          <p:cNvSpPr/>
          <p:nvPr/>
        </p:nvSpPr>
        <p:spPr>
          <a:xfrm>
            <a:off x="-2773158" y="3984952"/>
            <a:ext cx="1374991" cy="26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Ask for help</a:t>
            </a:r>
            <a:endParaRPr kumimoji="1" lang="ja-JP" altLang="en-US" sz="1600" dirty="0"/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FFABE183-34F3-6168-D8DF-63669E398A8D}"/>
              </a:ext>
            </a:extLst>
          </p:cNvPr>
          <p:cNvCxnSpPr>
            <a:cxnSpLocks/>
          </p:cNvCxnSpPr>
          <p:nvPr/>
        </p:nvCxnSpPr>
        <p:spPr>
          <a:xfrm>
            <a:off x="-2104210" y="4225915"/>
            <a:ext cx="0" cy="218275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955C39FD-839C-DFCE-6970-16A21DF61B14}"/>
              </a:ext>
            </a:extLst>
          </p:cNvPr>
          <p:cNvSpPr/>
          <p:nvPr/>
        </p:nvSpPr>
        <p:spPr>
          <a:xfrm>
            <a:off x="-2814200" y="2950421"/>
            <a:ext cx="1416034" cy="363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170E045-D6A4-9AEA-A024-C53AA80B6AFE}"/>
              </a:ext>
            </a:extLst>
          </p:cNvPr>
          <p:cNvSpPr/>
          <p:nvPr/>
        </p:nvSpPr>
        <p:spPr>
          <a:xfrm>
            <a:off x="-2280623" y="3585689"/>
            <a:ext cx="882458" cy="3632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Explain</a:t>
            </a:r>
            <a:endParaRPr kumimoji="1" lang="ja-JP" altLang="en-US" sz="1600" dirty="0"/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CE0F4598-A0BD-B721-9552-08DB6C821F70}"/>
              </a:ext>
            </a:extLst>
          </p:cNvPr>
          <p:cNvCxnSpPr>
            <a:cxnSpLocks/>
          </p:cNvCxnSpPr>
          <p:nvPr/>
        </p:nvCxnSpPr>
        <p:spPr>
          <a:xfrm>
            <a:off x="-2553457" y="3313615"/>
            <a:ext cx="0" cy="67133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834927AB-9182-82EE-839B-6AD27EDF5A37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-1839394" y="3313615"/>
            <a:ext cx="0" cy="27207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53A1EB42-8889-B323-ED7C-B3CDFF64D9F2}"/>
              </a:ext>
            </a:extLst>
          </p:cNvPr>
          <p:cNvCxnSpPr>
            <a:cxnSpLocks/>
          </p:cNvCxnSpPr>
          <p:nvPr/>
        </p:nvCxnSpPr>
        <p:spPr>
          <a:xfrm>
            <a:off x="-1192943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6C1EC266-F31A-245F-71A0-47EDFD806CC7}"/>
              </a:ext>
            </a:extLst>
          </p:cNvPr>
          <p:cNvCxnSpPr>
            <a:cxnSpLocks/>
          </p:cNvCxnSpPr>
          <p:nvPr/>
        </p:nvCxnSpPr>
        <p:spPr>
          <a:xfrm>
            <a:off x="182049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99BC49AC-08A1-FF93-9F89-1E38C6E20354}"/>
              </a:ext>
            </a:extLst>
          </p:cNvPr>
          <p:cNvCxnSpPr>
            <a:cxnSpLocks/>
          </p:cNvCxnSpPr>
          <p:nvPr/>
        </p:nvCxnSpPr>
        <p:spPr>
          <a:xfrm>
            <a:off x="-2519015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5176CD98-DB15-1327-A5A6-57B07767DE50}"/>
              </a:ext>
            </a:extLst>
          </p:cNvPr>
          <p:cNvCxnSpPr>
            <a:cxnSpLocks/>
          </p:cNvCxnSpPr>
          <p:nvPr/>
        </p:nvCxnSpPr>
        <p:spPr>
          <a:xfrm>
            <a:off x="-2485846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3937561C-9377-6E96-F2F1-25C44E2637AC}"/>
              </a:ext>
            </a:extLst>
          </p:cNvPr>
          <p:cNvCxnSpPr>
            <a:cxnSpLocks/>
          </p:cNvCxnSpPr>
          <p:nvPr/>
        </p:nvCxnSpPr>
        <p:spPr>
          <a:xfrm>
            <a:off x="-2102669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601EC773-6D93-FC0A-3549-37A66ABB9316}"/>
              </a:ext>
            </a:extLst>
          </p:cNvPr>
          <p:cNvCxnSpPr>
            <a:cxnSpLocks/>
          </p:cNvCxnSpPr>
          <p:nvPr/>
        </p:nvCxnSpPr>
        <p:spPr>
          <a:xfrm>
            <a:off x="-1706000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685FBC04-1838-C5BA-2C1B-CE856340653E}"/>
              </a:ext>
            </a:extLst>
          </p:cNvPr>
          <p:cNvSpPr/>
          <p:nvPr/>
        </p:nvSpPr>
        <p:spPr>
          <a:xfrm>
            <a:off x="1648703" y="2324105"/>
            <a:ext cx="3739830" cy="533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                                               ,</a:t>
            </a:r>
            <a:endParaRPr kumimoji="1" lang="ja-JP" altLang="en-US" sz="1600" dirty="0"/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43E7E116-6DF2-592C-7527-E2DC62A905AB}"/>
              </a:ext>
            </a:extLst>
          </p:cNvPr>
          <p:cNvGrpSpPr/>
          <p:nvPr/>
        </p:nvGrpSpPr>
        <p:grpSpPr>
          <a:xfrm rot="10800000">
            <a:off x="3064737" y="1613661"/>
            <a:ext cx="861935" cy="571001"/>
            <a:chOff x="1847528" y="1700808"/>
            <a:chExt cx="1512168" cy="1001756"/>
          </a:xfrm>
        </p:grpSpPr>
        <p:sp>
          <p:nvSpPr>
            <p:cNvPr id="133" name="楕円 132">
              <a:extLst>
                <a:ext uri="{FF2B5EF4-FFF2-40B4-BE49-F238E27FC236}">
                  <a16:creationId xmlns:a16="http://schemas.microsoft.com/office/drawing/2014/main" id="{8B3B2F5F-0B28-F8FB-9689-F31C9A832D8F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34" name="楕円 133">
              <a:extLst>
                <a:ext uri="{FF2B5EF4-FFF2-40B4-BE49-F238E27FC236}">
                  <a16:creationId xmlns:a16="http://schemas.microsoft.com/office/drawing/2014/main" id="{59F0ED2E-D472-EE7C-7D96-D01E35606790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35" name="二等辺三角形 134">
              <a:extLst>
                <a:ext uri="{FF2B5EF4-FFF2-40B4-BE49-F238E27FC236}">
                  <a16:creationId xmlns:a16="http://schemas.microsoft.com/office/drawing/2014/main" id="{FDB8EA50-8190-90A2-7503-C72CED598BBB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337C20EE-DDA2-9AB3-1935-A6B4DDADA7FC}"/>
              </a:ext>
            </a:extLst>
          </p:cNvPr>
          <p:cNvGrpSpPr/>
          <p:nvPr/>
        </p:nvGrpSpPr>
        <p:grpSpPr>
          <a:xfrm rot="10800000">
            <a:off x="1689745" y="1613661"/>
            <a:ext cx="861935" cy="571001"/>
            <a:chOff x="1847528" y="1700808"/>
            <a:chExt cx="1512168" cy="1001756"/>
          </a:xfrm>
        </p:grpSpPr>
        <p:sp>
          <p:nvSpPr>
            <p:cNvPr id="130" name="楕円 129">
              <a:extLst>
                <a:ext uri="{FF2B5EF4-FFF2-40B4-BE49-F238E27FC236}">
                  <a16:creationId xmlns:a16="http://schemas.microsoft.com/office/drawing/2014/main" id="{AAC79818-B0DE-BF3A-8884-89D205CF01A1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52BF42D9-94D6-7668-3EA1-DCB727E334B0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32" name="二等辺三角形 131">
              <a:extLst>
                <a:ext uri="{FF2B5EF4-FFF2-40B4-BE49-F238E27FC236}">
                  <a16:creationId xmlns:a16="http://schemas.microsoft.com/office/drawing/2014/main" id="{B7BAFCEB-060C-4567-6374-34B2D3927DF2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431E5BAB-8D77-D79A-4741-EFF62F70313B}"/>
              </a:ext>
            </a:extLst>
          </p:cNvPr>
          <p:cNvGrpSpPr/>
          <p:nvPr/>
        </p:nvGrpSpPr>
        <p:grpSpPr>
          <a:xfrm rot="10800000">
            <a:off x="4439730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127" name="楕円 126">
              <a:extLst>
                <a:ext uri="{FF2B5EF4-FFF2-40B4-BE49-F238E27FC236}">
                  <a16:creationId xmlns:a16="http://schemas.microsoft.com/office/drawing/2014/main" id="{4FBF2988-03FF-82E8-C467-139B6787B459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28" name="楕円 127">
              <a:extLst>
                <a:ext uri="{FF2B5EF4-FFF2-40B4-BE49-F238E27FC236}">
                  <a16:creationId xmlns:a16="http://schemas.microsoft.com/office/drawing/2014/main" id="{12CBFF7C-6B19-1504-34FE-9B8DFBC8A59A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29" name="二等辺三角形 128">
              <a:extLst>
                <a:ext uri="{FF2B5EF4-FFF2-40B4-BE49-F238E27FC236}">
                  <a16:creationId xmlns:a16="http://schemas.microsoft.com/office/drawing/2014/main" id="{DA948E97-D37B-C9FA-9A84-6EF97D735672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FF9AF37F-A30A-0982-A8D1-06DEA851E33B}"/>
              </a:ext>
            </a:extLst>
          </p:cNvPr>
          <p:cNvSpPr/>
          <p:nvPr/>
        </p:nvSpPr>
        <p:spPr>
          <a:xfrm>
            <a:off x="3064737" y="2404573"/>
            <a:ext cx="2236928" cy="36577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</a:t>
            </a:r>
            <a:endParaRPr kumimoji="1" lang="ja-JP" altLang="en-US" sz="1600" dirty="0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CA2C42E3-7865-719F-5137-66220C99E5DB}"/>
              </a:ext>
            </a:extLst>
          </p:cNvPr>
          <p:cNvSpPr/>
          <p:nvPr/>
        </p:nvSpPr>
        <p:spPr>
          <a:xfrm>
            <a:off x="3269960" y="2950420"/>
            <a:ext cx="2031705" cy="100034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D3C6BA50-6DA0-AA2F-ABFD-B20B88E833B0}"/>
              </a:ext>
            </a:extLst>
          </p:cNvPr>
          <p:cNvCxnSpPr>
            <a:cxnSpLocks/>
            <a:stCxn id="135" idx="0"/>
          </p:cNvCxnSpPr>
          <p:nvPr/>
        </p:nvCxnSpPr>
        <p:spPr>
          <a:xfrm>
            <a:off x="3495705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56F1F1D9-FCFB-92BB-BEF9-5268824DEA4D}"/>
              </a:ext>
            </a:extLst>
          </p:cNvPr>
          <p:cNvCxnSpPr>
            <a:cxnSpLocks/>
            <a:stCxn id="129" idx="0"/>
          </p:cNvCxnSpPr>
          <p:nvPr/>
        </p:nvCxnSpPr>
        <p:spPr>
          <a:xfrm>
            <a:off x="4870697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38030726-0920-C2F3-1F97-72D49984CDE7}"/>
              </a:ext>
            </a:extLst>
          </p:cNvPr>
          <p:cNvCxnSpPr>
            <a:cxnSpLocks/>
          </p:cNvCxnSpPr>
          <p:nvPr/>
        </p:nvCxnSpPr>
        <p:spPr>
          <a:xfrm>
            <a:off x="3495705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C64102DE-2C0E-62C1-D5D6-B543386291B9}"/>
              </a:ext>
            </a:extLst>
          </p:cNvPr>
          <p:cNvCxnSpPr>
            <a:cxnSpLocks/>
          </p:cNvCxnSpPr>
          <p:nvPr/>
        </p:nvCxnSpPr>
        <p:spPr>
          <a:xfrm>
            <a:off x="4870697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937D845F-6C8B-D430-08EE-2C0487F66976}"/>
              </a:ext>
            </a:extLst>
          </p:cNvPr>
          <p:cNvCxnSpPr>
            <a:cxnSpLocks/>
          </p:cNvCxnSpPr>
          <p:nvPr/>
        </p:nvCxnSpPr>
        <p:spPr>
          <a:xfrm flipH="1">
            <a:off x="5301665" y="1796549"/>
            <a:ext cx="4514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F83B7764-D1B8-C533-92A3-75C8EC8149FF}"/>
              </a:ext>
            </a:extLst>
          </p:cNvPr>
          <p:cNvCxnSpPr>
            <a:cxnSpLocks/>
            <a:endCxn id="98" idx="3"/>
          </p:cNvCxnSpPr>
          <p:nvPr/>
        </p:nvCxnSpPr>
        <p:spPr>
          <a:xfrm flipH="1">
            <a:off x="5301665" y="3450592"/>
            <a:ext cx="45149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36BFDFC6-A17E-96D7-3724-8352F57D3CF7}"/>
              </a:ext>
            </a:extLst>
          </p:cNvPr>
          <p:cNvCxnSpPr>
            <a:cxnSpLocks/>
          </p:cNvCxnSpPr>
          <p:nvPr/>
        </p:nvCxnSpPr>
        <p:spPr>
          <a:xfrm flipV="1">
            <a:off x="5729458" y="1796549"/>
            <a:ext cx="0" cy="165404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4BC5EE33-C926-3B62-6C43-1A798629383A}"/>
              </a:ext>
            </a:extLst>
          </p:cNvPr>
          <p:cNvSpPr txBox="1"/>
          <p:nvPr/>
        </p:nvSpPr>
        <p:spPr>
          <a:xfrm>
            <a:off x="3119622" y="1340768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B</a:t>
            </a:r>
            <a:endParaRPr kumimoji="1" lang="ja-JP" altLang="en-US" sz="14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8368301D-A073-A8D9-E30D-8EA892689533}"/>
              </a:ext>
            </a:extLst>
          </p:cNvPr>
          <p:cNvSpPr txBox="1"/>
          <p:nvPr/>
        </p:nvSpPr>
        <p:spPr>
          <a:xfrm>
            <a:off x="4494614" y="1350170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C</a:t>
            </a:r>
            <a:endParaRPr kumimoji="1" lang="ja-JP" altLang="en-US" sz="1400" dirty="0"/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202C2EB7-A6D7-11E9-98DB-DE367C582DE8}"/>
              </a:ext>
            </a:extLst>
          </p:cNvPr>
          <p:cNvSpPr txBox="1"/>
          <p:nvPr/>
        </p:nvSpPr>
        <p:spPr>
          <a:xfrm>
            <a:off x="1744629" y="1350170"/>
            <a:ext cx="84805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A</a:t>
            </a:r>
            <a:endParaRPr kumimoji="1" lang="ja-JP" altLang="en-US" sz="1400" dirty="0"/>
          </a:p>
        </p:txBody>
      </p: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0EE5E3F7-B667-024B-7D7A-A968A4130374}"/>
              </a:ext>
            </a:extLst>
          </p:cNvPr>
          <p:cNvGrpSpPr/>
          <p:nvPr/>
        </p:nvGrpSpPr>
        <p:grpSpPr>
          <a:xfrm>
            <a:off x="2061959" y="4462627"/>
            <a:ext cx="593467" cy="393151"/>
            <a:chOff x="1847528" y="1700808"/>
            <a:chExt cx="1512168" cy="1001756"/>
          </a:xfrm>
        </p:grpSpPr>
        <p:sp>
          <p:nvSpPr>
            <p:cNvPr id="124" name="楕円 123">
              <a:extLst>
                <a:ext uri="{FF2B5EF4-FFF2-40B4-BE49-F238E27FC236}">
                  <a16:creationId xmlns:a16="http://schemas.microsoft.com/office/drawing/2014/main" id="{784E3A97-3972-D0AB-6E6D-0FF771B445DC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25" name="楕円 124">
              <a:extLst>
                <a:ext uri="{FF2B5EF4-FFF2-40B4-BE49-F238E27FC236}">
                  <a16:creationId xmlns:a16="http://schemas.microsoft.com/office/drawing/2014/main" id="{C1CFD776-96D1-149D-B181-379CF9B45341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26" name="二等辺三角形 125">
              <a:extLst>
                <a:ext uri="{FF2B5EF4-FFF2-40B4-BE49-F238E27FC236}">
                  <a16:creationId xmlns:a16="http://schemas.microsoft.com/office/drawing/2014/main" id="{A3C65014-D691-506C-47F1-B53881392CF2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C0E89F29-375F-FCA1-1CAE-B5CA3C858FAA}"/>
              </a:ext>
            </a:extLst>
          </p:cNvPr>
          <p:cNvSpPr txBox="1"/>
          <p:nvPr/>
        </p:nvSpPr>
        <p:spPr>
          <a:xfrm>
            <a:off x="2569166" y="4635159"/>
            <a:ext cx="95404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Other staff</a:t>
            </a:r>
            <a:endParaRPr kumimoji="1" lang="ja-JP" altLang="en-US" sz="1400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8109BE1F-603C-9B97-F733-0283FD50953A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3064737" y="3767322"/>
            <a:ext cx="205223" cy="0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1B3D3E2F-2938-6BFA-0A07-723FC2E27908}"/>
              </a:ext>
            </a:extLst>
          </p:cNvPr>
          <p:cNvSpPr/>
          <p:nvPr/>
        </p:nvSpPr>
        <p:spPr>
          <a:xfrm>
            <a:off x="1689745" y="3984952"/>
            <a:ext cx="1374991" cy="26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Ask for help</a:t>
            </a:r>
            <a:endParaRPr kumimoji="1" lang="ja-JP" altLang="en-US" sz="1600" dirty="0"/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852E65DA-EB1D-4A08-4D13-9C56A4E9A4B1}"/>
              </a:ext>
            </a:extLst>
          </p:cNvPr>
          <p:cNvCxnSpPr>
            <a:cxnSpLocks/>
          </p:cNvCxnSpPr>
          <p:nvPr/>
        </p:nvCxnSpPr>
        <p:spPr>
          <a:xfrm>
            <a:off x="2358693" y="4225915"/>
            <a:ext cx="0" cy="218275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7E020B50-2C65-010B-33C6-20FD1DDEDE77}"/>
              </a:ext>
            </a:extLst>
          </p:cNvPr>
          <p:cNvSpPr/>
          <p:nvPr/>
        </p:nvSpPr>
        <p:spPr>
          <a:xfrm>
            <a:off x="1648703" y="2950421"/>
            <a:ext cx="1416034" cy="363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B09B368A-B8A5-5855-C27D-D3CE1D6BF402}"/>
              </a:ext>
            </a:extLst>
          </p:cNvPr>
          <p:cNvSpPr/>
          <p:nvPr/>
        </p:nvSpPr>
        <p:spPr>
          <a:xfrm>
            <a:off x="2182280" y="3585689"/>
            <a:ext cx="882458" cy="3632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Explain</a:t>
            </a:r>
            <a:endParaRPr kumimoji="1" lang="ja-JP" altLang="en-US" sz="1600" dirty="0"/>
          </a:p>
        </p:txBody>
      </p: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F9C6A571-A89D-D2BB-665A-89977DE90A3A}"/>
              </a:ext>
            </a:extLst>
          </p:cNvPr>
          <p:cNvCxnSpPr>
            <a:cxnSpLocks/>
          </p:cNvCxnSpPr>
          <p:nvPr/>
        </p:nvCxnSpPr>
        <p:spPr>
          <a:xfrm>
            <a:off x="1909446" y="3313615"/>
            <a:ext cx="0" cy="671337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42417074-3D23-398E-08B9-9394313C5ED8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2623509" y="3313615"/>
            <a:ext cx="0" cy="272073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81C0C6F9-F1C0-995B-26BE-72A38EA18B49}"/>
              </a:ext>
            </a:extLst>
          </p:cNvPr>
          <p:cNvCxnSpPr>
            <a:cxnSpLocks/>
          </p:cNvCxnSpPr>
          <p:nvPr/>
        </p:nvCxnSpPr>
        <p:spPr>
          <a:xfrm>
            <a:off x="3269960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E649A701-7020-D136-4472-8493DDF15690}"/>
              </a:ext>
            </a:extLst>
          </p:cNvPr>
          <p:cNvCxnSpPr>
            <a:cxnSpLocks/>
          </p:cNvCxnSpPr>
          <p:nvPr/>
        </p:nvCxnSpPr>
        <p:spPr>
          <a:xfrm>
            <a:off x="4644952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29AB4FEE-771A-83BE-025C-6F5717E73039}"/>
              </a:ext>
            </a:extLst>
          </p:cNvPr>
          <p:cNvCxnSpPr>
            <a:cxnSpLocks/>
          </p:cNvCxnSpPr>
          <p:nvPr/>
        </p:nvCxnSpPr>
        <p:spPr>
          <a:xfrm>
            <a:off x="1943888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FE2DB233-0E44-C3D9-5C0A-CE23A0F2FBF1}"/>
              </a:ext>
            </a:extLst>
          </p:cNvPr>
          <p:cNvCxnSpPr>
            <a:cxnSpLocks/>
          </p:cNvCxnSpPr>
          <p:nvPr/>
        </p:nvCxnSpPr>
        <p:spPr>
          <a:xfrm>
            <a:off x="1977057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69ABC68F-0A71-C954-9F3D-88E4443FAA97}"/>
              </a:ext>
            </a:extLst>
          </p:cNvPr>
          <p:cNvCxnSpPr>
            <a:cxnSpLocks/>
          </p:cNvCxnSpPr>
          <p:nvPr/>
        </p:nvCxnSpPr>
        <p:spPr>
          <a:xfrm>
            <a:off x="2360234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7718BC06-C08B-6C52-1878-34FB135A831F}"/>
              </a:ext>
            </a:extLst>
          </p:cNvPr>
          <p:cNvCxnSpPr>
            <a:cxnSpLocks/>
          </p:cNvCxnSpPr>
          <p:nvPr/>
        </p:nvCxnSpPr>
        <p:spPr>
          <a:xfrm>
            <a:off x="2756903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E919204E-5C92-8D6F-25D8-ADB35DFC6099}"/>
              </a:ext>
            </a:extLst>
          </p:cNvPr>
          <p:cNvSpPr/>
          <p:nvPr/>
        </p:nvSpPr>
        <p:spPr>
          <a:xfrm>
            <a:off x="6114792" y="2324105"/>
            <a:ext cx="3739830" cy="533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                                               ,</a:t>
            </a:r>
            <a:endParaRPr kumimoji="1" lang="ja-JP" altLang="en-US" sz="1600" dirty="0"/>
          </a:p>
        </p:txBody>
      </p:sp>
      <p:grpSp>
        <p:nvGrpSpPr>
          <p:cNvPr id="138" name="グループ化 137">
            <a:extLst>
              <a:ext uri="{FF2B5EF4-FFF2-40B4-BE49-F238E27FC236}">
                <a16:creationId xmlns:a16="http://schemas.microsoft.com/office/drawing/2014/main" id="{6C10E42C-723E-0866-AC41-36604DAC5E38}"/>
              </a:ext>
            </a:extLst>
          </p:cNvPr>
          <p:cNvGrpSpPr/>
          <p:nvPr/>
        </p:nvGrpSpPr>
        <p:grpSpPr>
          <a:xfrm rot="10800000">
            <a:off x="7530826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177" name="楕円 176">
              <a:extLst>
                <a:ext uri="{FF2B5EF4-FFF2-40B4-BE49-F238E27FC236}">
                  <a16:creationId xmlns:a16="http://schemas.microsoft.com/office/drawing/2014/main" id="{949E386E-4A4A-3C17-DA52-CCDFD99062B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8" name="楕円 177">
              <a:extLst>
                <a:ext uri="{FF2B5EF4-FFF2-40B4-BE49-F238E27FC236}">
                  <a16:creationId xmlns:a16="http://schemas.microsoft.com/office/drawing/2014/main" id="{24C5938D-FFAE-B4D8-0479-C298396AB835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9" name="二等辺三角形 178">
              <a:extLst>
                <a:ext uri="{FF2B5EF4-FFF2-40B4-BE49-F238E27FC236}">
                  <a16:creationId xmlns:a16="http://schemas.microsoft.com/office/drawing/2014/main" id="{7F2553F3-9173-C121-58B2-00179878D4DB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139" name="グループ化 138">
            <a:extLst>
              <a:ext uri="{FF2B5EF4-FFF2-40B4-BE49-F238E27FC236}">
                <a16:creationId xmlns:a16="http://schemas.microsoft.com/office/drawing/2014/main" id="{E155028E-70B8-8305-D969-47811D5B90E6}"/>
              </a:ext>
            </a:extLst>
          </p:cNvPr>
          <p:cNvGrpSpPr/>
          <p:nvPr/>
        </p:nvGrpSpPr>
        <p:grpSpPr>
          <a:xfrm rot="10800000">
            <a:off x="6155834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174" name="楕円 173">
              <a:extLst>
                <a:ext uri="{FF2B5EF4-FFF2-40B4-BE49-F238E27FC236}">
                  <a16:creationId xmlns:a16="http://schemas.microsoft.com/office/drawing/2014/main" id="{C0DE3F3F-BAEF-EE5A-9886-3C00CFD0D85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5" name="楕円 174">
              <a:extLst>
                <a:ext uri="{FF2B5EF4-FFF2-40B4-BE49-F238E27FC236}">
                  <a16:creationId xmlns:a16="http://schemas.microsoft.com/office/drawing/2014/main" id="{FE5E12C0-9B69-2BB1-336E-7B20A6B1752E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6" name="二等辺三角形 175">
              <a:extLst>
                <a:ext uri="{FF2B5EF4-FFF2-40B4-BE49-F238E27FC236}">
                  <a16:creationId xmlns:a16="http://schemas.microsoft.com/office/drawing/2014/main" id="{11AA558C-7577-2493-73FF-A2CBC32D4653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140" name="グループ化 139">
            <a:extLst>
              <a:ext uri="{FF2B5EF4-FFF2-40B4-BE49-F238E27FC236}">
                <a16:creationId xmlns:a16="http://schemas.microsoft.com/office/drawing/2014/main" id="{8A3DB8A6-DEA9-CC2D-34C1-4755A8AE2B53}"/>
              </a:ext>
            </a:extLst>
          </p:cNvPr>
          <p:cNvGrpSpPr/>
          <p:nvPr/>
        </p:nvGrpSpPr>
        <p:grpSpPr>
          <a:xfrm rot="10800000">
            <a:off x="8905819" y="1613661"/>
            <a:ext cx="861935" cy="571001"/>
            <a:chOff x="1847528" y="1700808"/>
            <a:chExt cx="1512168" cy="1001756"/>
          </a:xfrm>
        </p:grpSpPr>
        <p:sp>
          <p:nvSpPr>
            <p:cNvPr id="171" name="楕円 170">
              <a:extLst>
                <a:ext uri="{FF2B5EF4-FFF2-40B4-BE49-F238E27FC236}">
                  <a16:creationId xmlns:a16="http://schemas.microsoft.com/office/drawing/2014/main" id="{5A51077A-475E-0C7A-7CD8-FD360B0892C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2" name="楕円 171">
              <a:extLst>
                <a:ext uri="{FF2B5EF4-FFF2-40B4-BE49-F238E27FC236}">
                  <a16:creationId xmlns:a16="http://schemas.microsoft.com/office/drawing/2014/main" id="{9ED294A5-C0D7-D758-FD58-97033B288154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3" name="二等辺三角形 172">
              <a:extLst>
                <a:ext uri="{FF2B5EF4-FFF2-40B4-BE49-F238E27FC236}">
                  <a16:creationId xmlns:a16="http://schemas.microsoft.com/office/drawing/2014/main" id="{14FA2457-D46D-6B22-4B88-9AC9A3791068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222006FF-CD12-962D-D45F-3F303A208F77}"/>
              </a:ext>
            </a:extLst>
          </p:cNvPr>
          <p:cNvSpPr/>
          <p:nvPr/>
        </p:nvSpPr>
        <p:spPr>
          <a:xfrm>
            <a:off x="7530826" y="2404573"/>
            <a:ext cx="2236928" cy="36577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</a:t>
            </a:r>
            <a:endParaRPr kumimoji="1" lang="ja-JP" altLang="en-US" sz="1600" dirty="0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8FC74E98-523C-30FF-C5D0-BBF020B87D12}"/>
              </a:ext>
            </a:extLst>
          </p:cNvPr>
          <p:cNvSpPr/>
          <p:nvPr/>
        </p:nvSpPr>
        <p:spPr>
          <a:xfrm>
            <a:off x="7736049" y="2950420"/>
            <a:ext cx="2031705" cy="100034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663F251B-E143-DF11-55EB-7609DFE75070}"/>
              </a:ext>
            </a:extLst>
          </p:cNvPr>
          <p:cNvCxnSpPr>
            <a:cxnSpLocks/>
            <a:stCxn id="179" idx="0"/>
          </p:cNvCxnSpPr>
          <p:nvPr/>
        </p:nvCxnSpPr>
        <p:spPr>
          <a:xfrm>
            <a:off x="7961794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矢印コネクタ 143">
            <a:extLst>
              <a:ext uri="{FF2B5EF4-FFF2-40B4-BE49-F238E27FC236}">
                <a16:creationId xmlns:a16="http://schemas.microsoft.com/office/drawing/2014/main" id="{4C616FC7-6280-2F6F-C7EC-353346108428}"/>
              </a:ext>
            </a:extLst>
          </p:cNvPr>
          <p:cNvCxnSpPr>
            <a:cxnSpLocks/>
            <a:stCxn id="173" idx="0"/>
          </p:cNvCxnSpPr>
          <p:nvPr/>
        </p:nvCxnSpPr>
        <p:spPr>
          <a:xfrm>
            <a:off x="9336786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矢印コネクタ 144">
            <a:extLst>
              <a:ext uri="{FF2B5EF4-FFF2-40B4-BE49-F238E27FC236}">
                <a16:creationId xmlns:a16="http://schemas.microsoft.com/office/drawing/2014/main" id="{4B5232A2-47C0-AC24-5C9B-870EFF14FC09}"/>
              </a:ext>
            </a:extLst>
          </p:cNvPr>
          <p:cNvCxnSpPr>
            <a:cxnSpLocks/>
          </p:cNvCxnSpPr>
          <p:nvPr/>
        </p:nvCxnSpPr>
        <p:spPr>
          <a:xfrm>
            <a:off x="7961794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矢印コネクタ 145">
            <a:extLst>
              <a:ext uri="{FF2B5EF4-FFF2-40B4-BE49-F238E27FC236}">
                <a16:creationId xmlns:a16="http://schemas.microsoft.com/office/drawing/2014/main" id="{D0CB0A4E-80BA-EDFB-32E2-2F3D009621F9}"/>
              </a:ext>
            </a:extLst>
          </p:cNvPr>
          <p:cNvCxnSpPr>
            <a:cxnSpLocks/>
          </p:cNvCxnSpPr>
          <p:nvPr/>
        </p:nvCxnSpPr>
        <p:spPr>
          <a:xfrm>
            <a:off x="9336786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>
            <a:extLst>
              <a:ext uri="{FF2B5EF4-FFF2-40B4-BE49-F238E27FC236}">
                <a16:creationId xmlns:a16="http://schemas.microsoft.com/office/drawing/2014/main" id="{53B0E17F-2578-D09B-E421-5C906DA03DD7}"/>
              </a:ext>
            </a:extLst>
          </p:cNvPr>
          <p:cNvCxnSpPr>
            <a:cxnSpLocks/>
          </p:cNvCxnSpPr>
          <p:nvPr/>
        </p:nvCxnSpPr>
        <p:spPr>
          <a:xfrm flipH="1">
            <a:off x="9767754" y="1796549"/>
            <a:ext cx="4514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E179FCA7-80FD-4932-8855-1A6AF257B44C}"/>
              </a:ext>
            </a:extLst>
          </p:cNvPr>
          <p:cNvCxnSpPr>
            <a:cxnSpLocks/>
            <a:endCxn id="142" idx="3"/>
          </p:cNvCxnSpPr>
          <p:nvPr/>
        </p:nvCxnSpPr>
        <p:spPr>
          <a:xfrm flipH="1">
            <a:off x="9767754" y="3450592"/>
            <a:ext cx="45149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148">
            <a:extLst>
              <a:ext uri="{FF2B5EF4-FFF2-40B4-BE49-F238E27FC236}">
                <a16:creationId xmlns:a16="http://schemas.microsoft.com/office/drawing/2014/main" id="{733F871F-A76D-783A-60C7-6DFB7041ADEC}"/>
              </a:ext>
            </a:extLst>
          </p:cNvPr>
          <p:cNvCxnSpPr>
            <a:cxnSpLocks/>
          </p:cNvCxnSpPr>
          <p:nvPr/>
        </p:nvCxnSpPr>
        <p:spPr>
          <a:xfrm flipV="1">
            <a:off x="10195547" y="1796549"/>
            <a:ext cx="0" cy="165404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D98F3D37-023D-B9EC-F51C-6DD638B796A0}"/>
              </a:ext>
            </a:extLst>
          </p:cNvPr>
          <p:cNvSpPr txBox="1"/>
          <p:nvPr/>
        </p:nvSpPr>
        <p:spPr>
          <a:xfrm>
            <a:off x="7585711" y="1340768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B</a:t>
            </a:r>
            <a:endParaRPr kumimoji="1" lang="ja-JP" altLang="en-US" sz="14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273AED41-86DF-D08C-A428-CC419BD083FD}"/>
              </a:ext>
            </a:extLst>
          </p:cNvPr>
          <p:cNvSpPr txBox="1"/>
          <p:nvPr/>
        </p:nvSpPr>
        <p:spPr>
          <a:xfrm>
            <a:off x="8960703" y="1350170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C</a:t>
            </a:r>
            <a:endParaRPr kumimoji="1" lang="ja-JP" altLang="en-US" sz="1400" dirty="0"/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E199CF53-1FCE-CC09-E170-792EAD8B32CE}"/>
              </a:ext>
            </a:extLst>
          </p:cNvPr>
          <p:cNvSpPr txBox="1"/>
          <p:nvPr/>
        </p:nvSpPr>
        <p:spPr>
          <a:xfrm>
            <a:off x="6210718" y="1350170"/>
            <a:ext cx="84805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A</a:t>
            </a:r>
            <a:endParaRPr kumimoji="1" lang="ja-JP" altLang="en-US" sz="1400" dirty="0"/>
          </a:p>
        </p:txBody>
      </p:sp>
      <p:grpSp>
        <p:nvGrpSpPr>
          <p:cNvPr id="153" name="グループ化 152">
            <a:extLst>
              <a:ext uri="{FF2B5EF4-FFF2-40B4-BE49-F238E27FC236}">
                <a16:creationId xmlns:a16="http://schemas.microsoft.com/office/drawing/2014/main" id="{452573C7-7C0E-DA90-16BD-51AE2734575D}"/>
              </a:ext>
            </a:extLst>
          </p:cNvPr>
          <p:cNvGrpSpPr/>
          <p:nvPr/>
        </p:nvGrpSpPr>
        <p:grpSpPr>
          <a:xfrm>
            <a:off x="6528048" y="4462627"/>
            <a:ext cx="593467" cy="393151"/>
            <a:chOff x="1847528" y="1700808"/>
            <a:chExt cx="1512168" cy="1001756"/>
          </a:xfrm>
        </p:grpSpPr>
        <p:sp>
          <p:nvSpPr>
            <p:cNvPr id="168" name="楕円 167">
              <a:extLst>
                <a:ext uri="{FF2B5EF4-FFF2-40B4-BE49-F238E27FC236}">
                  <a16:creationId xmlns:a16="http://schemas.microsoft.com/office/drawing/2014/main" id="{578DD3BF-CFD0-4BD4-51AF-B6CBDF851AF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69" name="楕円 168">
              <a:extLst>
                <a:ext uri="{FF2B5EF4-FFF2-40B4-BE49-F238E27FC236}">
                  <a16:creationId xmlns:a16="http://schemas.microsoft.com/office/drawing/2014/main" id="{8D0529F6-A718-E29F-3AF7-3AC76458F277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70" name="二等辺三角形 169">
              <a:extLst>
                <a:ext uri="{FF2B5EF4-FFF2-40B4-BE49-F238E27FC236}">
                  <a16:creationId xmlns:a16="http://schemas.microsoft.com/office/drawing/2014/main" id="{B3E3EC46-0751-8AA0-AC76-641F45EE00B0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D87846B4-18BB-5866-6BC2-3AF63F6E2ED7}"/>
              </a:ext>
            </a:extLst>
          </p:cNvPr>
          <p:cNvSpPr txBox="1"/>
          <p:nvPr/>
        </p:nvSpPr>
        <p:spPr>
          <a:xfrm>
            <a:off x="7035255" y="4635159"/>
            <a:ext cx="95404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Other staff</a:t>
            </a:r>
            <a:endParaRPr kumimoji="1" lang="ja-JP" altLang="en-US" sz="1400" dirty="0"/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648F9F7-C8AD-0F20-B0D8-4E427777188F}"/>
              </a:ext>
            </a:extLst>
          </p:cNvPr>
          <p:cNvCxnSpPr>
            <a:cxnSpLocks/>
            <a:stCxn id="159" idx="3"/>
          </p:cNvCxnSpPr>
          <p:nvPr/>
        </p:nvCxnSpPr>
        <p:spPr>
          <a:xfrm>
            <a:off x="7530826" y="3767322"/>
            <a:ext cx="205223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0EA13F12-B303-BC3C-2755-585C661C1A9B}"/>
              </a:ext>
            </a:extLst>
          </p:cNvPr>
          <p:cNvSpPr/>
          <p:nvPr/>
        </p:nvSpPr>
        <p:spPr>
          <a:xfrm>
            <a:off x="6155834" y="3984952"/>
            <a:ext cx="1374991" cy="26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Ask for help</a:t>
            </a:r>
            <a:endParaRPr kumimoji="1" lang="ja-JP" altLang="en-US" sz="1600" dirty="0"/>
          </a:p>
        </p:txBody>
      </p: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AC67B7C6-7A21-E6D4-4D5A-7F8D71B75139}"/>
              </a:ext>
            </a:extLst>
          </p:cNvPr>
          <p:cNvCxnSpPr>
            <a:cxnSpLocks/>
          </p:cNvCxnSpPr>
          <p:nvPr/>
        </p:nvCxnSpPr>
        <p:spPr>
          <a:xfrm>
            <a:off x="6824782" y="4225915"/>
            <a:ext cx="0" cy="218275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40E77D5D-9889-EBB7-B27F-C3FA66A4FCB2}"/>
              </a:ext>
            </a:extLst>
          </p:cNvPr>
          <p:cNvSpPr/>
          <p:nvPr/>
        </p:nvSpPr>
        <p:spPr>
          <a:xfrm>
            <a:off x="6114792" y="2950421"/>
            <a:ext cx="1416034" cy="363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6488BA0B-E3C8-9AF0-B549-390F6EC393C0}"/>
              </a:ext>
            </a:extLst>
          </p:cNvPr>
          <p:cNvSpPr/>
          <p:nvPr/>
        </p:nvSpPr>
        <p:spPr>
          <a:xfrm>
            <a:off x="6648369" y="3585689"/>
            <a:ext cx="882458" cy="3632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Explain</a:t>
            </a:r>
            <a:endParaRPr kumimoji="1" lang="ja-JP" altLang="en-US" sz="1600" dirty="0"/>
          </a:p>
        </p:txBody>
      </p: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1593DF7D-0291-78C0-DBD3-17D5BC97DC55}"/>
              </a:ext>
            </a:extLst>
          </p:cNvPr>
          <p:cNvCxnSpPr>
            <a:cxnSpLocks/>
          </p:cNvCxnSpPr>
          <p:nvPr/>
        </p:nvCxnSpPr>
        <p:spPr>
          <a:xfrm>
            <a:off x="6375535" y="3313615"/>
            <a:ext cx="0" cy="67133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5D36ABB2-F358-C611-B2ED-D8CACB7ABD04}"/>
              </a:ext>
            </a:extLst>
          </p:cNvPr>
          <p:cNvCxnSpPr>
            <a:cxnSpLocks/>
            <a:endCxn id="159" idx="0"/>
          </p:cNvCxnSpPr>
          <p:nvPr/>
        </p:nvCxnSpPr>
        <p:spPr>
          <a:xfrm>
            <a:off x="7089598" y="3313615"/>
            <a:ext cx="0" cy="27207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93B499AA-2037-B9B9-FD53-6AD052D313AF}"/>
              </a:ext>
            </a:extLst>
          </p:cNvPr>
          <p:cNvCxnSpPr>
            <a:cxnSpLocks/>
          </p:cNvCxnSpPr>
          <p:nvPr/>
        </p:nvCxnSpPr>
        <p:spPr>
          <a:xfrm>
            <a:off x="7736049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B9F6153-9744-4348-3C3B-E03D3446E76D}"/>
              </a:ext>
            </a:extLst>
          </p:cNvPr>
          <p:cNvCxnSpPr>
            <a:cxnSpLocks/>
          </p:cNvCxnSpPr>
          <p:nvPr/>
        </p:nvCxnSpPr>
        <p:spPr>
          <a:xfrm>
            <a:off x="9111041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6FD5ADCA-F288-69A3-0C17-73934FBB8F2A}"/>
              </a:ext>
            </a:extLst>
          </p:cNvPr>
          <p:cNvCxnSpPr>
            <a:cxnSpLocks/>
          </p:cNvCxnSpPr>
          <p:nvPr/>
        </p:nvCxnSpPr>
        <p:spPr>
          <a:xfrm>
            <a:off x="6409977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E4336B0A-2C00-3F6E-5A62-FA2D515581B6}"/>
              </a:ext>
            </a:extLst>
          </p:cNvPr>
          <p:cNvCxnSpPr>
            <a:cxnSpLocks/>
          </p:cNvCxnSpPr>
          <p:nvPr/>
        </p:nvCxnSpPr>
        <p:spPr>
          <a:xfrm>
            <a:off x="6443146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DE1EBBDB-0953-F1AC-5A98-5E0CFE38CD96}"/>
              </a:ext>
            </a:extLst>
          </p:cNvPr>
          <p:cNvCxnSpPr>
            <a:cxnSpLocks/>
          </p:cNvCxnSpPr>
          <p:nvPr/>
        </p:nvCxnSpPr>
        <p:spPr>
          <a:xfrm>
            <a:off x="6826323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B3E75EC8-C482-E315-BED1-BEC356A2E7B8}"/>
              </a:ext>
            </a:extLst>
          </p:cNvPr>
          <p:cNvCxnSpPr>
            <a:cxnSpLocks/>
          </p:cNvCxnSpPr>
          <p:nvPr/>
        </p:nvCxnSpPr>
        <p:spPr>
          <a:xfrm>
            <a:off x="7222992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6C2FF353-DD69-C69E-00C5-5383247B0D3D}"/>
              </a:ext>
            </a:extLst>
          </p:cNvPr>
          <p:cNvSpPr/>
          <p:nvPr/>
        </p:nvSpPr>
        <p:spPr>
          <a:xfrm>
            <a:off x="10958120" y="2324105"/>
            <a:ext cx="3739830" cy="533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                                               ,</a:t>
            </a:r>
            <a:endParaRPr kumimoji="1" lang="ja-JP" altLang="en-US" sz="1600" dirty="0"/>
          </a:p>
        </p:txBody>
      </p:sp>
      <p:grpSp>
        <p:nvGrpSpPr>
          <p:cNvPr id="181" name="グループ化 180">
            <a:extLst>
              <a:ext uri="{FF2B5EF4-FFF2-40B4-BE49-F238E27FC236}">
                <a16:creationId xmlns:a16="http://schemas.microsoft.com/office/drawing/2014/main" id="{AAA387CF-9088-746D-DA4F-2EEF339DC72C}"/>
              </a:ext>
            </a:extLst>
          </p:cNvPr>
          <p:cNvGrpSpPr/>
          <p:nvPr/>
        </p:nvGrpSpPr>
        <p:grpSpPr>
          <a:xfrm rot="10800000">
            <a:off x="12374154" y="1613661"/>
            <a:ext cx="861935" cy="571001"/>
            <a:chOff x="1847528" y="1700808"/>
            <a:chExt cx="1512168" cy="1001756"/>
          </a:xfrm>
        </p:grpSpPr>
        <p:sp>
          <p:nvSpPr>
            <p:cNvPr id="182" name="楕円 181">
              <a:extLst>
                <a:ext uri="{FF2B5EF4-FFF2-40B4-BE49-F238E27FC236}">
                  <a16:creationId xmlns:a16="http://schemas.microsoft.com/office/drawing/2014/main" id="{9E1B8719-F3BC-9C35-7081-64B361AA9136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83" name="楕円 182">
              <a:extLst>
                <a:ext uri="{FF2B5EF4-FFF2-40B4-BE49-F238E27FC236}">
                  <a16:creationId xmlns:a16="http://schemas.microsoft.com/office/drawing/2014/main" id="{5B8CE904-736E-9079-FCDD-8A20493FC895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84" name="二等辺三角形 183">
              <a:extLst>
                <a:ext uri="{FF2B5EF4-FFF2-40B4-BE49-F238E27FC236}">
                  <a16:creationId xmlns:a16="http://schemas.microsoft.com/office/drawing/2014/main" id="{3F66E675-B3FA-C6BD-1A72-3F30C9A82D42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185" name="グループ化 184">
            <a:extLst>
              <a:ext uri="{FF2B5EF4-FFF2-40B4-BE49-F238E27FC236}">
                <a16:creationId xmlns:a16="http://schemas.microsoft.com/office/drawing/2014/main" id="{56BFD4D0-FC39-A11E-AA82-9EBC5C3513E9}"/>
              </a:ext>
            </a:extLst>
          </p:cNvPr>
          <p:cNvGrpSpPr/>
          <p:nvPr/>
        </p:nvGrpSpPr>
        <p:grpSpPr>
          <a:xfrm rot="10800000">
            <a:off x="10999162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186" name="楕円 185">
              <a:extLst>
                <a:ext uri="{FF2B5EF4-FFF2-40B4-BE49-F238E27FC236}">
                  <a16:creationId xmlns:a16="http://schemas.microsoft.com/office/drawing/2014/main" id="{3C0FCFE2-F912-502F-7500-90068CF3ADEF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87" name="楕円 186">
              <a:extLst>
                <a:ext uri="{FF2B5EF4-FFF2-40B4-BE49-F238E27FC236}">
                  <a16:creationId xmlns:a16="http://schemas.microsoft.com/office/drawing/2014/main" id="{EC55F36F-7F76-851C-90B6-1F0816AB9EFC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88" name="二等辺三角形 187">
              <a:extLst>
                <a:ext uri="{FF2B5EF4-FFF2-40B4-BE49-F238E27FC236}">
                  <a16:creationId xmlns:a16="http://schemas.microsoft.com/office/drawing/2014/main" id="{664AC022-2773-DBEF-1B9A-6031A7ECFEA5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189" name="グループ化 188">
            <a:extLst>
              <a:ext uri="{FF2B5EF4-FFF2-40B4-BE49-F238E27FC236}">
                <a16:creationId xmlns:a16="http://schemas.microsoft.com/office/drawing/2014/main" id="{0D6B9253-8D96-B1AC-CA5F-884B7D9BFFD8}"/>
              </a:ext>
            </a:extLst>
          </p:cNvPr>
          <p:cNvGrpSpPr/>
          <p:nvPr/>
        </p:nvGrpSpPr>
        <p:grpSpPr>
          <a:xfrm rot="10800000">
            <a:off x="13749147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190" name="楕円 189">
              <a:extLst>
                <a:ext uri="{FF2B5EF4-FFF2-40B4-BE49-F238E27FC236}">
                  <a16:creationId xmlns:a16="http://schemas.microsoft.com/office/drawing/2014/main" id="{934B41D7-66AB-C63C-A33F-588635D05D55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91" name="楕円 190">
              <a:extLst>
                <a:ext uri="{FF2B5EF4-FFF2-40B4-BE49-F238E27FC236}">
                  <a16:creationId xmlns:a16="http://schemas.microsoft.com/office/drawing/2014/main" id="{7C232ACB-F236-6A57-FA3E-B20368535065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192" name="二等辺三角形 191">
              <a:extLst>
                <a:ext uri="{FF2B5EF4-FFF2-40B4-BE49-F238E27FC236}">
                  <a16:creationId xmlns:a16="http://schemas.microsoft.com/office/drawing/2014/main" id="{CB90BE1C-4839-6CFF-F484-D249640777D2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AA852FC2-9EA8-E7BF-F4FB-9C2686A15624}"/>
              </a:ext>
            </a:extLst>
          </p:cNvPr>
          <p:cNvSpPr/>
          <p:nvPr/>
        </p:nvSpPr>
        <p:spPr>
          <a:xfrm>
            <a:off x="12374154" y="2404573"/>
            <a:ext cx="2236928" cy="36577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</a:t>
            </a:r>
            <a:endParaRPr kumimoji="1" lang="ja-JP" altLang="en-US" sz="1600" dirty="0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2966577D-D7E0-5FD9-1E73-079207C716EA}"/>
              </a:ext>
            </a:extLst>
          </p:cNvPr>
          <p:cNvSpPr/>
          <p:nvPr/>
        </p:nvSpPr>
        <p:spPr>
          <a:xfrm>
            <a:off x="12579377" y="2950420"/>
            <a:ext cx="2031705" cy="100034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AB7966F8-5B97-6D9C-F6C4-C7EC52C25C0C}"/>
              </a:ext>
            </a:extLst>
          </p:cNvPr>
          <p:cNvCxnSpPr>
            <a:cxnSpLocks/>
            <a:stCxn id="184" idx="0"/>
          </p:cNvCxnSpPr>
          <p:nvPr/>
        </p:nvCxnSpPr>
        <p:spPr>
          <a:xfrm>
            <a:off x="12805122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>
            <a:extLst>
              <a:ext uri="{FF2B5EF4-FFF2-40B4-BE49-F238E27FC236}">
                <a16:creationId xmlns:a16="http://schemas.microsoft.com/office/drawing/2014/main" id="{B6E94B68-0F54-48FE-64B5-C434D172F96D}"/>
              </a:ext>
            </a:extLst>
          </p:cNvPr>
          <p:cNvCxnSpPr>
            <a:cxnSpLocks/>
            <a:stCxn id="192" idx="0"/>
          </p:cNvCxnSpPr>
          <p:nvPr/>
        </p:nvCxnSpPr>
        <p:spPr>
          <a:xfrm>
            <a:off x="14180114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矢印コネクタ 196">
            <a:extLst>
              <a:ext uri="{FF2B5EF4-FFF2-40B4-BE49-F238E27FC236}">
                <a16:creationId xmlns:a16="http://schemas.microsoft.com/office/drawing/2014/main" id="{19694662-AE0E-2F95-63F2-851C6FF98419}"/>
              </a:ext>
            </a:extLst>
          </p:cNvPr>
          <p:cNvCxnSpPr>
            <a:cxnSpLocks/>
          </p:cNvCxnSpPr>
          <p:nvPr/>
        </p:nvCxnSpPr>
        <p:spPr>
          <a:xfrm>
            <a:off x="12805122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矢印コネクタ 197">
            <a:extLst>
              <a:ext uri="{FF2B5EF4-FFF2-40B4-BE49-F238E27FC236}">
                <a16:creationId xmlns:a16="http://schemas.microsoft.com/office/drawing/2014/main" id="{C72F2842-3524-58F6-1228-D7999B8FA531}"/>
              </a:ext>
            </a:extLst>
          </p:cNvPr>
          <p:cNvCxnSpPr>
            <a:cxnSpLocks/>
          </p:cNvCxnSpPr>
          <p:nvPr/>
        </p:nvCxnSpPr>
        <p:spPr>
          <a:xfrm>
            <a:off x="14180114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矢印コネクタ 198">
            <a:extLst>
              <a:ext uri="{FF2B5EF4-FFF2-40B4-BE49-F238E27FC236}">
                <a16:creationId xmlns:a16="http://schemas.microsoft.com/office/drawing/2014/main" id="{8AF435E4-C763-895D-87CC-C12F461930D3}"/>
              </a:ext>
            </a:extLst>
          </p:cNvPr>
          <p:cNvCxnSpPr>
            <a:cxnSpLocks/>
          </p:cNvCxnSpPr>
          <p:nvPr/>
        </p:nvCxnSpPr>
        <p:spPr>
          <a:xfrm flipH="1">
            <a:off x="14611082" y="1796549"/>
            <a:ext cx="4514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矢印コネクタ 199">
            <a:extLst>
              <a:ext uri="{FF2B5EF4-FFF2-40B4-BE49-F238E27FC236}">
                <a16:creationId xmlns:a16="http://schemas.microsoft.com/office/drawing/2014/main" id="{3D1BFF60-4B38-2BF9-1574-CB1FFC14B2F1}"/>
              </a:ext>
            </a:extLst>
          </p:cNvPr>
          <p:cNvCxnSpPr>
            <a:cxnSpLocks/>
            <a:endCxn id="194" idx="3"/>
          </p:cNvCxnSpPr>
          <p:nvPr/>
        </p:nvCxnSpPr>
        <p:spPr>
          <a:xfrm flipH="1">
            <a:off x="14611082" y="3450592"/>
            <a:ext cx="45149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矢印コネクタ 200">
            <a:extLst>
              <a:ext uri="{FF2B5EF4-FFF2-40B4-BE49-F238E27FC236}">
                <a16:creationId xmlns:a16="http://schemas.microsoft.com/office/drawing/2014/main" id="{FAB6D1FA-74BC-A1F2-5820-111A45307889}"/>
              </a:ext>
            </a:extLst>
          </p:cNvPr>
          <p:cNvCxnSpPr>
            <a:cxnSpLocks/>
          </p:cNvCxnSpPr>
          <p:nvPr/>
        </p:nvCxnSpPr>
        <p:spPr>
          <a:xfrm flipV="1">
            <a:off x="15038875" y="1796549"/>
            <a:ext cx="0" cy="165404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テキスト ボックス 201">
            <a:extLst>
              <a:ext uri="{FF2B5EF4-FFF2-40B4-BE49-F238E27FC236}">
                <a16:creationId xmlns:a16="http://schemas.microsoft.com/office/drawing/2014/main" id="{975FFC9A-D5E4-121D-9DE6-D315AC212B06}"/>
              </a:ext>
            </a:extLst>
          </p:cNvPr>
          <p:cNvSpPr txBox="1"/>
          <p:nvPr/>
        </p:nvSpPr>
        <p:spPr>
          <a:xfrm>
            <a:off x="12429039" y="1340768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B</a:t>
            </a:r>
            <a:endParaRPr kumimoji="1" lang="ja-JP" altLang="en-US" sz="1400" dirty="0"/>
          </a:p>
        </p:txBody>
      </p:sp>
      <p:sp>
        <p:nvSpPr>
          <p:cNvPr id="203" name="テキスト ボックス 202">
            <a:extLst>
              <a:ext uri="{FF2B5EF4-FFF2-40B4-BE49-F238E27FC236}">
                <a16:creationId xmlns:a16="http://schemas.microsoft.com/office/drawing/2014/main" id="{75A50E56-8632-1837-F8F1-D758EF77B73D}"/>
              </a:ext>
            </a:extLst>
          </p:cNvPr>
          <p:cNvSpPr txBox="1"/>
          <p:nvPr/>
        </p:nvSpPr>
        <p:spPr>
          <a:xfrm>
            <a:off x="13804031" y="1350170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C</a:t>
            </a:r>
            <a:endParaRPr kumimoji="1" lang="ja-JP" altLang="en-US" sz="1400" dirty="0"/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A4E0A04C-FD76-6AD0-3924-41B73242C24B}"/>
              </a:ext>
            </a:extLst>
          </p:cNvPr>
          <p:cNvSpPr txBox="1"/>
          <p:nvPr/>
        </p:nvSpPr>
        <p:spPr>
          <a:xfrm>
            <a:off x="11054046" y="1350170"/>
            <a:ext cx="84805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A</a:t>
            </a:r>
            <a:endParaRPr kumimoji="1" lang="ja-JP" altLang="en-US" sz="1400" dirty="0"/>
          </a:p>
        </p:txBody>
      </p:sp>
      <p:grpSp>
        <p:nvGrpSpPr>
          <p:cNvPr id="205" name="グループ化 204">
            <a:extLst>
              <a:ext uri="{FF2B5EF4-FFF2-40B4-BE49-F238E27FC236}">
                <a16:creationId xmlns:a16="http://schemas.microsoft.com/office/drawing/2014/main" id="{2964D24D-4904-03E5-AFAF-C54B801BD7E9}"/>
              </a:ext>
            </a:extLst>
          </p:cNvPr>
          <p:cNvGrpSpPr/>
          <p:nvPr/>
        </p:nvGrpSpPr>
        <p:grpSpPr>
          <a:xfrm>
            <a:off x="11371376" y="4462627"/>
            <a:ext cx="593467" cy="393151"/>
            <a:chOff x="1847528" y="1700808"/>
            <a:chExt cx="1512168" cy="1001756"/>
          </a:xfrm>
        </p:grpSpPr>
        <p:sp>
          <p:nvSpPr>
            <p:cNvPr id="206" name="楕円 205">
              <a:extLst>
                <a:ext uri="{FF2B5EF4-FFF2-40B4-BE49-F238E27FC236}">
                  <a16:creationId xmlns:a16="http://schemas.microsoft.com/office/drawing/2014/main" id="{12183C7B-D99E-7D54-DE28-50BD1E75D00C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07" name="楕円 206">
              <a:extLst>
                <a:ext uri="{FF2B5EF4-FFF2-40B4-BE49-F238E27FC236}">
                  <a16:creationId xmlns:a16="http://schemas.microsoft.com/office/drawing/2014/main" id="{05DB7A3D-E416-D99B-8B5A-B2FF55F1CEB1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08" name="二等辺三角形 207">
              <a:extLst>
                <a:ext uri="{FF2B5EF4-FFF2-40B4-BE49-F238E27FC236}">
                  <a16:creationId xmlns:a16="http://schemas.microsoft.com/office/drawing/2014/main" id="{3B71F564-3D01-4D3D-DD51-C68754AE9690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209" name="テキスト ボックス 208">
            <a:extLst>
              <a:ext uri="{FF2B5EF4-FFF2-40B4-BE49-F238E27FC236}">
                <a16:creationId xmlns:a16="http://schemas.microsoft.com/office/drawing/2014/main" id="{7F3FB8C8-9081-566B-79B7-C827DA9B34EA}"/>
              </a:ext>
            </a:extLst>
          </p:cNvPr>
          <p:cNvSpPr txBox="1"/>
          <p:nvPr/>
        </p:nvSpPr>
        <p:spPr>
          <a:xfrm>
            <a:off x="11878583" y="4635159"/>
            <a:ext cx="95404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Other staff</a:t>
            </a:r>
            <a:endParaRPr kumimoji="1" lang="ja-JP" altLang="en-US" sz="1400" dirty="0"/>
          </a:p>
        </p:txBody>
      </p:sp>
      <p:cxnSp>
        <p:nvCxnSpPr>
          <p:cNvPr id="210" name="直線矢印コネクタ 209">
            <a:extLst>
              <a:ext uri="{FF2B5EF4-FFF2-40B4-BE49-F238E27FC236}">
                <a16:creationId xmlns:a16="http://schemas.microsoft.com/office/drawing/2014/main" id="{F2011CE8-09C0-AF3F-1DFB-926C99983AB8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12374154" y="3767322"/>
            <a:ext cx="205223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EF227C34-FF4A-085A-E123-C640B773828C}"/>
              </a:ext>
            </a:extLst>
          </p:cNvPr>
          <p:cNvSpPr/>
          <p:nvPr/>
        </p:nvSpPr>
        <p:spPr>
          <a:xfrm>
            <a:off x="10999162" y="3984952"/>
            <a:ext cx="1374991" cy="26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Ask for help</a:t>
            </a:r>
            <a:endParaRPr kumimoji="1" lang="ja-JP" altLang="en-US" sz="1600" dirty="0"/>
          </a:p>
        </p:txBody>
      </p:sp>
      <p:cxnSp>
        <p:nvCxnSpPr>
          <p:cNvPr id="212" name="直線矢印コネクタ 211">
            <a:extLst>
              <a:ext uri="{FF2B5EF4-FFF2-40B4-BE49-F238E27FC236}">
                <a16:creationId xmlns:a16="http://schemas.microsoft.com/office/drawing/2014/main" id="{2BFEC7DF-3EBC-8CA5-8F34-A22E86F03B53}"/>
              </a:ext>
            </a:extLst>
          </p:cNvPr>
          <p:cNvCxnSpPr>
            <a:cxnSpLocks/>
          </p:cNvCxnSpPr>
          <p:nvPr/>
        </p:nvCxnSpPr>
        <p:spPr>
          <a:xfrm>
            <a:off x="11668110" y="4225915"/>
            <a:ext cx="0" cy="218275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正方形/長方形 212">
            <a:extLst>
              <a:ext uri="{FF2B5EF4-FFF2-40B4-BE49-F238E27FC236}">
                <a16:creationId xmlns:a16="http://schemas.microsoft.com/office/drawing/2014/main" id="{19A73315-85B7-8A3E-8A08-22A9BD36C07F}"/>
              </a:ext>
            </a:extLst>
          </p:cNvPr>
          <p:cNvSpPr/>
          <p:nvPr/>
        </p:nvSpPr>
        <p:spPr>
          <a:xfrm>
            <a:off x="10958120" y="2950421"/>
            <a:ext cx="1416034" cy="363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257F90B9-23E6-2F59-F028-881F4E9505B4}"/>
              </a:ext>
            </a:extLst>
          </p:cNvPr>
          <p:cNvSpPr/>
          <p:nvPr/>
        </p:nvSpPr>
        <p:spPr>
          <a:xfrm>
            <a:off x="11491697" y="3585689"/>
            <a:ext cx="882458" cy="3632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Explain</a:t>
            </a:r>
            <a:endParaRPr kumimoji="1" lang="ja-JP" altLang="en-US" sz="1600" dirty="0"/>
          </a:p>
        </p:txBody>
      </p:sp>
      <p:cxnSp>
        <p:nvCxnSpPr>
          <p:cNvPr id="215" name="直線矢印コネクタ 214">
            <a:extLst>
              <a:ext uri="{FF2B5EF4-FFF2-40B4-BE49-F238E27FC236}">
                <a16:creationId xmlns:a16="http://schemas.microsoft.com/office/drawing/2014/main" id="{53EA20C2-982B-E7DE-9E32-AC819E7D1D12}"/>
              </a:ext>
            </a:extLst>
          </p:cNvPr>
          <p:cNvCxnSpPr>
            <a:cxnSpLocks/>
          </p:cNvCxnSpPr>
          <p:nvPr/>
        </p:nvCxnSpPr>
        <p:spPr>
          <a:xfrm>
            <a:off x="11218863" y="3313615"/>
            <a:ext cx="0" cy="67133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矢印コネクタ 215">
            <a:extLst>
              <a:ext uri="{FF2B5EF4-FFF2-40B4-BE49-F238E27FC236}">
                <a16:creationId xmlns:a16="http://schemas.microsoft.com/office/drawing/2014/main" id="{A6EAD601-AC8F-A898-6138-D35CBB4CD32D}"/>
              </a:ext>
            </a:extLst>
          </p:cNvPr>
          <p:cNvCxnSpPr>
            <a:cxnSpLocks/>
            <a:endCxn id="214" idx="0"/>
          </p:cNvCxnSpPr>
          <p:nvPr/>
        </p:nvCxnSpPr>
        <p:spPr>
          <a:xfrm>
            <a:off x="11932926" y="3313615"/>
            <a:ext cx="0" cy="27207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線矢印コネクタ 216">
            <a:extLst>
              <a:ext uri="{FF2B5EF4-FFF2-40B4-BE49-F238E27FC236}">
                <a16:creationId xmlns:a16="http://schemas.microsoft.com/office/drawing/2014/main" id="{88D2C66D-05B1-AC7F-8BE5-EA031856D392}"/>
              </a:ext>
            </a:extLst>
          </p:cNvPr>
          <p:cNvCxnSpPr>
            <a:cxnSpLocks/>
          </p:cNvCxnSpPr>
          <p:nvPr/>
        </p:nvCxnSpPr>
        <p:spPr>
          <a:xfrm>
            <a:off x="12579377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矢印コネクタ 217">
            <a:extLst>
              <a:ext uri="{FF2B5EF4-FFF2-40B4-BE49-F238E27FC236}">
                <a16:creationId xmlns:a16="http://schemas.microsoft.com/office/drawing/2014/main" id="{3AABF9CE-617D-91B7-5FD8-599F6273D802}"/>
              </a:ext>
            </a:extLst>
          </p:cNvPr>
          <p:cNvCxnSpPr>
            <a:cxnSpLocks/>
          </p:cNvCxnSpPr>
          <p:nvPr/>
        </p:nvCxnSpPr>
        <p:spPr>
          <a:xfrm>
            <a:off x="13954369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矢印コネクタ 218">
            <a:extLst>
              <a:ext uri="{FF2B5EF4-FFF2-40B4-BE49-F238E27FC236}">
                <a16:creationId xmlns:a16="http://schemas.microsoft.com/office/drawing/2014/main" id="{55FA976E-BCAD-0D92-A686-379ECAEE4F45}"/>
              </a:ext>
            </a:extLst>
          </p:cNvPr>
          <p:cNvCxnSpPr>
            <a:cxnSpLocks/>
          </p:cNvCxnSpPr>
          <p:nvPr/>
        </p:nvCxnSpPr>
        <p:spPr>
          <a:xfrm>
            <a:off x="11253305" y="1979439"/>
            <a:ext cx="0" cy="350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矢印コネクタ 219">
            <a:extLst>
              <a:ext uri="{FF2B5EF4-FFF2-40B4-BE49-F238E27FC236}">
                <a16:creationId xmlns:a16="http://schemas.microsoft.com/office/drawing/2014/main" id="{7321C429-5E9A-A432-BE70-B617B5B64F4B}"/>
              </a:ext>
            </a:extLst>
          </p:cNvPr>
          <p:cNvCxnSpPr>
            <a:cxnSpLocks/>
          </p:cNvCxnSpPr>
          <p:nvPr/>
        </p:nvCxnSpPr>
        <p:spPr>
          <a:xfrm>
            <a:off x="11286474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矢印コネクタ 220">
            <a:extLst>
              <a:ext uri="{FF2B5EF4-FFF2-40B4-BE49-F238E27FC236}">
                <a16:creationId xmlns:a16="http://schemas.microsoft.com/office/drawing/2014/main" id="{84C04E20-856A-ABA6-DA6F-C1D431508399}"/>
              </a:ext>
            </a:extLst>
          </p:cNvPr>
          <p:cNvCxnSpPr>
            <a:cxnSpLocks/>
          </p:cNvCxnSpPr>
          <p:nvPr/>
        </p:nvCxnSpPr>
        <p:spPr>
          <a:xfrm>
            <a:off x="11669651" y="2779600"/>
            <a:ext cx="0" cy="166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06257899-0902-48A0-2FE1-DD09ED2E2CC0}"/>
              </a:ext>
            </a:extLst>
          </p:cNvPr>
          <p:cNvCxnSpPr>
            <a:cxnSpLocks/>
          </p:cNvCxnSpPr>
          <p:nvPr/>
        </p:nvCxnSpPr>
        <p:spPr>
          <a:xfrm>
            <a:off x="12066320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8622D363-006C-2C60-92D7-013E7923EE7B}"/>
              </a:ext>
            </a:extLst>
          </p:cNvPr>
          <p:cNvSpPr/>
          <p:nvPr/>
        </p:nvSpPr>
        <p:spPr>
          <a:xfrm>
            <a:off x="15350608" y="2324105"/>
            <a:ext cx="3739830" cy="533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                                               ,</a:t>
            </a:r>
            <a:endParaRPr kumimoji="1" lang="ja-JP" altLang="en-US" sz="1600" dirty="0"/>
          </a:p>
        </p:txBody>
      </p:sp>
      <p:grpSp>
        <p:nvGrpSpPr>
          <p:cNvPr id="224" name="グループ化 223">
            <a:extLst>
              <a:ext uri="{FF2B5EF4-FFF2-40B4-BE49-F238E27FC236}">
                <a16:creationId xmlns:a16="http://schemas.microsoft.com/office/drawing/2014/main" id="{A41483F3-D36B-34B7-F2FD-FAE86D18ABF2}"/>
              </a:ext>
            </a:extLst>
          </p:cNvPr>
          <p:cNvGrpSpPr/>
          <p:nvPr/>
        </p:nvGrpSpPr>
        <p:grpSpPr>
          <a:xfrm rot="10800000">
            <a:off x="16766642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225" name="楕円 224">
              <a:extLst>
                <a:ext uri="{FF2B5EF4-FFF2-40B4-BE49-F238E27FC236}">
                  <a16:creationId xmlns:a16="http://schemas.microsoft.com/office/drawing/2014/main" id="{5ADFCD98-B9F0-4602-CB81-12A6076BF364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26" name="楕円 225">
              <a:extLst>
                <a:ext uri="{FF2B5EF4-FFF2-40B4-BE49-F238E27FC236}">
                  <a16:creationId xmlns:a16="http://schemas.microsoft.com/office/drawing/2014/main" id="{1A8319CB-2EE8-6BA9-4BD7-A28660C5299C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27" name="二等辺三角形 226">
              <a:extLst>
                <a:ext uri="{FF2B5EF4-FFF2-40B4-BE49-F238E27FC236}">
                  <a16:creationId xmlns:a16="http://schemas.microsoft.com/office/drawing/2014/main" id="{2251A09B-A35C-26D2-E1FA-D7EFAB4E3346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228" name="グループ化 227">
            <a:extLst>
              <a:ext uri="{FF2B5EF4-FFF2-40B4-BE49-F238E27FC236}">
                <a16:creationId xmlns:a16="http://schemas.microsoft.com/office/drawing/2014/main" id="{CB19F825-F623-F370-537C-3209F727BBF3}"/>
              </a:ext>
            </a:extLst>
          </p:cNvPr>
          <p:cNvGrpSpPr/>
          <p:nvPr/>
        </p:nvGrpSpPr>
        <p:grpSpPr>
          <a:xfrm rot="10800000">
            <a:off x="15391650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229" name="楕円 228">
              <a:extLst>
                <a:ext uri="{FF2B5EF4-FFF2-40B4-BE49-F238E27FC236}">
                  <a16:creationId xmlns:a16="http://schemas.microsoft.com/office/drawing/2014/main" id="{19512D40-082E-D920-9BC8-ACC067F68301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30" name="楕円 229">
              <a:extLst>
                <a:ext uri="{FF2B5EF4-FFF2-40B4-BE49-F238E27FC236}">
                  <a16:creationId xmlns:a16="http://schemas.microsoft.com/office/drawing/2014/main" id="{5DBECAF0-FD5B-8C66-28D6-9FAD72E90B7A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31" name="二等辺三角形 230">
              <a:extLst>
                <a:ext uri="{FF2B5EF4-FFF2-40B4-BE49-F238E27FC236}">
                  <a16:creationId xmlns:a16="http://schemas.microsoft.com/office/drawing/2014/main" id="{A8ADDBBE-2AF3-9A85-BAF4-D0C1B9B1C0EA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grpSp>
        <p:nvGrpSpPr>
          <p:cNvPr id="232" name="グループ化 231">
            <a:extLst>
              <a:ext uri="{FF2B5EF4-FFF2-40B4-BE49-F238E27FC236}">
                <a16:creationId xmlns:a16="http://schemas.microsoft.com/office/drawing/2014/main" id="{D8E19FF0-29BF-9968-5614-19E5B7E5037F}"/>
              </a:ext>
            </a:extLst>
          </p:cNvPr>
          <p:cNvGrpSpPr/>
          <p:nvPr/>
        </p:nvGrpSpPr>
        <p:grpSpPr>
          <a:xfrm rot="10800000">
            <a:off x="18141635" y="1613661"/>
            <a:ext cx="861935" cy="571001"/>
            <a:chOff x="1847528" y="1700808"/>
            <a:chExt cx="1512168" cy="1001756"/>
          </a:xfrm>
          <a:solidFill>
            <a:srgbClr val="C00000"/>
          </a:solidFill>
        </p:grpSpPr>
        <p:sp>
          <p:nvSpPr>
            <p:cNvPr id="233" name="楕円 232">
              <a:extLst>
                <a:ext uri="{FF2B5EF4-FFF2-40B4-BE49-F238E27FC236}">
                  <a16:creationId xmlns:a16="http://schemas.microsoft.com/office/drawing/2014/main" id="{BDBC681D-0456-1DB7-A9F8-69FA38B1F61E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34" name="楕円 233">
              <a:extLst>
                <a:ext uri="{FF2B5EF4-FFF2-40B4-BE49-F238E27FC236}">
                  <a16:creationId xmlns:a16="http://schemas.microsoft.com/office/drawing/2014/main" id="{28E6CBBD-BCAA-A902-72BA-F45332AB4466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35" name="二等辺三角形 234">
              <a:extLst>
                <a:ext uri="{FF2B5EF4-FFF2-40B4-BE49-F238E27FC236}">
                  <a16:creationId xmlns:a16="http://schemas.microsoft.com/office/drawing/2014/main" id="{97ED00AB-D936-A3A0-C717-564E7AF0EFF8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CEDA0A4B-4056-E4C9-317B-252B18B07E6A}"/>
              </a:ext>
            </a:extLst>
          </p:cNvPr>
          <p:cNvSpPr/>
          <p:nvPr/>
        </p:nvSpPr>
        <p:spPr>
          <a:xfrm>
            <a:off x="16766642" y="2404573"/>
            <a:ext cx="2236928" cy="36577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Observe</a:t>
            </a:r>
            <a:endParaRPr kumimoji="1" lang="ja-JP" altLang="en-US" sz="1600" dirty="0"/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639AF642-29A3-EEC5-CE16-3E61187C0E48}"/>
              </a:ext>
            </a:extLst>
          </p:cNvPr>
          <p:cNvSpPr/>
          <p:nvPr/>
        </p:nvSpPr>
        <p:spPr>
          <a:xfrm>
            <a:off x="16971865" y="2950420"/>
            <a:ext cx="2031705" cy="100034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cxnSp>
        <p:nvCxnSpPr>
          <p:cNvPr id="238" name="直線矢印コネクタ 237">
            <a:extLst>
              <a:ext uri="{FF2B5EF4-FFF2-40B4-BE49-F238E27FC236}">
                <a16:creationId xmlns:a16="http://schemas.microsoft.com/office/drawing/2014/main" id="{A96489E4-87A8-D16D-7901-B3D320A9EF82}"/>
              </a:ext>
            </a:extLst>
          </p:cNvPr>
          <p:cNvCxnSpPr>
            <a:cxnSpLocks/>
            <a:stCxn id="227" idx="0"/>
          </p:cNvCxnSpPr>
          <p:nvPr/>
        </p:nvCxnSpPr>
        <p:spPr>
          <a:xfrm>
            <a:off x="17197610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線矢印コネクタ 238">
            <a:extLst>
              <a:ext uri="{FF2B5EF4-FFF2-40B4-BE49-F238E27FC236}">
                <a16:creationId xmlns:a16="http://schemas.microsoft.com/office/drawing/2014/main" id="{A43D4137-3642-9BED-0C29-64C830BDF95B}"/>
              </a:ext>
            </a:extLst>
          </p:cNvPr>
          <p:cNvCxnSpPr>
            <a:cxnSpLocks/>
            <a:stCxn id="235" idx="0"/>
          </p:cNvCxnSpPr>
          <p:nvPr/>
        </p:nvCxnSpPr>
        <p:spPr>
          <a:xfrm>
            <a:off x="18572602" y="2184661"/>
            <a:ext cx="0" cy="290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線矢印コネクタ 239">
            <a:extLst>
              <a:ext uri="{FF2B5EF4-FFF2-40B4-BE49-F238E27FC236}">
                <a16:creationId xmlns:a16="http://schemas.microsoft.com/office/drawing/2014/main" id="{A945F53B-9172-714A-BBEA-470A3153E6D6}"/>
              </a:ext>
            </a:extLst>
          </p:cNvPr>
          <p:cNvCxnSpPr>
            <a:cxnSpLocks/>
          </p:cNvCxnSpPr>
          <p:nvPr/>
        </p:nvCxnSpPr>
        <p:spPr>
          <a:xfrm>
            <a:off x="17197610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線矢印コネクタ 240">
            <a:extLst>
              <a:ext uri="{FF2B5EF4-FFF2-40B4-BE49-F238E27FC236}">
                <a16:creationId xmlns:a16="http://schemas.microsoft.com/office/drawing/2014/main" id="{27FA3438-F843-B0C3-D32B-98820E943D62}"/>
              </a:ext>
            </a:extLst>
          </p:cNvPr>
          <p:cNvCxnSpPr>
            <a:cxnSpLocks/>
          </p:cNvCxnSpPr>
          <p:nvPr/>
        </p:nvCxnSpPr>
        <p:spPr>
          <a:xfrm>
            <a:off x="18572602" y="2770351"/>
            <a:ext cx="0" cy="204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矢印コネクタ 241">
            <a:extLst>
              <a:ext uri="{FF2B5EF4-FFF2-40B4-BE49-F238E27FC236}">
                <a16:creationId xmlns:a16="http://schemas.microsoft.com/office/drawing/2014/main" id="{9F8B668E-BBE6-7EB9-41B4-6374DFE3C404}"/>
              </a:ext>
            </a:extLst>
          </p:cNvPr>
          <p:cNvCxnSpPr>
            <a:cxnSpLocks/>
          </p:cNvCxnSpPr>
          <p:nvPr/>
        </p:nvCxnSpPr>
        <p:spPr>
          <a:xfrm flipH="1">
            <a:off x="19003570" y="1796549"/>
            <a:ext cx="4514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線矢印コネクタ 242">
            <a:extLst>
              <a:ext uri="{FF2B5EF4-FFF2-40B4-BE49-F238E27FC236}">
                <a16:creationId xmlns:a16="http://schemas.microsoft.com/office/drawing/2014/main" id="{BFAE7273-9F8C-4BE0-F563-D9A6FF7817F7}"/>
              </a:ext>
            </a:extLst>
          </p:cNvPr>
          <p:cNvCxnSpPr>
            <a:cxnSpLocks/>
            <a:endCxn id="237" idx="3"/>
          </p:cNvCxnSpPr>
          <p:nvPr/>
        </p:nvCxnSpPr>
        <p:spPr>
          <a:xfrm flipH="1">
            <a:off x="19003570" y="3450592"/>
            <a:ext cx="45149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線矢印コネクタ 243">
            <a:extLst>
              <a:ext uri="{FF2B5EF4-FFF2-40B4-BE49-F238E27FC236}">
                <a16:creationId xmlns:a16="http://schemas.microsoft.com/office/drawing/2014/main" id="{25DA2762-A0E3-2B8C-7DD1-DD2C7AFDF577}"/>
              </a:ext>
            </a:extLst>
          </p:cNvPr>
          <p:cNvCxnSpPr>
            <a:cxnSpLocks/>
          </p:cNvCxnSpPr>
          <p:nvPr/>
        </p:nvCxnSpPr>
        <p:spPr>
          <a:xfrm flipV="1">
            <a:off x="19431363" y="1796549"/>
            <a:ext cx="0" cy="165404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E505421F-B059-7C59-3D36-3933F9E7C6DF}"/>
              </a:ext>
            </a:extLst>
          </p:cNvPr>
          <p:cNvSpPr txBox="1"/>
          <p:nvPr/>
        </p:nvSpPr>
        <p:spPr>
          <a:xfrm>
            <a:off x="16821527" y="1340768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B</a:t>
            </a:r>
            <a:endParaRPr kumimoji="1" lang="ja-JP" altLang="en-US" sz="1400" dirty="0"/>
          </a:p>
        </p:txBody>
      </p:sp>
      <p:sp>
        <p:nvSpPr>
          <p:cNvPr id="246" name="テキスト ボックス 245">
            <a:extLst>
              <a:ext uri="{FF2B5EF4-FFF2-40B4-BE49-F238E27FC236}">
                <a16:creationId xmlns:a16="http://schemas.microsoft.com/office/drawing/2014/main" id="{5FC762AF-6A17-CC1D-4F17-0182D286F3D2}"/>
              </a:ext>
            </a:extLst>
          </p:cNvPr>
          <p:cNvSpPr txBox="1"/>
          <p:nvPr/>
        </p:nvSpPr>
        <p:spPr>
          <a:xfrm>
            <a:off x="18196519" y="1350170"/>
            <a:ext cx="848309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C</a:t>
            </a:r>
            <a:endParaRPr kumimoji="1" lang="ja-JP" altLang="en-US" sz="1400" dirty="0"/>
          </a:p>
        </p:txBody>
      </p:sp>
      <p:sp>
        <p:nvSpPr>
          <p:cNvPr id="247" name="テキスト ボックス 246">
            <a:extLst>
              <a:ext uri="{FF2B5EF4-FFF2-40B4-BE49-F238E27FC236}">
                <a16:creationId xmlns:a16="http://schemas.microsoft.com/office/drawing/2014/main" id="{DDDE73A8-B862-2EB6-B136-FFFAF8558273}"/>
              </a:ext>
            </a:extLst>
          </p:cNvPr>
          <p:cNvSpPr txBox="1"/>
          <p:nvPr/>
        </p:nvSpPr>
        <p:spPr>
          <a:xfrm>
            <a:off x="15446534" y="1350170"/>
            <a:ext cx="84805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Patient A</a:t>
            </a:r>
            <a:endParaRPr kumimoji="1" lang="ja-JP" altLang="en-US" sz="1400" dirty="0"/>
          </a:p>
        </p:txBody>
      </p:sp>
      <p:grpSp>
        <p:nvGrpSpPr>
          <p:cNvPr id="248" name="グループ化 247">
            <a:extLst>
              <a:ext uri="{FF2B5EF4-FFF2-40B4-BE49-F238E27FC236}">
                <a16:creationId xmlns:a16="http://schemas.microsoft.com/office/drawing/2014/main" id="{CBAC08A2-2866-B010-831E-DBD1DA3CB7AC}"/>
              </a:ext>
            </a:extLst>
          </p:cNvPr>
          <p:cNvGrpSpPr/>
          <p:nvPr/>
        </p:nvGrpSpPr>
        <p:grpSpPr>
          <a:xfrm>
            <a:off x="15763864" y="4462627"/>
            <a:ext cx="593467" cy="393151"/>
            <a:chOff x="1847528" y="1700808"/>
            <a:chExt cx="1512168" cy="1001756"/>
          </a:xfrm>
        </p:grpSpPr>
        <p:sp>
          <p:nvSpPr>
            <p:cNvPr id="249" name="楕円 248">
              <a:extLst>
                <a:ext uri="{FF2B5EF4-FFF2-40B4-BE49-F238E27FC236}">
                  <a16:creationId xmlns:a16="http://schemas.microsoft.com/office/drawing/2014/main" id="{7B8B41C7-0F32-8D41-E212-E45B51BB518F}"/>
                </a:ext>
              </a:extLst>
            </p:cNvPr>
            <p:cNvSpPr/>
            <p:nvPr/>
          </p:nvSpPr>
          <p:spPr>
            <a:xfrm>
              <a:off x="1847528" y="2060848"/>
              <a:ext cx="151216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50" name="楕円 249">
              <a:extLst>
                <a:ext uri="{FF2B5EF4-FFF2-40B4-BE49-F238E27FC236}">
                  <a16:creationId xmlns:a16="http://schemas.microsoft.com/office/drawing/2014/main" id="{5461DF98-D418-BCC8-89F6-E0CEC54C647E}"/>
                </a:ext>
              </a:extLst>
            </p:cNvPr>
            <p:cNvSpPr/>
            <p:nvPr/>
          </p:nvSpPr>
          <p:spPr>
            <a:xfrm>
              <a:off x="2207568" y="2060848"/>
              <a:ext cx="792088" cy="641716"/>
            </a:xfrm>
            <a:prstGeom prst="ellips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  <p:sp>
          <p:nvSpPr>
            <p:cNvPr id="251" name="二等辺三角形 250">
              <a:extLst>
                <a:ext uri="{FF2B5EF4-FFF2-40B4-BE49-F238E27FC236}">
                  <a16:creationId xmlns:a16="http://schemas.microsoft.com/office/drawing/2014/main" id="{2B466915-2DBE-BA16-DF99-5D553FC72095}"/>
                </a:ext>
              </a:extLst>
            </p:cNvPr>
            <p:cNvSpPr/>
            <p:nvPr/>
          </p:nvSpPr>
          <p:spPr>
            <a:xfrm>
              <a:off x="2495600" y="1700808"/>
              <a:ext cx="216024" cy="360040"/>
            </a:xfrm>
            <a:prstGeom prst="triangle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100"/>
            </a:p>
          </p:txBody>
        </p:sp>
      </p:grpSp>
      <p:sp>
        <p:nvSpPr>
          <p:cNvPr id="252" name="テキスト ボックス 251">
            <a:extLst>
              <a:ext uri="{FF2B5EF4-FFF2-40B4-BE49-F238E27FC236}">
                <a16:creationId xmlns:a16="http://schemas.microsoft.com/office/drawing/2014/main" id="{1B9AAB68-C6A5-315E-55B1-93AC82B44C71}"/>
              </a:ext>
            </a:extLst>
          </p:cNvPr>
          <p:cNvSpPr txBox="1"/>
          <p:nvPr/>
        </p:nvSpPr>
        <p:spPr>
          <a:xfrm>
            <a:off x="16271071" y="4635159"/>
            <a:ext cx="954043" cy="30777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Other staff</a:t>
            </a:r>
            <a:endParaRPr kumimoji="1" lang="ja-JP" altLang="en-US" sz="1400" dirty="0"/>
          </a:p>
        </p:txBody>
      </p:sp>
      <p:cxnSp>
        <p:nvCxnSpPr>
          <p:cNvPr id="253" name="直線矢印コネクタ 252">
            <a:extLst>
              <a:ext uri="{FF2B5EF4-FFF2-40B4-BE49-F238E27FC236}">
                <a16:creationId xmlns:a16="http://schemas.microsoft.com/office/drawing/2014/main" id="{7C8ABE24-E630-9524-AEE8-7BC3CDCB85BD}"/>
              </a:ext>
            </a:extLst>
          </p:cNvPr>
          <p:cNvCxnSpPr>
            <a:cxnSpLocks/>
            <a:stCxn id="257" idx="3"/>
          </p:cNvCxnSpPr>
          <p:nvPr/>
        </p:nvCxnSpPr>
        <p:spPr>
          <a:xfrm>
            <a:off x="16766642" y="3767322"/>
            <a:ext cx="205223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66000E75-7DF8-8BB7-6ED7-476B48F61F16}"/>
              </a:ext>
            </a:extLst>
          </p:cNvPr>
          <p:cNvSpPr/>
          <p:nvPr/>
        </p:nvSpPr>
        <p:spPr>
          <a:xfrm>
            <a:off x="15391650" y="3984952"/>
            <a:ext cx="1374991" cy="26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Ask for help</a:t>
            </a:r>
            <a:endParaRPr kumimoji="1" lang="ja-JP" altLang="en-US" sz="1600" dirty="0"/>
          </a:p>
        </p:txBody>
      </p:sp>
      <p:cxnSp>
        <p:nvCxnSpPr>
          <p:cNvPr id="255" name="直線矢印コネクタ 254">
            <a:extLst>
              <a:ext uri="{FF2B5EF4-FFF2-40B4-BE49-F238E27FC236}">
                <a16:creationId xmlns:a16="http://schemas.microsoft.com/office/drawing/2014/main" id="{9B875105-ABD4-5F27-4D9D-24D5EECB69AD}"/>
              </a:ext>
            </a:extLst>
          </p:cNvPr>
          <p:cNvCxnSpPr>
            <a:cxnSpLocks/>
          </p:cNvCxnSpPr>
          <p:nvPr/>
        </p:nvCxnSpPr>
        <p:spPr>
          <a:xfrm>
            <a:off x="16060598" y="4225915"/>
            <a:ext cx="0" cy="218275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6613E58E-9EE0-F9FC-33A2-2FA0763FF969}"/>
              </a:ext>
            </a:extLst>
          </p:cNvPr>
          <p:cNvSpPr/>
          <p:nvPr/>
        </p:nvSpPr>
        <p:spPr>
          <a:xfrm>
            <a:off x="15350608" y="2950421"/>
            <a:ext cx="1416034" cy="3632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Evaluate risk</a:t>
            </a:r>
            <a:endParaRPr kumimoji="1" lang="ja-JP" altLang="en-US" sz="1600" dirty="0"/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BE74AD01-9F0C-9475-791D-CE977FBB2C8D}"/>
              </a:ext>
            </a:extLst>
          </p:cNvPr>
          <p:cNvSpPr/>
          <p:nvPr/>
        </p:nvSpPr>
        <p:spPr>
          <a:xfrm>
            <a:off x="15884185" y="3585689"/>
            <a:ext cx="882458" cy="3632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Explain</a:t>
            </a:r>
            <a:endParaRPr kumimoji="1" lang="ja-JP" altLang="en-US" sz="1600" dirty="0"/>
          </a:p>
        </p:txBody>
      </p:sp>
      <p:cxnSp>
        <p:nvCxnSpPr>
          <p:cNvPr id="258" name="直線矢印コネクタ 257">
            <a:extLst>
              <a:ext uri="{FF2B5EF4-FFF2-40B4-BE49-F238E27FC236}">
                <a16:creationId xmlns:a16="http://schemas.microsoft.com/office/drawing/2014/main" id="{756BEA67-64DB-719D-F167-F4EB21A446A9}"/>
              </a:ext>
            </a:extLst>
          </p:cNvPr>
          <p:cNvCxnSpPr>
            <a:cxnSpLocks/>
          </p:cNvCxnSpPr>
          <p:nvPr/>
        </p:nvCxnSpPr>
        <p:spPr>
          <a:xfrm>
            <a:off x="15611351" y="3313615"/>
            <a:ext cx="0" cy="67133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線矢印コネクタ 258">
            <a:extLst>
              <a:ext uri="{FF2B5EF4-FFF2-40B4-BE49-F238E27FC236}">
                <a16:creationId xmlns:a16="http://schemas.microsoft.com/office/drawing/2014/main" id="{FFC6CD29-78B9-31A2-F0FA-C2A1A5281A9D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16325414" y="3313615"/>
            <a:ext cx="0" cy="27207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線矢印コネクタ 259">
            <a:extLst>
              <a:ext uri="{FF2B5EF4-FFF2-40B4-BE49-F238E27FC236}">
                <a16:creationId xmlns:a16="http://schemas.microsoft.com/office/drawing/2014/main" id="{01464C09-2562-688D-B10C-A01B0A3B3610}"/>
              </a:ext>
            </a:extLst>
          </p:cNvPr>
          <p:cNvCxnSpPr>
            <a:cxnSpLocks/>
          </p:cNvCxnSpPr>
          <p:nvPr/>
        </p:nvCxnSpPr>
        <p:spPr>
          <a:xfrm>
            <a:off x="16971865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線矢印コネクタ 260">
            <a:extLst>
              <a:ext uri="{FF2B5EF4-FFF2-40B4-BE49-F238E27FC236}">
                <a16:creationId xmlns:a16="http://schemas.microsoft.com/office/drawing/2014/main" id="{FCE6733A-9E85-8210-D78D-06C6055E27B8}"/>
              </a:ext>
            </a:extLst>
          </p:cNvPr>
          <p:cNvCxnSpPr>
            <a:cxnSpLocks/>
          </p:cNvCxnSpPr>
          <p:nvPr/>
        </p:nvCxnSpPr>
        <p:spPr>
          <a:xfrm>
            <a:off x="18346857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線矢印コネクタ 261">
            <a:extLst>
              <a:ext uri="{FF2B5EF4-FFF2-40B4-BE49-F238E27FC236}">
                <a16:creationId xmlns:a16="http://schemas.microsoft.com/office/drawing/2014/main" id="{CCE70849-4D94-651B-EAD8-DE981CAD0702}"/>
              </a:ext>
            </a:extLst>
          </p:cNvPr>
          <p:cNvCxnSpPr>
            <a:cxnSpLocks/>
          </p:cNvCxnSpPr>
          <p:nvPr/>
        </p:nvCxnSpPr>
        <p:spPr>
          <a:xfrm>
            <a:off x="15645793" y="1979439"/>
            <a:ext cx="0" cy="350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矢印コネクタ 262">
            <a:extLst>
              <a:ext uri="{FF2B5EF4-FFF2-40B4-BE49-F238E27FC236}">
                <a16:creationId xmlns:a16="http://schemas.microsoft.com/office/drawing/2014/main" id="{1D3F9B1A-D26B-2C0A-01F9-29A77CE736FA}"/>
              </a:ext>
            </a:extLst>
          </p:cNvPr>
          <p:cNvCxnSpPr>
            <a:cxnSpLocks/>
          </p:cNvCxnSpPr>
          <p:nvPr/>
        </p:nvCxnSpPr>
        <p:spPr>
          <a:xfrm>
            <a:off x="15678962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線矢印コネクタ 263">
            <a:extLst>
              <a:ext uri="{FF2B5EF4-FFF2-40B4-BE49-F238E27FC236}">
                <a16:creationId xmlns:a16="http://schemas.microsoft.com/office/drawing/2014/main" id="{38BB6853-29F0-1037-E178-87A382FFEC0C}"/>
              </a:ext>
            </a:extLst>
          </p:cNvPr>
          <p:cNvCxnSpPr>
            <a:cxnSpLocks/>
          </p:cNvCxnSpPr>
          <p:nvPr/>
        </p:nvCxnSpPr>
        <p:spPr>
          <a:xfrm>
            <a:off x="16062139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線矢印コネクタ 264">
            <a:extLst>
              <a:ext uri="{FF2B5EF4-FFF2-40B4-BE49-F238E27FC236}">
                <a16:creationId xmlns:a16="http://schemas.microsoft.com/office/drawing/2014/main" id="{6296E34C-FF3C-689F-9C62-16AFCFA7C9C1}"/>
              </a:ext>
            </a:extLst>
          </p:cNvPr>
          <p:cNvCxnSpPr>
            <a:cxnSpLocks/>
          </p:cNvCxnSpPr>
          <p:nvPr/>
        </p:nvCxnSpPr>
        <p:spPr>
          <a:xfrm>
            <a:off x="16458808" y="2779600"/>
            <a:ext cx="0" cy="1660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6517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581DE3-1764-E327-9D83-60CF12A1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検証性の確認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1CCB150-9CBA-E262-A03E-A1B551CD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57</a:t>
            </a:fld>
            <a:endParaRPr lang="ja-JP" altLang="en-US"/>
          </a:p>
        </p:txBody>
      </p:sp>
      <p:sp>
        <p:nvSpPr>
          <p:cNvPr id="4" name="フローチャート: 端子 3">
            <a:extLst>
              <a:ext uri="{FF2B5EF4-FFF2-40B4-BE49-F238E27FC236}">
                <a16:creationId xmlns:a16="http://schemas.microsoft.com/office/drawing/2014/main" id="{F44C1C29-8DFF-4092-A49E-DA8E418B473D}"/>
              </a:ext>
            </a:extLst>
          </p:cNvPr>
          <p:cNvSpPr/>
          <p:nvPr/>
        </p:nvSpPr>
        <p:spPr>
          <a:xfrm>
            <a:off x="1446029" y="726862"/>
            <a:ext cx="1091030" cy="360040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5" name="フローチャート: 端子 4">
            <a:extLst>
              <a:ext uri="{FF2B5EF4-FFF2-40B4-BE49-F238E27FC236}">
                <a16:creationId xmlns:a16="http://schemas.microsoft.com/office/drawing/2014/main" id="{07345C93-5EB4-169D-EAD8-878B97D784E3}"/>
              </a:ext>
            </a:extLst>
          </p:cNvPr>
          <p:cNvSpPr/>
          <p:nvPr/>
        </p:nvSpPr>
        <p:spPr>
          <a:xfrm>
            <a:off x="1446029" y="7174673"/>
            <a:ext cx="1091030" cy="360040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6" name="フローチャート: 判断 5">
            <a:extLst>
              <a:ext uri="{FF2B5EF4-FFF2-40B4-BE49-F238E27FC236}">
                <a16:creationId xmlns:a16="http://schemas.microsoft.com/office/drawing/2014/main" id="{40173D5B-3CAC-E175-0472-32E4B1980665}"/>
              </a:ext>
            </a:extLst>
          </p:cNvPr>
          <p:cNvSpPr/>
          <p:nvPr/>
        </p:nvSpPr>
        <p:spPr>
          <a:xfrm>
            <a:off x="695404" y="2463340"/>
            <a:ext cx="2592280" cy="741432"/>
          </a:xfrm>
          <a:prstGeom prst="flowChartDecision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preprocess</a:t>
            </a:r>
            <a:endParaRPr kumimoji="1" lang="ja-JP" altLang="en-US" dirty="0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67B1F41E-9B8E-6589-6276-5E109BED7200}"/>
              </a:ext>
            </a:extLst>
          </p:cNvPr>
          <p:cNvSpPr/>
          <p:nvPr/>
        </p:nvSpPr>
        <p:spPr>
          <a:xfrm>
            <a:off x="1271464" y="3325238"/>
            <a:ext cx="1440160" cy="576064"/>
          </a:xfrm>
          <a:prstGeom prst="flowChartProcess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Preprocess</a:t>
            </a:r>
            <a:endParaRPr kumimoji="1" lang="ja-JP" altLang="en-US" dirty="0"/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D4AA94CC-EA51-1687-1425-319D533BAE2A}"/>
              </a:ext>
            </a:extLst>
          </p:cNvPr>
          <p:cNvSpPr/>
          <p:nvPr/>
        </p:nvSpPr>
        <p:spPr>
          <a:xfrm>
            <a:off x="1271464" y="4143648"/>
            <a:ext cx="1440160" cy="576064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sp>
        <p:nvSpPr>
          <p:cNvPr id="9" name="フローチャート: 判断 8">
            <a:extLst>
              <a:ext uri="{FF2B5EF4-FFF2-40B4-BE49-F238E27FC236}">
                <a16:creationId xmlns:a16="http://schemas.microsoft.com/office/drawing/2014/main" id="{C3CBD3B4-B65C-DBF4-B721-5933BF7B08F0}"/>
              </a:ext>
            </a:extLst>
          </p:cNvPr>
          <p:cNvSpPr/>
          <p:nvPr/>
        </p:nvSpPr>
        <p:spPr>
          <a:xfrm>
            <a:off x="695400" y="4856640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Choose notification</a:t>
            </a:r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006AA73-C5A9-CCD0-675D-FED52428C654}"/>
              </a:ext>
            </a:extLst>
          </p:cNvPr>
          <p:cNvGrpSpPr/>
          <p:nvPr/>
        </p:nvGrpSpPr>
        <p:grpSpPr>
          <a:xfrm>
            <a:off x="1100147" y="5843488"/>
            <a:ext cx="3682303" cy="577594"/>
            <a:chOff x="5204603" y="5097405"/>
            <a:chExt cx="3682303" cy="577594"/>
          </a:xfrm>
        </p:grpSpPr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4F16308E-E859-7120-FE0A-8338349D5D56}"/>
                </a:ext>
              </a:extLst>
            </p:cNvPr>
            <p:cNvSpPr/>
            <p:nvPr/>
          </p:nvSpPr>
          <p:spPr>
            <a:xfrm>
              <a:off x="5204603" y="5098935"/>
              <a:ext cx="1782794" cy="576064"/>
            </a:xfrm>
            <a:prstGeom prst="flowChartProcess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Send notification to staff</a:t>
              </a:r>
              <a:endParaRPr kumimoji="1" lang="ja-JP" altLang="en-US" dirty="0"/>
            </a:p>
          </p:txBody>
        </p:sp>
        <p:sp>
          <p:nvSpPr>
            <p:cNvPr id="12" name="フローチャート: 処理 11">
              <a:extLst>
                <a:ext uri="{FF2B5EF4-FFF2-40B4-BE49-F238E27FC236}">
                  <a16:creationId xmlns:a16="http://schemas.microsoft.com/office/drawing/2014/main" id="{0D49BB1D-9055-CCBF-8E59-E81C4DCB3427}"/>
                </a:ext>
              </a:extLst>
            </p:cNvPr>
            <p:cNvSpPr/>
            <p:nvPr/>
          </p:nvSpPr>
          <p:spPr>
            <a:xfrm>
              <a:off x="7104112" y="5097405"/>
              <a:ext cx="1782794" cy="576064"/>
            </a:xfrm>
            <a:prstGeom prst="flowChartProcess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Ask other staff for help</a:t>
              </a:r>
              <a:endParaRPr kumimoji="1" lang="ja-JP" altLang="en-US" dirty="0"/>
            </a:p>
          </p:txBody>
        </p:sp>
      </p:grpSp>
      <p:sp>
        <p:nvSpPr>
          <p:cNvPr id="13" name="四角形: 上の 2 つの角を切り取る 12">
            <a:extLst>
              <a:ext uri="{FF2B5EF4-FFF2-40B4-BE49-F238E27FC236}">
                <a16:creationId xmlns:a16="http://schemas.microsoft.com/office/drawing/2014/main" id="{BFDDF4D7-06A9-B71C-DB07-32A410659BD0}"/>
              </a:ext>
            </a:extLst>
          </p:cNvPr>
          <p:cNvSpPr/>
          <p:nvPr/>
        </p:nvSpPr>
        <p:spPr>
          <a:xfrm>
            <a:off x="905969" y="118802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上の 2 つの角を切り取る 13">
            <a:extLst>
              <a:ext uri="{FF2B5EF4-FFF2-40B4-BE49-F238E27FC236}">
                <a16:creationId xmlns:a16="http://schemas.microsoft.com/office/drawing/2014/main" id="{C3B4CA4F-FBCB-B18B-D55C-37BEBB0AD759}"/>
              </a:ext>
            </a:extLst>
          </p:cNvPr>
          <p:cNvSpPr/>
          <p:nvPr/>
        </p:nvSpPr>
        <p:spPr>
          <a:xfrm rot="10800000">
            <a:off x="905970" y="6640514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8AB85AE-5FC0-0272-3BCA-09873E14CEBF}"/>
              </a:ext>
            </a:extLst>
          </p:cNvPr>
          <p:cNvCxnSpPr>
            <a:cxnSpLocks/>
            <a:stCxn id="4" idx="2"/>
            <a:endCxn id="13" idx="3"/>
          </p:cNvCxnSpPr>
          <p:nvPr/>
        </p:nvCxnSpPr>
        <p:spPr>
          <a:xfrm>
            <a:off x="1991544" y="1086902"/>
            <a:ext cx="0" cy="10112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114CCB1-9D02-1695-AF71-E41395CB63F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991544" y="2317560"/>
            <a:ext cx="0" cy="1457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953E36A-9B6A-7832-3730-A5E41D481A2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991544" y="3204772"/>
            <a:ext cx="0" cy="1204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E95A929-5F3A-2BE9-2D95-0F1CCA95C89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991544" y="3901302"/>
            <a:ext cx="0" cy="2423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10C17F5-348C-BB6F-E883-D2286D61E20E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991544" y="4719712"/>
            <a:ext cx="0" cy="1369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39294EC-CB24-C60A-7738-596D6D947D7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1991544" y="5700182"/>
            <a:ext cx="0" cy="1448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EFAC890-07C9-DC53-2C48-62B11E4B668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891053" y="5278411"/>
            <a:ext cx="0" cy="56507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842DEA6-2AE2-4B5B-6900-9757BB27066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287688" y="527841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137EEFF-E809-C407-EB16-470FB8D93251}"/>
              </a:ext>
            </a:extLst>
          </p:cNvPr>
          <p:cNvCxnSpPr>
            <a:cxnSpLocks/>
            <a:stCxn id="11" idx="2"/>
            <a:endCxn id="14" idx="1"/>
          </p:cNvCxnSpPr>
          <p:nvPr/>
        </p:nvCxnSpPr>
        <p:spPr>
          <a:xfrm>
            <a:off x="1991544" y="6421082"/>
            <a:ext cx="1" cy="2194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8FAD789-04F7-A6F9-5CC8-C0407A279771}"/>
              </a:ext>
            </a:extLst>
          </p:cNvPr>
          <p:cNvCxnSpPr>
            <a:cxnSpLocks/>
          </p:cNvCxnSpPr>
          <p:nvPr/>
        </p:nvCxnSpPr>
        <p:spPr>
          <a:xfrm>
            <a:off x="92036" y="3982474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43A08B5-F0C4-D98E-1422-C0B08FCEA73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891053" y="6419552"/>
            <a:ext cx="0" cy="59787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562F44C-215B-2037-B198-E9267EEF36A6}"/>
              </a:ext>
            </a:extLst>
          </p:cNvPr>
          <p:cNvCxnSpPr>
            <a:cxnSpLocks/>
          </p:cNvCxnSpPr>
          <p:nvPr/>
        </p:nvCxnSpPr>
        <p:spPr>
          <a:xfrm>
            <a:off x="92036" y="2827172"/>
            <a:ext cx="0" cy="1171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E80A71D4-9852-1711-E7A7-A7E3BC5BBC9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2036" y="2834056"/>
            <a:ext cx="60336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01EB355-AA31-8772-15F9-579FA71D717A}"/>
              </a:ext>
            </a:extLst>
          </p:cNvPr>
          <p:cNvCxnSpPr>
            <a:cxnSpLocks/>
            <a:stCxn id="14" idx="3"/>
            <a:endCxn id="5" idx="0"/>
          </p:cNvCxnSpPr>
          <p:nvPr/>
        </p:nvCxnSpPr>
        <p:spPr>
          <a:xfrm flipH="1">
            <a:off x="1991544" y="7072562"/>
            <a:ext cx="1" cy="1021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C41890C-2C67-EC05-9238-3A87964D8CD4}"/>
              </a:ext>
            </a:extLst>
          </p:cNvPr>
          <p:cNvCxnSpPr>
            <a:cxnSpLocks/>
          </p:cNvCxnSpPr>
          <p:nvPr/>
        </p:nvCxnSpPr>
        <p:spPr>
          <a:xfrm>
            <a:off x="92036" y="6479339"/>
            <a:ext cx="379901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0462D9F4-4E63-DFED-FB28-D1624AB03DF8}"/>
              </a:ext>
            </a:extLst>
          </p:cNvPr>
          <p:cNvCxnSpPr>
            <a:cxnSpLocks/>
          </p:cNvCxnSpPr>
          <p:nvPr/>
        </p:nvCxnSpPr>
        <p:spPr>
          <a:xfrm>
            <a:off x="92036" y="5278411"/>
            <a:ext cx="0" cy="120092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C2F4A67A-C7FF-C550-FF74-4663670667C1}"/>
              </a:ext>
            </a:extLst>
          </p:cNvPr>
          <p:cNvCxnSpPr>
            <a:cxnSpLocks/>
          </p:cNvCxnSpPr>
          <p:nvPr/>
        </p:nvCxnSpPr>
        <p:spPr>
          <a:xfrm>
            <a:off x="92036" y="527841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2" name="フローチャート: 処理 31">
            <a:extLst>
              <a:ext uri="{FF2B5EF4-FFF2-40B4-BE49-F238E27FC236}">
                <a16:creationId xmlns:a16="http://schemas.microsoft.com/office/drawing/2014/main" id="{181A4408-FA50-2718-88FE-A97DD4459018}"/>
              </a:ext>
            </a:extLst>
          </p:cNvPr>
          <p:cNvSpPr/>
          <p:nvPr/>
        </p:nvSpPr>
        <p:spPr>
          <a:xfrm>
            <a:off x="1271464" y="1734230"/>
            <a:ext cx="1440160" cy="576064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0A4D76F-81DB-B831-150D-6A6A02A77A6D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991544" y="1620070"/>
            <a:ext cx="0" cy="11416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82E92B3-22AA-B957-772F-876CD77244EA}"/>
              </a:ext>
            </a:extLst>
          </p:cNvPr>
          <p:cNvSpPr txBox="1"/>
          <p:nvPr/>
        </p:nvSpPr>
        <p:spPr>
          <a:xfrm>
            <a:off x="41353" y="394192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  <p:sp>
        <p:nvSpPr>
          <p:cNvPr id="35" name="フローチャート: 端子 34">
            <a:extLst>
              <a:ext uri="{FF2B5EF4-FFF2-40B4-BE49-F238E27FC236}">
                <a16:creationId xmlns:a16="http://schemas.microsoft.com/office/drawing/2014/main" id="{3809674B-6E2B-0945-7CE3-1374E1276B4B}"/>
              </a:ext>
            </a:extLst>
          </p:cNvPr>
          <p:cNvSpPr/>
          <p:nvPr/>
        </p:nvSpPr>
        <p:spPr>
          <a:xfrm>
            <a:off x="7515595" y="726862"/>
            <a:ext cx="1091030" cy="360040"/>
          </a:xfrm>
          <a:prstGeom prst="flowChartTerminator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36" name="フローチャート: 端子 35">
            <a:extLst>
              <a:ext uri="{FF2B5EF4-FFF2-40B4-BE49-F238E27FC236}">
                <a16:creationId xmlns:a16="http://schemas.microsoft.com/office/drawing/2014/main" id="{4427EF8E-9C56-7941-F80D-EF5F1275E3B2}"/>
              </a:ext>
            </a:extLst>
          </p:cNvPr>
          <p:cNvSpPr/>
          <p:nvPr/>
        </p:nvSpPr>
        <p:spPr>
          <a:xfrm>
            <a:off x="7515595" y="7174673"/>
            <a:ext cx="1091030" cy="360040"/>
          </a:xfrm>
          <a:prstGeom prst="flowChartTerminator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37" name="フローチャート: 判断 36">
            <a:extLst>
              <a:ext uri="{FF2B5EF4-FFF2-40B4-BE49-F238E27FC236}">
                <a16:creationId xmlns:a16="http://schemas.microsoft.com/office/drawing/2014/main" id="{03AA4A8D-344E-E449-A31C-ACC74912222F}"/>
              </a:ext>
            </a:extLst>
          </p:cNvPr>
          <p:cNvSpPr/>
          <p:nvPr/>
        </p:nvSpPr>
        <p:spPr>
          <a:xfrm>
            <a:off x="6764970" y="2463340"/>
            <a:ext cx="2592280" cy="741432"/>
          </a:xfrm>
          <a:prstGeom prst="flowChartDecision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preprocess</a:t>
            </a:r>
            <a:endParaRPr kumimoji="1" lang="ja-JP" altLang="en-US" dirty="0"/>
          </a:p>
        </p:txBody>
      </p:sp>
      <p:sp>
        <p:nvSpPr>
          <p:cNvPr id="38" name="フローチャート: 処理 37">
            <a:extLst>
              <a:ext uri="{FF2B5EF4-FFF2-40B4-BE49-F238E27FC236}">
                <a16:creationId xmlns:a16="http://schemas.microsoft.com/office/drawing/2014/main" id="{E163771C-E3B0-FE65-4849-E256DD3F8AF1}"/>
              </a:ext>
            </a:extLst>
          </p:cNvPr>
          <p:cNvSpPr/>
          <p:nvPr/>
        </p:nvSpPr>
        <p:spPr>
          <a:xfrm>
            <a:off x="7341030" y="3325238"/>
            <a:ext cx="1440160" cy="576064"/>
          </a:xfrm>
          <a:prstGeom prst="flowChartProcess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Preprocess</a:t>
            </a:r>
            <a:endParaRPr kumimoji="1" lang="ja-JP" altLang="en-US" dirty="0"/>
          </a:p>
        </p:txBody>
      </p:sp>
      <p:sp>
        <p:nvSpPr>
          <p:cNvPr id="39" name="フローチャート: 処理 38">
            <a:extLst>
              <a:ext uri="{FF2B5EF4-FFF2-40B4-BE49-F238E27FC236}">
                <a16:creationId xmlns:a16="http://schemas.microsoft.com/office/drawing/2014/main" id="{B6B96E8A-8737-94FC-8171-545564585877}"/>
              </a:ext>
            </a:extLst>
          </p:cNvPr>
          <p:cNvSpPr/>
          <p:nvPr/>
        </p:nvSpPr>
        <p:spPr>
          <a:xfrm>
            <a:off x="7341030" y="4143648"/>
            <a:ext cx="1440160" cy="576064"/>
          </a:xfrm>
          <a:prstGeom prst="flowChartProcess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sp>
        <p:nvSpPr>
          <p:cNvPr id="40" name="フローチャート: 判断 39">
            <a:extLst>
              <a:ext uri="{FF2B5EF4-FFF2-40B4-BE49-F238E27FC236}">
                <a16:creationId xmlns:a16="http://schemas.microsoft.com/office/drawing/2014/main" id="{33602FFE-74C6-CA59-4AB8-3B4FEC51D1B6}"/>
              </a:ext>
            </a:extLst>
          </p:cNvPr>
          <p:cNvSpPr/>
          <p:nvPr/>
        </p:nvSpPr>
        <p:spPr>
          <a:xfrm>
            <a:off x="6764966" y="4856640"/>
            <a:ext cx="2592288" cy="843542"/>
          </a:xfrm>
          <a:prstGeom prst="flowChartDecision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Choose notification</a:t>
            </a:r>
            <a:endParaRPr kumimoji="1" lang="ja-JP" altLang="en-US" dirty="0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A72C432C-E0D9-56A9-4897-04803C88671A}"/>
              </a:ext>
            </a:extLst>
          </p:cNvPr>
          <p:cNvGrpSpPr/>
          <p:nvPr/>
        </p:nvGrpSpPr>
        <p:grpSpPr>
          <a:xfrm>
            <a:off x="7169713" y="5843488"/>
            <a:ext cx="3682303" cy="577594"/>
            <a:chOff x="5204603" y="5097405"/>
            <a:chExt cx="3682303" cy="577594"/>
          </a:xfrm>
          <a:solidFill>
            <a:schemeClr val="bg1"/>
          </a:solidFill>
        </p:grpSpPr>
        <p:sp>
          <p:nvSpPr>
            <p:cNvPr id="42" name="フローチャート: 処理 41">
              <a:extLst>
                <a:ext uri="{FF2B5EF4-FFF2-40B4-BE49-F238E27FC236}">
                  <a16:creationId xmlns:a16="http://schemas.microsoft.com/office/drawing/2014/main" id="{F60F7BA0-3543-FB33-5D68-FF8C07207D0C}"/>
                </a:ext>
              </a:extLst>
            </p:cNvPr>
            <p:cNvSpPr/>
            <p:nvPr/>
          </p:nvSpPr>
          <p:spPr>
            <a:xfrm>
              <a:off x="5204603" y="5098935"/>
              <a:ext cx="1782794" cy="576064"/>
            </a:xfrm>
            <a:prstGeom prst="flowChartProcess">
              <a:avLst/>
            </a:prstGeom>
            <a:grp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Send notification to staff</a:t>
              </a:r>
              <a:endParaRPr kumimoji="1" lang="ja-JP" altLang="en-US" dirty="0"/>
            </a:p>
          </p:txBody>
        </p:sp>
        <p:sp>
          <p:nvSpPr>
            <p:cNvPr id="43" name="フローチャート: 処理 42">
              <a:extLst>
                <a:ext uri="{FF2B5EF4-FFF2-40B4-BE49-F238E27FC236}">
                  <a16:creationId xmlns:a16="http://schemas.microsoft.com/office/drawing/2014/main" id="{0003080C-9031-7AC2-B19A-3F0ED4E82C0D}"/>
                </a:ext>
              </a:extLst>
            </p:cNvPr>
            <p:cNvSpPr/>
            <p:nvPr/>
          </p:nvSpPr>
          <p:spPr>
            <a:xfrm>
              <a:off x="7104112" y="5097405"/>
              <a:ext cx="1782794" cy="576064"/>
            </a:xfrm>
            <a:prstGeom prst="flowChartProcess">
              <a:avLst/>
            </a:prstGeom>
            <a:grp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Ask other staff for help</a:t>
              </a:r>
              <a:endParaRPr kumimoji="1" lang="ja-JP" altLang="en-US" dirty="0"/>
            </a:p>
          </p:txBody>
        </p:sp>
      </p:grpSp>
      <p:sp>
        <p:nvSpPr>
          <p:cNvPr id="44" name="四角形: 上の 2 つの角を切り取る 43">
            <a:extLst>
              <a:ext uri="{FF2B5EF4-FFF2-40B4-BE49-F238E27FC236}">
                <a16:creationId xmlns:a16="http://schemas.microsoft.com/office/drawing/2014/main" id="{DF6FEEC2-B24E-3A35-7CBA-94EEE5F2BA2F}"/>
              </a:ext>
            </a:extLst>
          </p:cNvPr>
          <p:cNvSpPr/>
          <p:nvPr/>
        </p:nvSpPr>
        <p:spPr>
          <a:xfrm>
            <a:off x="6975535" y="118802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上の 2 つの角を切り取る 44">
            <a:extLst>
              <a:ext uri="{FF2B5EF4-FFF2-40B4-BE49-F238E27FC236}">
                <a16:creationId xmlns:a16="http://schemas.microsoft.com/office/drawing/2014/main" id="{9A93B0C3-F0C6-4699-D9F0-52C4185365D6}"/>
              </a:ext>
            </a:extLst>
          </p:cNvPr>
          <p:cNvSpPr/>
          <p:nvPr/>
        </p:nvSpPr>
        <p:spPr>
          <a:xfrm rot="10800000">
            <a:off x="6975536" y="6640514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2A56478A-45BD-E5E6-10AB-54BE7E1E63EE}"/>
              </a:ext>
            </a:extLst>
          </p:cNvPr>
          <p:cNvCxnSpPr>
            <a:cxnSpLocks/>
            <a:stCxn id="35" idx="2"/>
            <a:endCxn id="44" idx="3"/>
          </p:cNvCxnSpPr>
          <p:nvPr/>
        </p:nvCxnSpPr>
        <p:spPr>
          <a:xfrm>
            <a:off x="8061110" y="1086902"/>
            <a:ext cx="0" cy="10112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372CB58-B515-0300-9CB1-FA5FC3B91648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8061110" y="2317560"/>
            <a:ext cx="0" cy="1457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461FD957-AE76-C6EA-6CF9-9B874B390FCC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8061110" y="3204772"/>
            <a:ext cx="0" cy="1204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168BF07-E6F0-6BAD-26A1-333EBAF6734B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8061110" y="3901302"/>
            <a:ext cx="0" cy="2423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2CEB6B86-DBD6-BFAF-4E06-8E3E57174D64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8061110" y="4719712"/>
            <a:ext cx="0" cy="1369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3C921649-893C-397E-7227-DE42FD72FF0D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8061110" y="5700182"/>
            <a:ext cx="0" cy="1448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5F4E9604-115F-DA32-9F51-2F44E44BF0F8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9960619" y="5278411"/>
            <a:ext cx="0" cy="56507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FA2AE7DD-13E0-D6D3-CEF3-ABA5F9F68BE6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9357254" y="527841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04B8C4A0-142E-6264-466A-0C383A56C08B}"/>
              </a:ext>
            </a:extLst>
          </p:cNvPr>
          <p:cNvCxnSpPr>
            <a:cxnSpLocks/>
            <a:stCxn id="42" idx="2"/>
            <a:endCxn id="45" idx="1"/>
          </p:cNvCxnSpPr>
          <p:nvPr/>
        </p:nvCxnSpPr>
        <p:spPr>
          <a:xfrm>
            <a:off x="8061110" y="6421082"/>
            <a:ext cx="1" cy="2194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C7F6D8F7-8807-01B6-DA97-501837B9D600}"/>
              </a:ext>
            </a:extLst>
          </p:cNvPr>
          <p:cNvCxnSpPr>
            <a:cxnSpLocks/>
          </p:cNvCxnSpPr>
          <p:nvPr/>
        </p:nvCxnSpPr>
        <p:spPr>
          <a:xfrm>
            <a:off x="6161602" y="3982474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ECAFAFDC-F925-42D8-A8CB-6BB6024900FE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960619" y="6419552"/>
            <a:ext cx="0" cy="59787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4BBDF1AC-19BE-5EDC-C562-D9F43973CD57}"/>
              </a:ext>
            </a:extLst>
          </p:cNvPr>
          <p:cNvCxnSpPr>
            <a:cxnSpLocks/>
          </p:cNvCxnSpPr>
          <p:nvPr/>
        </p:nvCxnSpPr>
        <p:spPr>
          <a:xfrm>
            <a:off x="6161602" y="2827172"/>
            <a:ext cx="0" cy="1171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95CBA291-8D51-E877-1190-BD0F75F6504D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161602" y="2834056"/>
            <a:ext cx="60336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AD487508-2B5E-D49E-88A9-380F723FD488}"/>
              </a:ext>
            </a:extLst>
          </p:cNvPr>
          <p:cNvCxnSpPr>
            <a:cxnSpLocks/>
            <a:stCxn id="45" idx="3"/>
            <a:endCxn id="36" idx="0"/>
          </p:cNvCxnSpPr>
          <p:nvPr/>
        </p:nvCxnSpPr>
        <p:spPr>
          <a:xfrm flipH="1">
            <a:off x="8061110" y="7072562"/>
            <a:ext cx="1" cy="1021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D628B02F-F608-4FB7-4368-D8D35F724337}"/>
              </a:ext>
            </a:extLst>
          </p:cNvPr>
          <p:cNvCxnSpPr>
            <a:cxnSpLocks/>
          </p:cNvCxnSpPr>
          <p:nvPr/>
        </p:nvCxnSpPr>
        <p:spPr>
          <a:xfrm>
            <a:off x="6161602" y="6479339"/>
            <a:ext cx="379901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D8204AB8-E558-BDFE-5399-BA32EA817ECF}"/>
              </a:ext>
            </a:extLst>
          </p:cNvPr>
          <p:cNvCxnSpPr>
            <a:cxnSpLocks/>
          </p:cNvCxnSpPr>
          <p:nvPr/>
        </p:nvCxnSpPr>
        <p:spPr>
          <a:xfrm>
            <a:off x="6161602" y="5278411"/>
            <a:ext cx="0" cy="120092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918E970C-0141-5627-85B3-DE0CB65FA6A9}"/>
              </a:ext>
            </a:extLst>
          </p:cNvPr>
          <p:cNvCxnSpPr>
            <a:cxnSpLocks/>
          </p:cNvCxnSpPr>
          <p:nvPr/>
        </p:nvCxnSpPr>
        <p:spPr>
          <a:xfrm>
            <a:off x="6161602" y="527841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3" name="フローチャート: 処理 62">
            <a:extLst>
              <a:ext uri="{FF2B5EF4-FFF2-40B4-BE49-F238E27FC236}">
                <a16:creationId xmlns:a16="http://schemas.microsoft.com/office/drawing/2014/main" id="{A8FDF483-C1EB-3858-F887-2CB6E5AE5E1F}"/>
              </a:ext>
            </a:extLst>
          </p:cNvPr>
          <p:cNvSpPr/>
          <p:nvPr/>
        </p:nvSpPr>
        <p:spPr>
          <a:xfrm>
            <a:off x="7341030" y="1734230"/>
            <a:ext cx="1440160" cy="576064"/>
          </a:xfrm>
          <a:prstGeom prst="flowChartProcess">
            <a:avLst/>
          </a:prstGeom>
          <a:solidFill>
            <a:schemeClr val="bg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DF9D8A5A-4ABB-C796-E1ED-98C69B820C3B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8061110" y="1620070"/>
            <a:ext cx="0" cy="11416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731A7714-3645-837D-ED02-6130CF2FAB3E}"/>
              </a:ext>
            </a:extLst>
          </p:cNvPr>
          <p:cNvSpPr txBox="1"/>
          <p:nvPr/>
        </p:nvSpPr>
        <p:spPr>
          <a:xfrm>
            <a:off x="6110919" y="3941923"/>
            <a:ext cx="128913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A7B2ABFD-F8A6-A8C4-E27C-42E2C5846870}"/>
              </a:ext>
            </a:extLst>
          </p:cNvPr>
          <p:cNvSpPr txBox="1"/>
          <p:nvPr/>
        </p:nvSpPr>
        <p:spPr>
          <a:xfrm>
            <a:off x="5775869" y="3220471"/>
            <a:ext cx="45704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>
                <a:highlight>
                  <a:srgbClr val="FFFF00"/>
                </a:highlight>
              </a:rPr>
              <a:t>背景色を使って，各ノードが何章のどこで</a:t>
            </a:r>
            <a:endParaRPr kumimoji="1" lang="en-US" altLang="ja-JP" dirty="0">
              <a:highlight>
                <a:srgbClr val="FFFF00"/>
              </a:highlight>
            </a:endParaRPr>
          </a:p>
          <a:p>
            <a:pPr algn="ctr"/>
            <a:r>
              <a:rPr kumimoji="1" lang="ja-JP" altLang="en-US" dirty="0">
                <a:highlight>
                  <a:srgbClr val="FFFF00"/>
                </a:highlight>
              </a:rPr>
              <a:t>検証されるのか明示しておく</a:t>
            </a:r>
            <a:endParaRPr kumimoji="1" lang="en-US" altLang="ja-JP" dirty="0">
              <a:highlight>
                <a:srgbClr val="FFFF00"/>
              </a:highlight>
            </a:endParaRPr>
          </a:p>
          <a:p>
            <a:pPr algn="ctr"/>
            <a:r>
              <a:rPr lang="ja-JP" altLang="en-US" dirty="0">
                <a:highlight>
                  <a:srgbClr val="FFFF00"/>
                </a:highlight>
              </a:rPr>
              <a:t>（検証の章立てが最終確定してから？）</a:t>
            </a:r>
            <a:endParaRPr kumimoji="1" lang="ja-JP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416202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4406CB-3E98-4F59-5359-BEE792DD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AHP</a:t>
            </a:r>
            <a:r>
              <a:rPr lang="ja-JP" altLang="en-US" dirty="0"/>
              <a:t>の理論説明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771C717-7A44-ADDC-7823-8FF62A0A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58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F3CEF6-CF22-8C92-21E8-9CFFF496DA21}"/>
              </a:ext>
            </a:extLst>
          </p:cNvPr>
          <p:cNvSpPr txBox="1"/>
          <p:nvPr/>
        </p:nvSpPr>
        <p:spPr>
          <a:xfrm>
            <a:off x="5513148" y="1340768"/>
            <a:ext cx="1165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Final Goal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54C6E5-7823-65E7-8035-82BBAB410544}"/>
              </a:ext>
            </a:extLst>
          </p:cNvPr>
          <p:cNvSpPr txBox="1"/>
          <p:nvPr/>
        </p:nvSpPr>
        <p:spPr>
          <a:xfrm>
            <a:off x="3041790" y="2492896"/>
            <a:ext cx="10631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Criteria 1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AFF123-835F-9E4E-8ED6-94F5B3A6A326}"/>
              </a:ext>
            </a:extLst>
          </p:cNvPr>
          <p:cNvSpPr txBox="1"/>
          <p:nvPr/>
        </p:nvSpPr>
        <p:spPr>
          <a:xfrm>
            <a:off x="4311104" y="2492896"/>
            <a:ext cx="10631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Criteria 2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6CEE9D-BB44-8A29-3CFC-CEECF39F16D0}"/>
              </a:ext>
            </a:extLst>
          </p:cNvPr>
          <p:cNvSpPr txBox="1"/>
          <p:nvPr/>
        </p:nvSpPr>
        <p:spPr>
          <a:xfrm>
            <a:off x="5564444" y="2492896"/>
            <a:ext cx="10631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Criteria 3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D9D3B2-14A0-B4A8-BB14-DEB31A2F6A36}"/>
              </a:ext>
            </a:extLst>
          </p:cNvPr>
          <p:cNvSpPr txBox="1"/>
          <p:nvPr/>
        </p:nvSpPr>
        <p:spPr>
          <a:xfrm>
            <a:off x="7135024" y="2492896"/>
            <a:ext cx="35779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...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4902623-61D2-3F0C-AEC2-A04FD8C469AC}"/>
              </a:ext>
            </a:extLst>
          </p:cNvPr>
          <p:cNvSpPr txBox="1"/>
          <p:nvPr/>
        </p:nvSpPr>
        <p:spPr>
          <a:xfrm>
            <a:off x="8000282" y="2492896"/>
            <a:ext cx="10631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Criteria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D38E31-FF3A-1B2E-E2CF-6501AA07E538}"/>
              </a:ext>
            </a:extLst>
          </p:cNvPr>
          <p:cNvSpPr txBox="1"/>
          <p:nvPr/>
        </p:nvSpPr>
        <p:spPr>
          <a:xfrm>
            <a:off x="3517667" y="3460358"/>
            <a:ext cx="13965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Alternative 1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293039-4AAF-4661-8123-C6770C4764B5}"/>
              </a:ext>
            </a:extLst>
          </p:cNvPr>
          <p:cNvSpPr txBox="1"/>
          <p:nvPr/>
        </p:nvSpPr>
        <p:spPr>
          <a:xfrm>
            <a:off x="5397732" y="3460358"/>
            <a:ext cx="13965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Alternative 2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186390-F823-9032-5740-908EC207F1C1}"/>
              </a:ext>
            </a:extLst>
          </p:cNvPr>
          <p:cNvSpPr txBox="1"/>
          <p:nvPr/>
        </p:nvSpPr>
        <p:spPr>
          <a:xfrm>
            <a:off x="7313919" y="3460358"/>
            <a:ext cx="13965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/>
              <a:t>Alternative 3</a:t>
            </a:r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8384F38-9A3F-06B9-CEBB-D26FC7EDCCB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573346" y="1710100"/>
            <a:ext cx="2522654" cy="782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B15583C-EECF-675C-BA4B-21B329BC2C9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4842660" y="1710100"/>
            <a:ext cx="1253340" cy="782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373360C-339C-BC61-DCD9-3359547E471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96000" y="1710100"/>
            <a:ext cx="0" cy="782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2EE7D8F-3906-20B8-F061-05DE9D3699AC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1710100"/>
            <a:ext cx="1217920" cy="782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CDCB80AA-F80D-1ED2-3822-2254E2C8F125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6096000" y="1710100"/>
            <a:ext cx="2435838" cy="782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D2F2C31-EC21-5021-BF39-9CB0B541A685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573346" y="2862228"/>
            <a:ext cx="642589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6B2F580-6147-64B8-D8D1-0A04FFB3C358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3573346" y="2862228"/>
            <a:ext cx="2522654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9E10773-4AE6-DFC7-1145-A7B7497FBC53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3573346" y="2862228"/>
            <a:ext cx="4438841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783473F-ABBF-FA52-6C32-5BEE2E80C7F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4215935" y="2862228"/>
            <a:ext cx="626725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22BC1DE-E85B-85E9-75D2-ED1C86275BB5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4842660" y="2862228"/>
            <a:ext cx="1253340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496F946E-72FA-0F16-B327-154FA7144FA8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4842660" y="2862228"/>
            <a:ext cx="3169527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EC8E5DB3-4F15-0BB2-6B47-617E3649B01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215935" y="2862228"/>
            <a:ext cx="1880065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B1F38CE4-62CB-9169-C0BF-630B11029685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6096000" y="2862228"/>
            <a:ext cx="0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F29FE83-BC73-0769-E7A5-60A536F3AABE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096000" y="2862228"/>
            <a:ext cx="1916187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6194D2EC-FD13-0490-BEA2-12A50E9ED9A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4215935" y="2862228"/>
            <a:ext cx="3097985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DEC145F9-EFF8-8B54-9F0B-BA1FE12816CD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7313920" y="2862228"/>
            <a:ext cx="698267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A8EE20AE-8A03-24F3-1B91-CBB96F1CCF27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6096000" y="2862228"/>
            <a:ext cx="1217920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BE46C278-66CE-AB32-DE09-368E119F35E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4215935" y="2862228"/>
            <a:ext cx="4315903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A60879BB-0941-EF28-DB11-8A78A3AEB97D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6096000" y="2862228"/>
            <a:ext cx="2435838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932EA989-316E-2629-D682-2F434A23DCDD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8012187" y="2862228"/>
            <a:ext cx="519651" cy="598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748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094CA-B671-D653-6EBE-84B0165C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提案手法概要　機能フロー図</a:t>
            </a:r>
            <a:r>
              <a:rPr lang="ja-JP" altLang="en-US" dirty="0"/>
              <a:t>（横書きだとベスト）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660831-3562-A78F-0DD5-052DD7EA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59</a:t>
            </a:fld>
            <a:endParaRPr lang="ja-JP" altLang="en-US"/>
          </a:p>
        </p:txBody>
      </p:sp>
      <p:sp>
        <p:nvSpPr>
          <p:cNvPr id="32" name="フローチャート: 端子 31">
            <a:extLst>
              <a:ext uri="{FF2B5EF4-FFF2-40B4-BE49-F238E27FC236}">
                <a16:creationId xmlns:a16="http://schemas.microsoft.com/office/drawing/2014/main" id="{B1638EB8-022F-8D6A-9AF5-CE8721EAD4AB}"/>
              </a:ext>
            </a:extLst>
          </p:cNvPr>
          <p:cNvSpPr/>
          <p:nvPr/>
        </p:nvSpPr>
        <p:spPr>
          <a:xfrm>
            <a:off x="5550485" y="726862"/>
            <a:ext cx="1091030" cy="360040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33" name="フローチャート: 端子 32">
            <a:extLst>
              <a:ext uri="{FF2B5EF4-FFF2-40B4-BE49-F238E27FC236}">
                <a16:creationId xmlns:a16="http://schemas.microsoft.com/office/drawing/2014/main" id="{7680DF97-D4C0-B69B-DC77-7E85B2893D10}"/>
              </a:ext>
            </a:extLst>
          </p:cNvPr>
          <p:cNvSpPr/>
          <p:nvPr/>
        </p:nvSpPr>
        <p:spPr>
          <a:xfrm>
            <a:off x="5550484" y="8908161"/>
            <a:ext cx="1091030" cy="360040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37" name="フローチャート: 判断 36">
            <a:extLst>
              <a:ext uri="{FF2B5EF4-FFF2-40B4-BE49-F238E27FC236}">
                <a16:creationId xmlns:a16="http://schemas.microsoft.com/office/drawing/2014/main" id="{674D8DE1-7BBB-42EA-652A-3AD0984618D2}"/>
              </a:ext>
            </a:extLst>
          </p:cNvPr>
          <p:cNvSpPr/>
          <p:nvPr/>
        </p:nvSpPr>
        <p:spPr>
          <a:xfrm>
            <a:off x="3622569" y="6306710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Need to notify?</a:t>
            </a:r>
            <a:endParaRPr kumimoji="1" lang="ja-JP" altLang="en-US" dirty="0"/>
          </a:p>
        </p:txBody>
      </p:sp>
      <p:sp>
        <p:nvSpPr>
          <p:cNvPr id="39" name="フローチャート: 処理 38">
            <a:extLst>
              <a:ext uri="{FF2B5EF4-FFF2-40B4-BE49-F238E27FC236}">
                <a16:creationId xmlns:a16="http://schemas.microsoft.com/office/drawing/2014/main" id="{164DFD20-7C2E-A996-CC5C-A188E3623261}"/>
              </a:ext>
            </a:extLst>
          </p:cNvPr>
          <p:cNvSpPr/>
          <p:nvPr/>
        </p:nvSpPr>
        <p:spPr>
          <a:xfrm>
            <a:off x="4027316" y="7295088"/>
            <a:ext cx="1782794" cy="576064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Send notification to the staff</a:t>
            </a:r>
            <a:endParaRPr kumimoji="1" lang="ja-JP" altLang="en-US" dirty="0"/>
          </a:p>
        </p:txBody>
      </p:sp>
      <p:sp>
        <p:nvSpPr>
          <p:cNvPr id="41" name="四角形: 上の 2 つの角を切り取る 40">
            <a:extLst>
              <a:ext uri="{FF2B5EF4-FFF2-40B4-BE49-F238E27FC236}">
                <a16:creationId xmlns:a16="http://schemas.microsoft.com/office/drawing/2014/main" id="{EBE60942-D502-E80F-3295-505A0F927820}"/>
              </a:ext>
            </a:extLst>
          </p:cNvPr>
          <p:cNvSpPr/>
          <p:nvPr/>
        </p:nvSpPr>
        <p:spPr>
          <a:xfrm>
            <a:off x="5010425" y="118802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上の 2 つの角を切り取る 41">
            <a:extLst>
              <a:ext uri="{FF2B5EF4-FFF2-40B4-BE49-F238E27FC236}">
                <a16:creationId xmlns:a16="http://schemas.microsoft.com/office/drawing/2014/main" id="{6B88E30E-4E1D-AC5C-1575-62097D288C40}"/>
              </a:ext>
            </a:extLst>
          </p:cNvPr>
          <p:cNvSpPr/>
          <p:nvPr/>
        </p:nvSpPr>
        <p:spPr>
          <a:xfrm rot="10800000">
            <a:off x="5010425" y="837400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DA6D4534-E0A7-0E4D-187E-6AF33DD2A518}"/>
              </a:ext>
            </a:extLst>
          </p:cNvPr>
          <p:cNvCxnSpPr>
            <a:cxnSpLocks/>
            <a:stCxn id="32" idx="2"/>
            <a:endCxn id="41" idx="3"/>
          </p:cNvCxnSpPr>
          <p:nvPr/>
        </p:nvCxnSpPr>
        <p:spPr>
          <a:xfrm>
            <a:off x="6096000" y="1086902"/>
            <a:ext cx="0" cy="10112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8D09DBD3-8E7F-0399-0672-6EEF84F71103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6096000" y="2335608"/>
            <a:ext cx="0" cy="29061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1055B82D-594E-2A3B-2C51-AABE495B5D40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4918713" y="6093296"/>
            <a:ext cx="0" cy="21341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218C0FFF-8A19-03FF-43ED-B9179AC58A68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>
            <a:off x="4918713" y="7150252"/>
            <a:ext cx="0" cy="1448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B3E3C011-CD1E-DA54-D2A1-79EF31FB6B49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096000" y="8138630"/>
            <a:ext cx="0" cy="23537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A3DCBC92-865E-C45E-0C97-95CAA79DDD3D}"/>
              </a:ext>
            </a:extLst>
          </p:cNvPr>
          <p:cNvCxnSpPr>
            <a:cxnSpLocks/>
            <a:stCxn id="42" idx="3"/>
            <a:endCxn id="33" idx="0"/>
          </p:cNvCxnSpPr>
          <p:nvPr/>
        </p:nvCxnSpPr>
        <p:spPr>
          <a:xfrm flipH="1">
            <a:off x="6095999" y="8806050"/>
            <a:ext cx="1" cy="1021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36A2106-8AA8-22D0-C5EE-41AD2C6512E8}"/>
              </a:ext>
            </a:extLst>
          </p:cNvPr>
          <p:cNvCxnSpPr>
            <a:cxnSpLocks/>
          </p:cNvCxnSpPr>
          <p:nvPr/>
        </p:nvCxnSpPr>
        <p:spPr>
          <a:xfrm>
            <a:off x="3019205" y="7929409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8374B222-FA35-3F89-DE2E-7F19C33892FE}"/>
              </a:ext>
            </a:extLst>
          </p:cNvPr>
          <p:cNvCxnSpPr>
            <a:cxnSpLocks/>
          </p:cNvCxnSpPr>
          <p:nvPr/>
        </p:nvCxnSpPr>
        <p:spPr>
          <a:xfrm>
            <a:off x="3019205" y="6728481"/>
            <a:ext cx="0" cy="120092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B4B4B4F3-AF9F-8341-19E5-0AE506E98839}"/>
              </a:ext>
            </a:extLst>
          </p:cNvPr>
          <p:cNvCxnSpPr>
            <a:cxnSpLocks/>
          </p:cNvCxnSpPr>
          <p:nvPr/>
        </p:nvCxnSpPr>
        <p:spPr>
          <a:xfrm>
            <a:off x="3019205" y="672848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0" name="フローチャート: 処理 59">
            <a:extLst>
              <a:ext uri="{FF2B5EF4-FFF2-40B4-BE49-F238E27FC236}">
                <a16:creationId xmlns:a16="http://schemas.microsoft.com/office/drawing/2014/main" id="{CA76A478-90EF-F92C-9B78-17805B7F2A40}"/>
              </a:ext>
            </a:extLst>
          </p:cNvPr>
          <p:cNvSpPr/>
          <p:nvPr/>
        </p:nvSpPr>
        <p:spPr>
          <a:xfrm>
            <a:off x="5375920" y="1759544"/>
            <a:ext cx="1440160" cy="576064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4BDC1EAD-B6B0-C39F-7E41-1A5F3706FA5E}"/>
              </a:ext>
            </a:extLst>
          </p:cNvPr>
          <p:cNvCxnSpPr>
            <a:cxnSpLocks/>
            <a:stCxn id="41" idx="1"/>
            <a:endCxn id="60" idx="0"/>
          </p:cNvCxnSpPr>
          <p:nvPr/>
        </p:nvCxnSpPr>
        <p:spPr>
          <a:xfrm>
            <a:off x="6096000" y="1620070"/>
            <a:ext cx="0" cy="1394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4" name="フローチャート: 判断 63">
            <a:extLst>
              <a:ext uri="{FF2B5EF4-FFF2-40B4-BE49-F238E27FC236}">
                <a16:creationId xmlns:a16="http://schemas.microsoft.com/office/drawing/2014/main" id="{EC1B063B-A2B7-3382-CC7D-D34F47731077}"/>
              </a:ext>
            </a:extLst>
          </p:cNvPr>
          <p:cNvSpPr/>
          <p:nvPr/>
        </p:nvSpPr>
        <p:spPr>
          <a:xfrm>
            <a:off x="3260274" y="2626224"/>
            <a:ext cx="2592280" cy="741432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preprocess</a:t>
            </a:r>
            <a:endParaRPr kumimoji="1" lang="ja-JP" altLang="en-US" dirty="0"/>
          </a:p>
        </p:txBody>
      </p:sp>
      <p:sp>
        <p:nvSpPr>
          <p:cNvPr id="65" name="フローチャート: 処理 64">
            <a:extLst>
              <a:ext uri="{FF2B5EF4-FFF2-40B4-BE49-F238E27FC236}">
                <a16:creationId xmlns:a16="http://schemas.microsoft.com/office/drawing/2014/main" id="{B8B3B427-A805-E78A-2D46-65CDB6ECCEA2}"/>
              </a:ext>
            </a:extLst>
          </p:cNvPr>
          <p:cNvSpPr/>
          <p:nvPr/>
        </p:nvSpPr>
        <p:spPr>
          <a:xfrm>
            <a:off x="3836334" y="3488122"/>
            <a:ext cx="1440160" cy="57606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Preprocess</a:t>
            </a:r>
            <a:endParaRPr kumimoji="1" lang="ja-JP" altLang="en-US" dirty="0"/>
          </a:p>
        </p:txBody>
      </p:sp>
      <p:sp>
        <p:nvSpPr>
          <p:cNvPr id="66" name="フローチャート: 処理 65">
            <a:extLst>
              <a:ext uri="{FF2B5EF4-FFF2-40B4-BE49-F238E27FC236}">
                <a16:creationId xmlns:a16="http://schemas.microsoft.com/office/drawing/2014/main" id="{DD3771A1-0CE8-F388-B60B-CEF888D39D96}"/>
              </a:ext>
            </a:extLst>
          </p:cNvPr>
          <p:cNvSpPr/>
          <p:nvPr/>
        </p:nvSpPr>
        <p:spPr>
          <a:xfrm>
            <a:off x="3836334" y="4306532"/>
            <a:ext cx="1440160" cy="576064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5EC8654A-B43B-554A-57CF-58BDBB330220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4556414" y="2420888"/>
            <a:ext cx="0" cy="2053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65DCD318-EC9A-148E-9CA7-8A2CFCE04BB8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4556414" y="3367656"/>
            <a:ext cx="0" cy="1204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680B668C-E42A-477C-05B6-26E3EDAA77F8}"/>
              </a:ext>
            </a:extLst>
          </p:cNvPr>
          <p:cNvCxnSpPr>
            <a:cxnSpLocks/>
            <a:stCxn id="65" idx="2"/>
            <a:endCxn id="66" idx="0"/>
          </p:cNvCxnSpPr>
          <p:nvPr/>
        </p:nvCxnSpPr>
        <p:spPr>
          <a:xfrm>
            <a:off x="4556414" y="4064186"/>
            <a:ext cx="0" cy="2423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8753A1B7-4CB1-AB64-3E10-9E9FB7955B42}"/>
              </a:ext>
            </a:extLst>
          </p:cNvPr>
          <p:cNvCxnSpPr>
            <a:cxnSpLocks/>
          </p:cNvCxnSpPr>
          <p:nvPr/>
        </p:nvCxnSpPr>
        <p:spPr>
          <a:xfrm>
            <a:off x="2656906" y="4145358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A0CFA9B9-1B9B-EB6E-3DD5-74E2B24220F7}"/>
              </a:ext>
            </a:extLst>
          </p:cNvPr>
          <p:cNvCxnSpPr>
            <a:cxnSpLocks/>
          </p:cNvCxnSpPr>
          <p:nvPr/>
        </p:nvCxnSpPr>
        <p:spPr>
          <a:xfrm>
            <a:off x="2656906" y="2990056"/>
            <a:ext cx="0" cy="1171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4FE7943F-91D0-BA9B-B83F-A4B620E62A1E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2656906" y="2996940"/>
            <a:ext cx="60336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BAC432F-9027-59C5-236E-8ABEA84BA4FE}"/>
              </a:ext>
            </a:extLst>
          </p:cNvPr>
          <p:cNvSpPr txBox="1"/>
          <p:nvPr/>
        </p:nvSpPr>
        <p:spPr>
          <a:xfrm>
            <a:off x="2606223" y="4104807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  <p:sp>
        <p:nvSpPr>
          <p:cNvPr id="76" name="フローチャート: 判断 75">
            <a:extLst>
              <a:ext uri="{FF2B5EF4-FFF2-40B4-BE49-F238E27FC236}">
                <a16:creationId xmlns:a16="http://schemas.microsoft.com/office/drawing/2014/main" id="{43C861BA-5F61-97F0-3915-71362760C744}"/>
              </a:ext>
            </a:extLst>
          </p:cNvPr>
          <p:cNvSpPr/>
          <p:nvPr/>
        </p:nvSpPr>
        <p:spPr>
          <a:xfrm>
            <a:off x="7066036" y="2626224"/>
            <a:ext cx="2592280" cy="741432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preprocess</a:t>
            </a:r>
            <a:endParaRPr kumimoji="1" lang="ja-JP" altLang="en-US" dirty="0"/>
          </a:p>
        </p:txBody>
      </p:sp>
      <p:sp>
        <p:nvSpPr>
          <p:cNvPr id="77" name="フローチャート: 処理 76">
            <a:extLst>
              <a:ext uri="{FF2B5EF4-FFF2-40B4-BE49-F238E27FC236}">
                <a16:creationId xmlns:a16="http://schemas.microsoft.com/office/drawing/2014/main" id="{226AA7EB-7960-73C7-C35A-864600FC4F2E}"/>
              </a:ext>
            </a:extLst>
          </p:cNvPr>
          <p:cNvSpPr/>
          <p:nvPr/>
        </p:nvSpPr>
        <p:spPr>
          <a:xfrm>
            <a:off x="7642096" y="3488122"/>
            <a:ext cx="1440160" cy="57606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Preprocess</a:t>
            </a:r>
            <a:endParaRPr kumimoji="1" lang="ja-JP" altLang="en-US" dirty="0"/>
          </a:p>
        </p:txBody>
      </p:sp>
      <p:sp>
        <p:nvSpPr>
          <p:cNvPr id="78" name="フローチャート: 処理 77">
            <a:extLst>
              <a:ext uri="{FF2B5EF4-FFF2-40B4-BE49-F238E27FC236}">
                <a16:creationId xmlns:a16="http://schemas.microsoft.com/office/drawing/2014/main" id="{096DF372-CBE6-509E-9968-F9FE9D913599}"/>
              </a:ext>
            </a:extLst>
          </p:cNvPr>
          <p:cNvSpPr/>
          <p:nvPr/>
        </p:nvSpPr>
        <p:spPr>
          <a:xfrm>
            <a:off x="7642096" y="4306532"/>
            <a:ext cx="1440160" cy="576064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DF2935A0-CD25-67AB-D23A-C9946E0506A4}"/>
              </a:ext>
            </a:extLst>
          </p:cNvPr>
          <p:cNvCxnSpPr>
            <a:cxnSpLocks/>
            <a:endCxn id="76" idx="0"/>
          </p:cNvCxnSpPr>
          <p:nvPr/>
        </p:nvCxnSpPr>
        <p:spPr>
          <a:xfrm>
            <a:off x="8362176" y="2420888"/>
            <a:ext cx="0" cy="2053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7956019A-1158-F756-6762-65C9772D84A8}"/>
              </a:ext>
            </a:extLst>
          </p:cNvPr>
          <p:cNvCxnSpPr>
            <a:cxnSpLocks/>
            <a:stCxn id="76" idx="2"/>
            <a:endCxn id="77" idx="0"/>
          </p:cNvCxnSpPr>
          <p:nvPr/>
        </p:nvCxnSpPr>
        <p:spPr>
          <a:xfrm>
            <a:off x="8362176" y="3367656"/>
            <a:ext cx="0" cy="1204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D9CBDDDD-E000-933D-B69B-C1F181B6BC76}"/>
              </a:ext>
            </a:extLst>
          </p:cNvPr>
          <p:cNvCxnSpPr>
            <a:cxnSpLocks/>
            <a:stCxn id="77" idx="2"/>
            <a:endCxn id="78" idx="0"/>
          </p:cNvCxnSpPr>
          <p:nvPr/>
        </p:nvCxnSpPr>
        <p:spPr>
          <a:xfrm>
            <a:off x="8362176" y="4064186"/>
            <a:ext cx="0" cy="2423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BF9D106F-29A0-D13B-D4C5-40F36EE7F2C1}"/>
              </a:ext>
            </a:extLst>
          </p:cNvPr>
          <p:cNvCxnSpPr>
            <a:cxnSpLocks/>
          </p:cNvCxnSpPr>
          <p:nvPr/>
        </p:nvCxnSpPr>
        <p:spPr>
          <a:xfrm>
            <a:off x="6462668" y="4145358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02E91FFB-ADCB-6DCD-A623-BFC89417DF1B}"/>
              </a:ext>
            </a:extLst>
          </p:cNvPr>
          <p:cNvCxnSpPr>
            <a:cxnSpLocks/>
          </p:cNvCxnSpPr>
          <p:nvPr/>
        </p:nvCxnSpPr>
        <p:spPr>
          <a:xfrm>
            <a:off x="6462668" y="2990056"/>
            <a:ext cx="0" cy="1171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8812B46D-607E-904D-E956-A0C4A01C3CB8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6462668" y="2996940"/>
            <a:ext cx="60336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F05E7386-E931-A012-19D5-692AF7A1E523}"/>
              </a:ext>
            </a:extLst>
          </p:cNvPr>
          <p:cNvSpPr txBox="1"/>
          <p:nvPr/>
        </p:nvSpPr>
        <p:spPr>
          <a:xfrm>
            <a:off x="6411985" y="4104807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4E2AA8AD-D53E-E70D-9505-8475E06AB17B}"/>
              </a:ext>
            </a:extLst>
          </p:cNvPr>
          <p:cNvSpPr txBox="1"/>
          <p:nvPr/>
        </p:nvSpPr>
        <p:spPr>
          <a:xfrm>
            <a:off x="5790799" y="336427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…</a:t>
            </a:r>
            <a:endParaRPr kumimoji="1" lang="ja-JP" altLang="en-US" sz="3200" b="1" dirty="0"/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FFE3E726-BBEF-A23D-8158-82FB9C2381D4}"/>
              </a:ext>
            </a:extLst>
          </p:cNvPr>
          <p:cNvCxnSpPr>
            <a:cxnSpLocks/>
          </p:cNvCxnSpPr>
          <p:nvPr/>
        </p:nvCxnSpPr>
        <p:spPr>
          <a:xfrm flipH="1">
            <a:off x="4556414" y="2420888"/>
            <a:ext cx="3805762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1BA17D53-F141-91B0-915A-E92178493B37}"/>
              </a:ext>
            </a:extLst>
          </p:cNvPr>
          <p:cNvCxnSpPr>
            <a:cxnSpLocks/>
          </p:cNvCxnSpPr>
          <p:nvPr/>
        </p:nvCxnSpPr>
        <p:spPr>
          <a:xfrm flipH="1">
            <a:off x="4556414" y="5085184"/>
            <a:ext cx="3805762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08A58D0B-0A8E-34DB-F74A-8E54F611C90C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8362176" y="4882596"/>
            <a:ext cx="0" cy="20258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59C42DB9-259D-8AAD-3C9D-C5B15B172FDF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4556414" y="4882596"/>
            <a:ext cx="0" cy="20258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9" name="フローチャート: 判断 108">
            <a:extLst>
              <a:ext uri="{FF2B5EF4-FFF2-40B4-BE49-F238E27FC236}">
                <a16:creationId xmlns:a16="http://schemas.microsoft.com/office/drawing/2014/main" id="{4FBA2E41-F823-768F-6FFB-ECF642B016F3}"/>
              </a:ext>
            </a:extLst>
          </p:cNvPr>
          <p:cNvSpPr/>
          <p:nvPr/>
        </p:nvSpPr>
        <p:spPr>
          <a:xfrm>
            <a:off x="7068173" y="6299764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Need to ask help?</a:t>
            </a:r>
            <a:endParaRPr kumimoji="1" lang="ja-JP" altLang="en-US" dirty="0"/>
          </a:p>
        </p:txBody>
      </p:sp>
      <p:sp>
        <p:nvSpPr>
          <p:cNvPr id="110" name="フローチャート: 処理 109">
            <a:extLst>
              <a:ext uri="{FF2B5EF4-FFF2-40B4-BE49-F238E27FC236}">
                <a16:creationId xmlns:a16="http://schemas.microsoft.com/office/drawing/2014/main" id="{4D6755C7-4D93-3EC2-5B7F-0656B2472527}"/>
              </a:ext>
            </a:extLst>
          </p:cNvPr>
          <p:cNvSpPr/>
          <p:nvPr/>
        </p:nvSpPr>
        <p:spPr>
          <a:xfrm>
            <a:off x="7472920" y="7288142"/>
            <a:ext cx="1782794" cy="5760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Send notification to other staff</a:t>
            </a:r>
            <a:endParaRPr kumimoji="1" lang="ja-JP" altLang="en-US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740B2702-7057-3EA5-EC55-3701C81EEDAF}"/>
              </a:ext>
            </a:extLst>
          </p:cNvPr>
          <p:cNvCxnSpPr>
            <a:cxnSpLocks/>
            <a:stCxn id="109" idx="2"/>
            <a:endCxn id="110" idx="0"/>
          </p:cNvCxnSpPr>
          <p:nvPr/>
        </p:nvCxnSpPr>
        <p:spPr>
          <a:xfrm>
            <a:off x="8364317" y="7143306"/>
            <a:ext cx="0" cy="1448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99D2AFAD-3003-BF40-707D-8ABE07F90357}"/>
              </a:ext>
            </a:extLst>
          </p:cNvPr>
          <p:cNvCxnSpPr>
            <a:cxnSpLocks/>
            <a:stCxn id="110" idx="2"/>
          </p:cNvCxnSpPr>
          <p:nvPr/>
        </p:nvCxnSpPr>
        <p:spPr>
          <a:xfrm>
            <a:off x="8364317" y="7864206"/>
            <a:ext cx="1" cy="28575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835A0271-DE7A-D1BE-3EE4-97DDEB68BE6B}"/>
              </a:ext>
            </a:extLst>
          </p:cNvPr>
          <p:cNvCxnSpPr>
            <a:cxnSpLocks/>
          </p:cNvCxnSpPr>
          <p:nvPr/>
        </p:nvCxnSpPr>
        <p:spPr>
          <a:xfrm>
            <a:off x="6464809" y="7922463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AC6026F6-C6C1-1D5B-4A46-53E86B60FF21}"/>
              </a:ext>
            </a:extLst>
          </p:cNvPr>
          <p:cNvCxnSpPr>
            <a:cxnSpLocks/>
          </p:cNvCxnSpPr>
          <p:nvPr/>
        </p:nvCxnSpPr>
        <p:spPr>
          <a:xfrm>
            <a:off x="6464809" y="6721535"/>
            <a:ext cx="0" cy="120092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FC0A6614-EDE2-77DB-366F-B8ABFCCB8A6C}"/>
              </a:ext>
            </a:extLst>
          </p:cNvPr>
          <p:cNvCxnSpPr>
            <a:cxnSpLocks/>
          </p:cNvCxnSpPr>
          <p:nvPr/>
        </p:nvCxnSpPr>
        <p:spPr>
          <a:xfrm>
            <a:off x="6464809" y="6721535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8" name="フローチャート: 処理 17">
            <a:extLst>
              <a:ext uri="{FF2B5EF4-FFF2-40B4-BE49-F238E27FC236}">
                <a16:creationId xmlns:a16="http://schemas.microsoft.com/office/drawing/2014/main" id="{2BF5D124-A7A0-060D-5736-121075463ABF}"/>
              </a:ext>
            </a:extLst>
          </p:cNvPr>
          <p:cNvSpPr/>
          <p:nvPr/>
        </p:nvSpPr>
        <p:spPr>
          <a:xfrm>
            <a:off x="5375920" y="5326468"/>
            <a:ext cx="1440160" cy="57606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Rank</a:t>
            </a:r>
            <a:r>
              <a:rPr lang="ja-JP" altLang="en-US" dirty="0"/>
              <a:t> </a:t>
            </a:r>
            <a:r>
              <a:rPr lang="en-US" altLang="ja-JP" dirty="0"/>
              <a:t>patients</a:t>
            </a:r>
            <a:endParaRPr kumimoji="1" lang="ja-JP" altLang="en-US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4CE9CFE-B80F-0C37-C364-9FDC4D70836F}"/>
              </a:ext>
            </a:extLst>
          </p:cNvPr>
          <p:cNvCxnSpPr>
            <a:cxnSpLocks/>
          </p:cNvCxnSpPr>
          <p:nvPr/>
        </p:nvCxnSpPr>
        <p:spPr>
          <a:xfrm>
            <a:off x="6096000" y="5085184"/>
            <a:ext cx="0" cy="24128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34935B33-177D-13A8-6DA9-AE16B0B5A8A7}"/>
              </a:ext>
            </a:extLst>
          </p:cNvPr>
          <p:cNvCxnSpPr>
            <a:cxnSpLocks/>
          </p:cNvCxnSpPr>
          <p:nvPr/>
        </p:nvCxnSpPr>
        <p:spPr>
          <a:xfrm flipH="1">
            <a:off x="4918713" y="6093296"/>
            <a:ext cx="344560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3D19B8BB-EC7F-A604-59D3-6D43BE8CD674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8364317" y="6093296"/>
            <a:ext cx="0" cy="20646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FA5E603-086C-0DBC-DC41-B039BD9B745C}"/>
              </a:ext>
            </a:extLst>
          </p:cNvPr>
          <p:cNvCxnSpPr>
            <a:cxnSpLocks/>
          </p:cNvCxnSpPr>
          <p:nvPr/>
        </p:nvCxnSpPr>
        <p:spPr>
          <a:xfrm flipH="1">
            <a:off x="4918713" y="8149957"/>
            <a:ext cx="344560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F075D2D-4E6C-3C86-B16E-F5BE89AB91F4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096000" y="5902532"/>
            <a:ext cx="0" cy="201589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25FD051-D825-C8BD-B210-FD8DA74A90A6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4918713" y="7871152"/>
            <a:ext cx="0" cy="27880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4354251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F386B3-ABE8-1F6D-E5C7-811450E6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提案手法概要　システム図</a:t>
            </a:r>
            <a:r>
              <a:rPr lang="ja-JP" altLang="en-US" dirty="0"/>
              <a:t>（変数名入れたい）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5D1E60-BF50-E4A6-5A0F-45C21012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60</a:t>
            </a:fld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099B3D-ED00-9621-7661-87E01326A78A}"/>
              </a:ext>
            </a:extLst>
          </p:cNvPr>
          <p:cNvSpPr/>
          <p:nvPr/>
        </p:nvSpPr>
        <p:spPr>
          <a:xfrm>
            <a:off x="5389342" y="1410227"/>
            <a:ext cx="881340" cy="5383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50BA977-ADC5-AD68-44C5-8B2949414AFE}"/>
              </a:ext>
            </a:extLst>
          </p:cNvPr>
          <p:cNvCxnSpPr>
            <a:cxnSpLocks/>
          </p:cNvCxnSpPr>
          <p:nvPr/>
        </p:nvCxnSpPr>
        <p:spPr>
          <a:xfrm>
            <a:off x="5015568" y="1679407"/>
            <a:ext cx="0" cy="5254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084B036-8CF0-76BB-72C7-EB100CBB1921}"/>
              </a:ext>
            </a:extLst>
          </p:cNvPr>
          <p:cNvCxnSpPr>
            <a:cxnSpLocks/>
          </p:cNvCxnSpPr>
          <p:nvPr/>
        </p:nvCxnSpPr>
        <p:spPr>
          <a:xfrm flipH="1">
            <a:off x="3561714" y="2204864"/>
            <a:ext cx="308274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1E3C803-FF19-6719-F4D7-673C57913370}"/>
              </a:ext>
            </a:extLst>
          </p:cNvPr>
          <p:cNvCxnSpPr>
            <a:cxnSpLocks/>
          </p:cNvCxnSpPr>
          <p:nvPr/>
        </p:nvCxnSpPr>
        <p:spPr>
          <a:xfrm flipH="1">
            <a:off x="-1011565" y="3911047"/>
            <a:ext cx="1316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85B9B82F-B108-8BC9-A9F8-A985F40C9DB9}"/>
              </a:ext>
            </a:extLst>
          </p:cNvPr>
          <p:cNvSpPr/>
          <p:nvPr/>
        </p:nvSpPr>
        <p:spPr>
          <a:xfrm>
            <a:off x="4978202" y="2169728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A785282-288C-FA32-7D7E-EBD4167D7331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6270682" y="1679407"/>
            <a:ext cx="37377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C4C63FC-C475-AABF-0F19-4EFCB8CC6C7F}"/>
              </a:ext>
            </a:extLst>
          </p:cNvPr>
          <p:cNvSpPr/>
          <p:nvPr/>
        </p:nvSpPr>
        <p:spPr>
          <a:xfrm>
            <a:off x="1999007" y="1412750"/>
            <a:ext cx="1562707" cy="5341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Segmentation</a:t>
            </a:r>
            <a:r>
              <a:rPr kumimoji="1" lang="ja-JP" altLang="en-US" b="1" dirty="0"/>
              <a:t> </a:t>
            </a:r>
            <a:r>
              <a:rPr kumimoji="1" lang="en-US" altLang="ja-JP" b="1" dirty="0"/>
              <a:t>and</a:t>
            </a:r>
            <a:r>
              <a:rPr kumimoji="1" lang="ja-JP" altLang="en-US" b="1" dirty="0"/>
              <a:t> </a:t>
            </a:r>
            <a:r>
              <a:rPr lang="en-US" altLang="ja-JP" b="1" dirty="0"/>
              <a:t>tracking</a:t>
            </a:r>
            <a:endParaRPr kumimoji="1" lang="en-US" altLang="ja-JP" b="1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6C109DA-7219-F194-C582-BE83D3653EE7}"/>
              </a:ext>
            </a:extLst>
          </p:cNvPr>
          <p:cNvSpPr/>
          <p:nvPr/>
        </p:nvSpPr>
        <p:spPr>
          <a:xfrm>
            <a:off x="6644456" y="1412749"/>
            <a:ext cx="1288564" cy="2160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Preprocess</a:t>
            </a:r>
            <a:endParaRPr kumimoji="1" lang="ja-JP" altLang="en-US" b="1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00CDB65-9E9E-F794-EDC5-C04DC0E6B028}"/>
              </a:ext>
            </a:extLst>
          </p:cNvPr>
          <p:cNvSpPr/>
          <p:nvPr/>
        </p:nvSpPr>
        <p:spPr>
          <a:xfrm>
            <a:off x="8867346" y="1412749"/>
            <a:ext cx="1288564" cy="2160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Evaluate</a:t>
            </a:r>
            <a:r>
              <a:rPr lang="ja-JP" altLang="en-US" b="1" dirty="0"/>
              <a:t> </a:t>
            </a:r>
            <a:r>
              <a:rPr lang="en-US" altLang="ja-JP" b="1" dirty="0"/>
              <a:t>risk</a:t>
            </a:r>
            <a:endParaRPr kumimoji="1" lang="ja-JP" altLang="en-US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C4BECCC-D45C-02CD-2DD5-2CEBC71A7517}"/>
              </a:ext>
            </a:extLst>
          </p:cNvPr>
          <p:cNvSpPr/>
          <p:nvPr/>
        </p:nvSpPr>
        <p:spPr>
          <a:xfrm>
            <a:off x="11310611" y="1412750"/>
            <a:ext cx="133863" cy="5341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E387C78-9CA5-741A-5177-03E17F2584B6}"/>
              </a:ext>
            </a:extLst>
          </p:cNvPr>
          <p:cNvSpPr/>
          <p:nvPr/>
        </p:nvSpPr>
        <p:spPr>
          <a:xfrm>
            <a:off x="12480039" y="3545222"/>
            <a:ext cx="1288564" cy="10767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Rank</a:t>
            </a:r>
            <a:r>
              <a:rPr lang="ja-JP" altLang="en-US" b="1" dirty="0"/>
              <a:t> </a:t>
            </a:r>
            <a:r>
              <a:rPr lang="en-US" altLang="ja-JP" b="1" dirty="0"/>
              <a:t>patients</a:t>
            </a:r>
            <a:endParaRPr kumimoji="1" lang="ja-JP" altLang="en-US" b="1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447A6E0-A1AA-661C-774A-B0B3E480D9F7}"/>
              </a:ext>
            </a:extLst>
          </p:cNvPr>
          <p:cNvSpPr/>
          <p:nvPr/>
        </p:nvSpPr>
        <p:spPr>
          <a:xfrm>
            <a:off x="14788865" y="3543312"/>
            <a:ext cx="1507616" cy="1076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Generate notification to </a:t>
            </a:r>
            <a:r>
              <a:rPr lang="en-US" altLang="ja-JP" b="1" dirty="0">
                <a:highlight>
                  <a:srgbClr val="FFFF00"/>
                </a:highlight>
              </a:rPr>
              <a:t>the</a:t>
            </a:r>
            <a:r>
              <a:rPr lang="en-US" altLang="ja-JP" b="1" dirty="0"/>
              <a:t> staff</a:t>
            </a:r>
            <a:endParaRPr kumimoji="1" lang="ja-JP" altLang="en-US" b="1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9E34457-813D-F6A7-1158-8428CD97298B}"/>
              </a:ext>
            </a:extLst>
          </p:cNvPr>
          <p:cNvSpPr/>
          <p:nvPr/>
        </p:nvSpPr>
        <p:spPr>
          <a:xfrm>
            <a:off x="14788864" y="4750181"/>
            <a:ext cx="1507617" cy="1076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b="1" dirty="0"/>
              <a:t>Generate notification to other staff</a:t>
            </a:r>
            <a:endParaRPr kumimoji="1" lang="ja-JP" altLang="en-US" b="1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C2A6E0D-5F4D-C282-C3B1-38E21F0AD898}"/>
              </a:ext>
            </a:extLst>
          </p:cNvPr>
          <p:cNvCxnSpPr>
            <a:cxnSpLocks/>
          </p:cNvCxnSpPr>
          <p:nvPr/>
        </p:nvCxnSpPr>
        <p:spPr>
          <a:xfrm flipH="1">
            <a:off x="3561714" y="2702451"/>
            <a:ext cx="308274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4BF912D-FC0C-B73D-340A-E133EF8EC51C}"/>
              </a:ext>
            </a:extLst>
          </p:cNvPr>
          <p:cNvCxnSpPr>
            <a:cxnSpLocks/>
          </p:cNvCxnSpPr>
          <p:nvPr/>
        </p:nvCxnSpPr>
        <p:spPr>
          <a:xfrm flipH="1">
            <a:off x="3561714" y="3207301"/>
            <a:ext cx="308274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EA9FA94-8D6E-1D31-4B5C-BE6C98E003D2}"/>
              </a:ext>
            </a:extLst>
          </p:cNvPr>
          <p:cNvCxnSpPr>
            <a:cxnSpLocks/>
            <a:stCxn id="15" idx="1"/>
            <a:endCxn id="14" idx="3"/>
          </p:cNvCxnSpPr>
          <p:nvPr/>
        </p:nvCxnSpPr>
        <p:spPr>
          <a:xfrm flipH="1">
            <a:off x="7933020" y="2492881"/>
            <a:ext cx="934326" cy="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BC195DF-CEDE-15E2-38D0-20BC432DA4BD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0155910" y="2492881"/>
            <a:ext cx="115470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022F615-5C91-6F7E-28FE-A1E25991DF9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015568" y="1679407"/>
            <a:ext cx="37377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835BEF6C-480D-59C4-E52A-DB903929A7DB}"/>
              </a:ext>
            </a:extLst>
          </p:cNvPr>
          <p:cNvCxnSpPr>
            <a:cxnSpLocks/>
          </p:cNvCxnSpPr>
          <p:nvPr/>
        </p:nvCxnSpPr>
        <p:spPr>
          <a:xfrm>
            <a:off x="9168888" y="1196752"/>
            <a:ext cx="0" cy="21347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63DF47CD-02C8-AA86-A50A-0C1ED3E7CBEE}"/>
              </a:ext>
            </a:extLst>
          </p:cNvPr>
          <p:cNvCxnSpPr>
            <a:cxnSpLocks/>
          </p:cNvCxnSpPr>
          <p:nvPr/>
        </p:nvCxnSpPr>
        <p:spPr>
          <a:xfrm flipH="1">
            <a:off x="5015568" y="1196752"/>
            <a:ext cx="415332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A7D1530-44D4-9F11-2606-A7858FFB6539}"/>
              </a:ext>
            </a:extLst>
          </p:cNvPr>
          <p:cNvCxnSpPr>
            <a:cxnSpLocks/>
          </p:cNvCxnSpPr>
          <p:nvPr/>
        </p:nvCxnSpPr>
        <p:spPr>
          <a:xfrm flipH="1">
            <a:off x="5015568" y="1484784"/>
            <a:ext cx="373774" cy="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96663AD-DA28-A9C8-AE07-5A3A25634DC4}"/>
              </a:ext>
            </a:extLst>
          </p:cNvPr>
          <p:cNvCxnSpPr>
            <a:cxnSpLocks/>
          </p:cNvCxnSpPr>
          <p:nvPr/>
        </p:nvCxnSpPr>
        <p:spPr>
          <a:xfrm>
            <a:off x="5015568" y="1196752"/>
            <a:ext cx="0" cy="28803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9D0F1A0A-053D-6A49-4923-2BD34E08CFAF}"/>
              </a:ext>
            </a:extLst>
          </p:cNvPr>
          <p:cNvCxnSpPr>
            <a:cxnSpLocks/>
          </p:cNvCxnSpPr>
          <p:nvPr/>
        </p:nvCxnSpPr>
        <p:spPr>
          <a:xfrm>
            <a:off x="9744952" y="1196752"/>
            <a:ext cx="0" cy="21347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82B9A280-0468-557E-9F81-FFC3577090AE}"/>
              </a:ext>
            </a:extLst>
          </p:cNvPr>
          <p:cNvCxnSpPr>
            <a:cxnSpLocks/>
          </p:cNvCxnSpPr>
          <p:nvPr/>
        </p:nvCxnSpPr>
        <p:spPr>
          <a:xfrm flipH="1">
            <a:off x="9744952" y="1196752"/>
            <a:ext cx="579772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D58DDD0-283A-2CAC-297D-8D3C1692825B}"/>
              </a:ext>
            </a:extLst>
          </p:cNvPr>
          <p:cNvSpPr txBox="1"/>
          <p:nvPr/>
        </p:nvSpPr>
        <p:spPr>
          <a:xfrm>
            <a:off x="3590528" y="2716594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E16E0413-AA77-166D-A25F-8152228F28B8}"/>
              </a:ext>
            </a:extLst>
          </p:cNvPr>
          <p:cNvSpPr txBox="1"/>
          <p:nvPr/>
        </p:nvSpPr>
        <p:spPr>
          <a:xfrm>
            <a:off x="3590528" y="218008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BD image</a:t>
            </a:r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C9198DD-CA27-5FB0-C4FB-A7CD521CBB87}"/>
              </a:ext>
            </a:extLst>
          </p:cNvPr>
          <p:cNvSpPr txBox="1"/>
          <p:nvPr/>
        </p:nvSpPr>
        <p:spPr>
          <a:xfrm>
            <a:off x="3590528" y="3179600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AF28D6E8-BD88-A864-DC48-1BD3067F8695}"/>
              </a:ext>
            </a:extLst>
          </p:cNvPr>
          <p:cNvSpPr/>
          <p:nvPr/>
        </p:nvSpPr>
        <p:spPr>
          <a:xfrm>
            <a:off x="-1562707" y="1412750"/>
            <a:ext cx="1562707" cy="5341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Sensing</a:t>
            </a:r>
            <a:endParaRPr kumimoji="1" lang="ja-JP" altLang="en-US" b="1" dirty="0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C4305EDB-CAB3-2CE8-3D70-752AA5C67F03}"/>
              </a:ext>
            </a:extLst>
          </p:cNvPr>
          <p:cNvCxnSpPr>
            <a:cxnSpLocks/>
          </p:cNvCxnSpPr>
          <p:nvPr/>
        </p:nvCxnSpPr>
        <p:spPr>
          <a:xfrm flipH="1">
            <a:off x="0" y="2558275"/>
            <a:ext cx="199900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FB3334A9-DC37-78C4-B7BE-611AAF3A32D2}"/>
              </a:ext>
            </a:extLst>
          </p:cNvPr>
          <p:cNvCxnSpPr>
            <a:cxnSpLocks/>
            <a:stCxn id="13" idx="1"/>
            <a:endCxn id="51" idx="3"/>
          </p:cNvCxnSpPr>
          <p:nvPr/>
        </p:nvCxnSpPr>
        <p:spPr>
          <a:xfrm flipH="1">
            <a:off x="0" y="4083582"/>
            <a:ext cx="199900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E5C450C5-5B99-C9A7-0D87-006D4DB4321C}"/>
              </a:ext>
            </a:extLst>
          </p:cNvPr>
          <p:cNvCxnSpPr>
            <a:cxnSpLocks/>
          </p:cNvCxnSpPr>
          <p:nvPr/>
        </p:nvCxnSpPr>
        <p:spPr>
          <a:xfrm flipH="1">
            <a:off x="0" y="5867524"/>
            <a:ext cx="202326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A4E382A-C128-1F4B-D4F2-F15EEFC58B7D}"/>
              </a:ext>
            </a:extLst>
          </p:cNvPr>
          <p:cNvSpPr txBox="1"/>
          <p:nvPr/>
        </p:nvSpPr>
        <p:spPr>
          <a:xfrm>
            <a:off x="-24259" y="4099816"/>
            <a:ext cx="202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RGB image</a:t>
            </a:r>
            <a:endParaRPr kumimoji="1" lang="ja-JP" altLang="en-US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B62D0E2-1115-2B66-3EF7-30FF5CE7C7A6}"/>
              </a:ext>
            </a:extLst>
          </p:cNvPr>
          <p:cNvSpPr txBox="1"/>
          <p:nvPr/>
        </p:nvSpPr>
        <p:spPr>
          <a:xfrm>
            <a:off x="0" y="2509463"/>
            <a:ext cx="1968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Background differencing (BD) image</a:t>
            </a:r>
            <a:endParaRPr kumimoji="1" lang="ja-JP" altLang="en-US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8E4EC25-0F00-E37F-C3F0-88FB549E11D2}"/>
              </a:ext>
            </a:extLst>
          </p:cNvPr>
          <p:cNvSpPr txBox="1"/>
          <p:nvPr/>
        </p:nvSpPr>
        <p:spPr>
          <a:xfrm>
            <a:off x="-24257" y="5883758"/>
            <a:ext cx="202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PointCloud</a:t>
            </a:r>
            <a:endParaRPr kumimoji="1" lang="ja-JP" altLang="en-US" dirty="0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52A18704-3FFD-3CCC-B902-D1675A9E7610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11444474" y="4083582"/>
            <a:ext cx="1035565" cy="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楕円 64">
            <a:extLst>
              <a:ext uri="{FF2B5EF4-FFF2-40B4-BE49-F238E27FC236}">
                <a16:creationId xmlns:a16="http://schemas.microsoft.com/office/drawing/2014/main" id="{2F94339D-0979-2AF8-0CF3-0C9B3324F51D}"/>
              </a:ext>
            </a:extLst>
          </p:cNvPr>
          <p:cNvSpPr/>
          <p:nvPr/>
        </p:nvSpPr>
        <p:spPr>
          <a:xfrm>
            <a:off x="11916573" y="4046215"/>
            <a:ext cx="74732" cy="74732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017BB350-795C-6382-EEF6-483662E9BF25}"/>
              </a:ext>
            </a:extLst>
          </p:cNvPr>
          <p:cNvCxnSpPr>
            <a:cxnSpLocks/>
            <a:stCxn id="65" idx="4"/>
          </p:cNvCxnSpPr>
          <p:nvPr/>
        </p:nvCxnSpPr>
        <p:spPr>
          <a:xfrm>
            <a:off x="11953939" y="4120947"/>
            <a:ext cx="0" cy="146829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39C7EEB9-214E-590C-4E3D-4ECE41E6083F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3768603" y="4083582"/>
            <a:ext cx="102026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楕円 74">
            <a:extLst>
              <a:ext uri="{FF2B5EF4-FFF2-40B4-BE49-F238E27FC236}">
                <a16:creationId xmlns:a16="http://schemas.microsoft.com/office/drawing/2014/main" id="{B227C2C5-FCFA-638F-0D08-E367D92CB3BE}"/>
              </a:ext>
            </a:extLst>
          </p:cNvPr>
          <p:cNvSpPr/>
          <p:nvPr/>
        </p:nvSpPr>
        <p:spPr>
          <a:xfrm>
            <a:off x="14257336" y="4046215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9E134162-35DC-554C-E295-12B410059461}"/>
              </a:ext>
            </a:extLst>
          </p:cNvPr>
          <p:cNvCxnSpPr>
            <a:cxnSpLocks/>
            <a:stCxn id="75" idx="4"/>
          </p:cNvCxnSpPr>
          <p:nvPr/>
        </p:nvCxnSpPr>
        <p:spPr>
          <a:xfrm>
            <a:off x="14294702" y="4120947"/>
            <a:ext cx="0" cy="9642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0F28AE80-C2D2-ED1C-1EEA-5FD634A67661}"/>
              </a:ext>
            </a:extLst>
          </p:cNvPr>
          <p:cNvCxnSpPr>
            <a:cxnSpLocks/>
          </p:cNvCxnSpPr>
          <p:nvPr/>
        </p:nvCxnSpPr>
        <p:spPr>
          <a:xfrm flipH="1">
            <a:off x="11953939" y="5579793"/>
            <a:ext cx="2834925" cy="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1A4E334C-7705-00AC-0BCD-A68EB21DF30A}"/>
              </a:ext>
            </a:extLst>
          </p:cNvPr>
          <p:cNvCxnSpPr>
            <a:cxnSpLocks/>
          </p:cNvCxnSpPr>
          <p:nvPr/>
        </p:nvCxnSpPr>
        <p:spPr>
          <a:xfrm flipH="1">
            <a:off x="14294702" y="5085184"/>
            <a:ext cx="49416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FCEE8BDC-78CF-5636-AB24-2559E107E46F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6296481" y="4081672"/>
            <a:ext cx="596699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F25B619D-6505-65E5-8790-35F3107816C4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6296481" y="5286629"/>
            <a:ext cx="596699" cy="191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56148F3C-8175-13E2-B2AC-3D1A46C9C746}"/>
              </a:ext>
            </a:extLst>
          </p:cNvPr>
          <p:cNvCxnSpPr>
            <a:cxnSpLocks/>
          </p:cNvCxnSpPr>
          <p:nvPr/>
        </p:nvCxnSpPr>
        <p:spPr>
          <a:xfrm flipH="1" flipV="1">
            <a:off x="15542672" y="1196751"/>
            <a:ext cx="1" cy="2376261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86E7705-4506-4FFD-69EA-C242F3306205}"/>
              </a:ext>
            </a:extLst>
          </p:cNvPr>
          <p:cNvSpPr txBox="1"/>
          <p:nvPr/>
        </p:nvSpPr>
        <p:spPr>
          <a:xfrm>
            <a:off x="7947850" y="2679234"/>
            <a:ext cx="919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values</a:t>
            </a:r>
            <a:endParaRPr kumimoji="1" lang="ja-JP" altLang="en-US" dirty="0"/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2F963498-3A9F-F715-C14F-F1E7E174157D}"/>
              </a:ext>
            </a:extLst>
          </p:cNvPr>
          <p:cNvSpPr txBox="1"/>
          <p:nvPr/>
        </p:nvSpPr>
        <p:spPr>
          <a:xfrm>
            <a:off x="10155910" y="2679234"/>
            <a:ext cx="114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Total risk</a:t>
            </a:r>
            <a:endParaRPr kumimoji="1" lang="ja-JP" altLang="en-US" dirty="0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65EF2E23-5360-268E-D063-AEA65EB14929}"/>
              </a:ext>
            </a:extLst>
          </p:cNvPr>
          <p:cNvSpPr/>
          <p:nvPr/>
        </p:nvSpPr>
        <p:spPr>
          <a:xfrm>
            <a:off x="5389342" y="4595530"/>
            <a:ext cx="881340" cy="5383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6006F687-5578-9D63-717A-F6495EDC4C1B}"/>
              </a:ext>
            </a:extLst>
          </p:cNvPr>
          <p:cNvCxnSpPr>
            <a:cxnSpLocks/>
          </p:cNvCxnSpPr>
          <p:nvPr/>
        </p:nvCxnSpPr>
        <p:spPr>
          <a:xfrm>
            <a:off x="5015568" y="4864710"/>
            <a:ext cx="0" cy="5254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AE278DCC-372F-0D32-5356-F5C21418B599}"/>
              </a:ext>
            </a:extLst>
          </p:cNvPr>
          <p:cNvCxnSpPr>
            <a:cxnSpLocks/>
          </p:cNvCxnSpPr>
          <p:nvPr/>
        </p:nvCxnSpPr>
        <p:spPr>
          <a:xfrm flipH="1">
            <a:off x="3561714" y="5390167"/>
            <a:ext cx="308274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楕円 104">
            <a:extLst>
              <a:ext uri="{FF2B5EF4-FFF2-40B4-BE49-F238E27FC236}">
                <a16:creationId xmlns:a16="http://schemas.microsoft.com/office/drawing/2014/main" id="{E334CFBB-010C-1E68-863A-75030E5547B9}"/>
              </a:ext>
            </a:extLst>
          </p:cNvPr>
          <p:cNvSpPr/>
          <p:nvPr/>
        </p:nvSpPr>
        <p:spPr>
          <a:xfrm>
            <a:off x="4978202" y="5355031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1FFDDE70-2C30-1519-3C35-E915037A1A0C}"/>
              </a:ext>
            </a:extLst>
          </p:cNvPr>
          <p:cNvCxnSpPr>
            <a:cxnSpLocks/>
            <a:endCxn id="102" idx="3"/>
          </p:cNvCxnSpPr>
          <p:nvPr/>
        </p:nvCxnSpPr>
        <p:spPr>
          <a:xfrm flipH="1">
            <a:off x="6270682" y="4864710"/>
            <a:ext cx="37377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5AEE5CD8-8E90-E6B4-FEC2-C5DB8C6CB356}"/>
              </a:ext>
            </a:extLst>
          </p:cNvPr>
          <p:cNvSpPr/>
          <p:nvPr/>
        </p:nvSpPr>
        <p:spPr>
          <a:xfrm>
            <a:off x="6644456" y="4598052"/>
            <a:ext cx="1288564" cy="2160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Preprocess</a:t>
            </a:r>
            <a:endParaRPr kumimoji="1" lang="ja-JP" altLang="en-US" b="1" dirty="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14933C54-5F86-3A7E-66B3-5E17EFB47910}"/>
              </a:ext>
            </a:extLst>
          </p:cNvPr>
          <p:cNvSpPr/>
          <p:nvPr/>
        </p:nvSpPr>
        <p:spPr>
          <a:xfrm>
            <a:off x="8867346" y="4598052"/>
            <a:ext cx="1288564" cy="2160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Evaluate</a:t>
            </a:r>
            <a:r>
              <a:rPr lang="ja-JP" altLang="en-US" b="1" dirty="0"/>
              <a:t> </a:t>
            </a:r>
            <a:r>
              <a:rPr lang="en-US" altLang="ja-JP" b="1" dirty="0"/>
              <a:t>risk</a:t>
            </a:r>
            <a:endParaRPr kumimoji="1" lang="ja-JP" altLang="en-US" b="1" dirty="0"/>
          </a:p>
        </p:txBody>
      </p: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089BE69B-505D-F2BB-A551-02AA802045B6}"/>
              </a:ext>
            </a:extLst>
          </p:cNvPr>
          <p:cNvCxnSpPr>
            <a:cxnSpLocks/>
          </p:cNvCxnSpPr>
          <p:nvPr/>
        </p:nvCxnSpPr>
        <p:spPr>
          <a:xfrm flipH="1">
            <a:off x="3561714" y="5887754"/>
            <a:ext cx="308274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72C4904A-4A03-355C-B24B-426221C521DF}"/>
              </a:ext>
            </a:extLst>
          </p:cNvPr>
          <p:cNvCxnSpPr>
            <a:cxnSpLocks/>
          </p:cNvCxnSpPr>
          <p:nvPr/>
        </p:nvCxnSpPr>
        <p:spPr>
          <a:xfrm flipH="1">
            <a:off x="3561714" y="6392604"/>
            <a:ext cx="308274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7570E835-3660-3CAB-D775-6A4EBA531643}"/>
              </a:ext>
            </a:extLst>
          </p:cNvPr>
          <p:cNvCxnSpPr>
            <a:cxnSpLocks/>
            <a:stCxn id="108" idx="1"/>
            <a:endCxn id="107" idx="3"/>
          </p:cNvCxnSpPr>
          <p:nvPr/>
        </p:nvCxnSpPr>
        <p:spPr>
          <a:xfrm flipH="1">
            <a:off x="7933020" y="5678184"/>
            <a:ext cx="934326" cy="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52F93A4A-68EB-BEB0-C8A3-40FD29C673EE}"/>
              </a:ext>
            </a:extLst>
          </p:cNvPr>
          <p:cNvCxnSpPr>
            <a:cxnSpLocks/>
            <a:endCxn id="108" idx="3"/>
          </p:cNvCxnSpPr>
          <p:nvPr/>
        </p:nvCxnSpPr>
        <p:spPr>
          <a:xfrm flipH="1">
            <a:off x="10155910" y="5678184"/>
            <a:ext cx="115470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7BD038CD-9B44-EAC0-A08E-24038E51AADC}"/>
              </a:ext>
            </a:extLst>
          </p:cNvPr>
          <p:cNvCxnSpPr>
            <a:cxnSpLocks/>
            <a:stCxn id="102" idx="1"/>
          </p:cNvCxnSpPr>
          <p:nvPr/>
        </p:nvCxnSpPr>
        <p:spPr>
          <a:xfrm flipH="1">
            <a:off x="5015568" y="4864710"/>
            <a:ext cx="37377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CC3A9D32-7B34-199C-434A-77D889B3F044}"/>
              </a:ext>
            </a:extLst>
          </p:cNvPr>
          <p:cNvCxnSpPr>
            <a:cxnSpLocks/>
          </p:cNvCxnSpPr>
          <p:nvPr/>
        </p:nvCxnSpPr>
        <p:spPr>
          <a:xfrm>
            <a:off x="9168888" y="4382055"/>
            <a:ext cx="0" cy="21347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91877886-E34A-8414-3AA1-7173755164D0}"/>
              </a:ext>
            </a:extLst>
          </p:cNvPr>
          <p:cNvCxnSpPr>
            <a:cxnSpLocks/>
          </p:cNvCxnSpPr>
          <p:nvPr/>
        </p:nvCxnSpPr>
        <p:spPr>
          <a:xfrm flipH="1">
            <a:off x="5015568" y="4382055"/>
            <a:ext cx="415332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7DE98F5A-D776-17A1-B329-AC481CBCCB2A}"/>
              </a:ext>
            </a:extLst>
          </p:cNvPr>
          <p:cNvCxnSpPr>
            <a:cxnSpLocks/>
          </p:cNvCxnSpPr>
          <p:nvPr/>
        </p:nvCxnSpPr>
        <p:spPr>
          <a:xfrm flipH="1">
            <a:off x="5015568" y="4670087"/>
            <a:ext cx="373774" cy="0"/>
          </a:xfrm>
          <a:prstGeom prst="line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40E6CBFB-A228-03EA-6EF9-218FF7EDDDF6}"/>
              </a:ext>
            </a:extLst>
          </p:cNvPr>
          <p:cNvCxnSpPr>
            <a:cxnSpLocks/>
          </p:cNvCxnSpPr>
          <p:nvPr/>
        </p:nvCxnSpPr>
        <p:spPr>
          <a:xfrm>
            <a:off x="5015568" y="4382055"/>
            <a:ext cx="0" cy="28803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7EB0C2D8-CC47-1B43-5C46-724D7798CB29}"/>
              </a:ext>
            </a:extLst>
          </p:cNvPr>
          <p:cNvCxnSpPr>
            <a:cxnSpLocks/>
          </p:cNvCxnSpPr>
          <p:nvPr/>
        </p:nvCxnSpPr>
        <p:spPr>
          <a:xfrm>
            <a:off x="9744952" y="4382055"/>
            <a:ext cx="0" cy="21347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53F0BF0F-145F-F46B-61F2-88B5A0176B19}"/>
              </a:ext>
            </a:extLst>
          </p:cNvPr>
          <p:cNvSpPr txBox="1"/>
          <p:nvPr/>
        </p:nvSpPr>
        <p:spPr>
          <a:xfrm>
            <a:off x="3590528" y="5884901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69A8C39A-926A-56DF-56F6-9AE251819F49}"/>
              </a:ext>
            </a:extLst>
          </p:cNvPr>
          <p:cNvSpPr txBox="1"/>
          <p:nvPr/>
        </p:nvSpPr>
        <p:spPr>
          <a:xfrm>
            <a:off x="3590528" y="5365388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BD image</a:t>
            </a:r>
            <a:endParaRPr kumimoji="1" lang="ja-JP" altLang="en-US" dirty="0"/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EC643F55-3577-4A29-0160-4237DDDCAA50}"/>
              </a:ext>
            </a:extLst>
          </p:cNvPr>
          <p:cNvSpPr txBox="1"/>
          <p:nvPr/>
        </p:nvSpPr>
        <p:spPr>
          <a:xfrm>
            <a:off x="3590528" y="6355250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E3BBDB1E-3AD6-9B36-E1FE-7DAE503C32A8}"/>
              </a:ext>
            </a:extLst>
          </p:cNvPr>
          <p:cNvSpPr txBox="1"/>
          <p:nvPr/>
        </p:nvSpPr>
        <p:spPr>
          <a:xfrm>
            <a:off x="7947850" y="5864537"/>
            <a:ext cx="919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values</a:t>
            </a:r>
            <a:endParaRPr kumimoji="1" lang="ja-JP" altLang="en-US" dirty="0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C4EC207B-F496-4FBC-565E-ACFF7C7BC2FD}"/>
              </a:ext>
            </a:extLst>
          </p:cNvPr>
          <p:cNvSpPr txBox="1"/>
          <p:nvPr/>
        </p:nvSpPr>
        <p:spPr>
          <a:xfrm>
            <a:off x="10155910" y="5864537"/>
            <a:ext cx="114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Total risk</a:t>
            </a:r>
            <a:endParaRPr kumimoji="1" lang="ja-JP" altLang="en-US" dirty="0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C48C0EA0-0011-9B14-1F02-4B1F87D66247}"/>
              </a:ext>
            </a:extLst>
          </p:cNvPr>
          <p:cNvSpPr txBox="1"/>
          <p:nvPr/>
        </p:nvSpPr>
        <p:spPr>
          <a:xfrm rot="5400000">
            <a:off x="7101706" y="372216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…</a:t>
            </a:r>
            <a:endParaRPr kumimoji="1" lang="ja-JP" altLang="en-US" sz="3200" b="1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3264013A-AA2F-B6CE-D73A-ED366967839B}"/>
              </a:ext>
            </a:extLst>
          </p:cNvPr>
          <p:cNvSpPr txBox="1"/>
          <p:nvPr/>
        </p:nvSpPr>
        <p:spPr>
          <a:xfrm>
            <a:off x="11374010" y="3695567"/>
            <a:ext cx="114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Risks</a:t>
            </a:r>
            <a:endParaRPr kumimoji="1" lang="ja-JP" altLang="en-US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20029A60-99A1-71E0-E795-AB2A4E43A0D3}"/>
              </a:ext>
            </a:extLst>
          </p:cNvPr>
          <p:cNvSpPr txBox="1"/>
          <p:nvPr/>
        </p:nvSpPr>
        <p:spPr>
          <a:xfrm>
            <a:off x="13708111" y="3695567"/>
            <a:ext cx="114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Ranking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3404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B50DD555-D60A-A297-4106-94ABC1AAE597}"/>
              </a:ext>
            </a:extLst>
          </p:cNvPr>
          <p:cNvCxnSpPr>
            <a:cxnSpLocks/>
          </p:cNvCxnSpPr>
          <p:nvPr/>
        </p:nvCxnSpPr>
        <p:spPr>
          <a:xfrm>
            <a:off x="8051281" y="468711"/>
            <a:ext cx="0" cy="495109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C81B2D5D-25E2-E7DC-2C26-9CCEB04DDF35}"/>
              </a:ext>
            </a:extLst>
          </p:cNvPr>
          <p:cNvCxnSpPr>
            <a:cxnSpLocks/>
          </p:cNvCxnSpPr>
          <p:nvPr/>
        </p:nvCxnSpPr>
        <p:spPr>
          <a:xfrm>
            <a:off x="8137045" y="468711"/>
            <a:ext cx="0" cy="344786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0F92966B-4ECD-E099-5424-F2C83262FBB4}"/>
              </a:ext>
            </a:extLst>
          </p:cNvPr>
          <p:cNvCxnSpPr>
            <a:cxnSpLocks/>
          </p:cNvCxnSpPr>
          <p:nvPr/>
        </p:nvCxnSpPr>
        <p:spPr>
          <a:xfrm>
            <a:off x="8253549" y="468711"/>
            <a:ext cx="0" cy="1870171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47F7A621-E252-168C-746D-B74857BDB586}"/>
              </a:ext>
            </a:extLst>
          </p:cNvPr>
          <p:cNvSpPr/>
          <p:nvPr/>
        </p:nvSpPr>
        <p:spPr>
          <a:xfrm>
            <a:off x="5195586" y="5419803"/>
            <a:ext cx="3291185" cy="11775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D006481C-AE94-B41F-BBFC-41DE801F00ED}"/>
              </a:ext>
            </a:extLst>
          </p:cNvPr>
          <p:cNvSpPr/>
          <p:nvPr/>
        </p:nvSpPr>
        <p:spPr>
          <a:xfrm>
            <a:off x="5195586" y="2355699"/>
            <a:ext cx="3291185" cy="13185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4AB69C7-25AA-3589-813F-1CA630AA9871}"/>
              </a:ext>
            </a:extLst>
          </p:cNvPr>
          <p:cNvSpPr/>
          <p:nvPr/>
        </p:nvSpPr>
        <p:spPr>
          <a:xfrm>
            <a:off x="5195586" y="3916580"/>
            <a:ext cx="3291185" cy="1248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B6C57484-04AE-3E7A-9702-57AC9DDD32D0}"/>
              </a:ext>
            </a:extLst>
          </p:cNvPr>
          <p:cNvSpPr txBox="1"/>
          <p:nvPr/>
        </p:nvSpPr>
        <p:spPr>
          <a:xfrm>
            <a:off x="7859333" y="3916579"/>
            <a:ext cx="622286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Static</a:t>
            </a:r>
            <a:endParaRPr kumimoji="1" lang="ja-JP" altLang="en-US" sz="1400" b="1" dirty="0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EBE321E-24D0-814C-E3C8-EE94400AF379}"/>
              </a:ext>
            </a:extLst>
          </p:cNvPr>
          <p:cNvSpPr/>
          <p:nvPr/>
        </p:nvSpPr>
        <p:spPr>
          <a:xfrm>
            <a:off x="5195586" y="732139"/>
            <a:ext cx="3291185" cy="13626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EA03E80-DB55-8196-B4E1-FF9FA759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提案手法概要　詳細システム図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021D9A-F19A-79EF-B126-65DE884D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61</a:t>
            </a:fld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81AF968-5FDD-EB69-6C46-2E88D72174B3}"/>
              </a:ext>
            </a:extLst>
          </p:cNvPr>
          <p:cNvSpPr/>
          <p:nvPr/>
        </p:nvSpPr>
        <p:spPr>
          <a:xfrm>
            <a:off x="10773563" y="3432734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Total risk</a:t>
            </a:r>
            <a:endParaRPr kumimoji="1" lang="ja-JP" altLang="en-US" b="1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0912CC5-A0DE-38CD-2A4D-0FE4103480C0}"/>
              </a:ext>
            </a:extLst>
          </p:cNvPr>
          <p:cNvSpPr/>
          <p:nvPr/>
        </p:nvSpPr>
        <p:spPr>
          <a:xfrm>
            <a:off x="8967484" y="1865368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Internal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D8DBE6B-D278-0030-FE3A-F2F3A1E08D4A}"/>
              </a:ext>
            </a:extLst>
          </p:cNvPr>
          <p:cNvSpPr/>
          <p:nvPr/>
        </p:nvSpPr>
        <p:spPr>
          <a:xfrm>
            <a:off x="8967484" y="5000099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External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06D51E5-E658-5794-CE04-B07C920C8689}"/>
              </a:ext>
            </a:extLst>
          </p:cNvPr>
          <p:cNvSpPr/>
          <p:nvPr/>
        </p:nvSpPr>
        <p:spPr>
          <a:xfrm>
            <a:off x="7009246" y="1067208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Attribution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16945FC-456C-2349-97CF-994164DD94FE}"/>
              </a:ext>
            </a:extLst>
          </p:cNvPr>
          <p:cNvSpPr/>
          <p:nvPr/>
        </p:nvSpPr>
        <p:spPr>
          <a:xfrm>
            <a:off x="7009808" y="2663529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8590DD4-D021-1753-5808-BAFDA5B80F62}"/>
              </a:ext>
            </a:extLst>
          </p:cNvPr>
          <p:cNvSpPr/>
          <p:nvPr/>
        </p:nvSpPr>
        <p:spPr>
          <a:xfrm>
            <a:off x="7009246" y="4259858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Objects</a:t>
            </a:r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043245-95C4-58E9-65A3-08851CB66658}"/>
              </a:ext>
            </a:extLst>
          </p:cNvPr>
          <p:cNvSpPr/>
          <p:nvPr/>
        </p:nvSpPr>
        <p:spPr>
          <a:xfrm>
            <a:off x="7009246" y="5740340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Surrounding staff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3918050-29FE-A038-A4A9-7769F24D08B4}"/>
              </a:ext>
            </a:extLst>
          </p:cNvPr>
          <p:cNvSpPr/>
          <p:nvPr/>
        </p:nvSpPr>
        <p:spPr>
          <a:xfrm>
            <a:off x="5329938" y="798454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Patient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6063BF2-8AE6-C8F3-038B-0B37AD4EE9BB}"/>
              </a:ext>
            </a:extLst>
          </p:cNvPr>
          <p:cNvSpPr/>
          <p:nvPr/>
        </p:nvSpPr>
        <p:spPr>
          <a:xfrm>
            <a:off x="5329938" y="1516834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Age</a:t>
            </a:r>
            <a:endParaRPr kumimoji="1" lang="ja-JP" altLang="en-US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19EE6B1-6259-2768-4B42-DB967DFC6CBC}"/>
              </a:ext>
            </a:extLst>
          </p:cNvPr>
          <p:cNvSpPr/>
          <p:nvPr/>
        </p:nvSpPr>
        <p:spPr>
          <a:xfrm>
            <a:off x="5329938" y="233888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 1</a:t>
            </a:r>
            <a:endParaRPr kumimoji="1" lang="ja-JP" altLang="en-US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55AB707-8763-D4B1-20D4-D3A3504B1693}"/>
              </a:ext>
            </a:extLst>
          </p:cNvPr>
          <p:cNvSpPr/>
          <p:nvPr/>
        </p:nvSpPr>
        <p:spPr>
          <a:xfrm>
            <a:off x="5329938" y="320097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C9208A6-4BD2-11C1-4544-C10F041F4CF2}"/>
              </a:ext>
            </a:extLst>
          </p:cNvPr>
          <p:cNvSpPr/>
          <p:nvPr/>
        </p:nvSpPr>
        <p:spPr>
          <a:xfrm>
            <a:off x="5329938" y="4019133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 1</a:t>
            </a:r>
            <a:endParaRPr kumimoji="1" lang="ja-JP" altLang="en-US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9AD9BC2-1500-E24C-EEFB-98B7A0960F46}"/>
              </a:ext>
            </a:extLst>
          </p:cNvPr>
          <p:cNvSpPr/>
          <p:nvPr/>
        </p:nvSpPr>
        <p:spPr>
          <a:xfrm>
            <a:off x="5329938" y="4681454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997798F-2573-0BC9-CDC4-D89C05227A41}"/>
              </a:ext>
            </a:extLst>
          </p:cNvPr>
          <p:cNvSpPr/>
          <p:nvPr/>
        </p:nvSpPr>
        <p:spPr>
          <a:xfrm>
            <a:off x="5329938" y="5499615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Distance</a:t>
            </a:r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5DBDA60-68BB-403F-D668-313D0A716E4B}"/>
              </a:ext>
            </a:extLst>
          </p:cNvPr>
          <p:cNvSpPr/>
          <p:nvPr/>
        </p:nvSpPr>
        <p:spPr>
          <a:xfrm>
            <a:off x="3523858" y="798454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</a:t>
            </a:r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8302BCB-014B-C492-0D13-5F79BD6425EE}"/>
              </a:ext>
            </a:extLst>
          </p:cNvPr>
          <p:cNvSpPr/>
          <p:nvPr/>
        </p:nvSpPr>
        <p:spPr>
          <a:xfrm>
            <a:off x="3523858" y="2334993"/>
            <a:ext cx="1288564" cy="122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Pose similarity evaluator</a:t>
            </a:r>
          </a:p>
          <a:p>
            <a:pPr algn="ctr"/>
            <a:r>
              <a:rPr lang="en-US" altLang="ja-JP" dirty="0"/>
              <a:t>with YOLO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67AF72C-B334-4C1D-B112-16FBB274CE52}"/>
              </a:ext>
            </a:extLst>
          </p:cNvPr>
          <p:cNvSpPr/>
          <p:nvPr/>
        </p:nvSpPr>
        <p:spPr>
          <a:xfrm>
            <a:off x="3523858" y="4019133"/>
            <a:ext cx="1288564" cy="10206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</a:t>
            </a:r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7289399-F058-719A-CECC-3622FFFF8127}"/>
              </a:ext>
            </a:extLst>
          </p:cNvPr>
          <p:cNvSpPr/>
          <p:nvPr/>
        </p:nvSpPr>
        <p:spPr>
          <a:xfrm>
            <a:off x="3523858" y="5499615"/>
            <a:ext cx="1288564" cy="10206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Relative position calculator</a:t>
            </a:r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A47F16B-4C85-55F1-0D49-52C5992B3CC9}"/>
              </a:ext>
            </a:extLst>
          </p:cNvPr>
          <p:cNvSpPr/>
          <p:nvPr/>
        </p:nvSpPr>
        <p:spPr>
          <a:xfrm>
            <a:off x="2508166" y="798454"/>
            <a:ext cx="881340" cy="5383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47D71B5-D653-5B8F-7A84-7CCB1147C7F2}"/>
              </a:ext>
            </a:extLst>
          </p:cNvPr>
          <p:cNvSpPr/>
          <p:nvPr/>
        </p:nvSpPr>
        <p:spPr>
          <a:xfrm>
            <a:off x="2508166" y="2331699"/>
            <a:ext cx="881340" cy="6121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D6D5AFE-DC75-DFE2-A150-26C85A9DD8E8}"/>
              </a:ext>
            </a:extLst>
          </p:cNvPr>
          <p:cNvSpPr/>
          <p:nvPr/>
        </p:nvSpPr>
        <p:spPr>
          <a:xfrm>
            <a:off x="2508166" y="4012546"/>
            <a:ext cx="881340" cy="5136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073D9BC-E27A-6630-F972-C5F53F0446D1}"/>
              </a:ext>
            </a:extLst>
          </p:cNvPr>
          <p:cNvSpPr/>
          <p:nvPr/>
        </p:nvSpPr>
        <p:spPr>
          <a:xfrm>
            <a:off x="2508166" y="6015436"/>
            <a:ext cx="881340" cy="510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DA0B09B-5E46-E218-D45E-0A41ED13C43F}"/>
              </a:ext>
            </a:extLst>
          </p:cNvPr>
          <p:cNvSpPr/>
          <p:nvPr/>
        </p:nvSpPr>
        <p:spPr>
          <a:xfrm>
            <a:off x="130002" y="1290863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Bounding box RGB image</a:t>
            </a:r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52E8DC4F-DD9F-DC9A-6307-C8737AAFE2F3}"/>
              </a:ext>
            </a:extLst>
          </p:cNvPr>
          <p:cNvSpPr/>
          <p:nvPr/>
        </p:nvSpPr>
        <p:spPr>
          <a:xfrm>
            <a:off x="130002" y="5318746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Extracted </a:t>
            </a:r>
            <a:r>
              <a:rPr kumimoji="1" lang="en-US" altLang="ja-JP" dirty="0" err="1"/>
              <a:t>PointCloud</a:t>
            </a:r>
            <a:endParaRPr kumimoji="1" lang="ja-JP" altLang="en-US" dirty="0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5AC8012-AF22-4864-55E2-70353676769C}"/>
              </a:ext>
            </a:extLst>
          </p:cNvPr>
          <p:cNvSpPr/>
          <p:nvPr/>
        </p:nvSpPr>
        <p:spPr>
          <a:xfrm>
            <a:off x="130002" y="3280744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Background differencing</a:t>
            </a:r>
          </a:p>
          <a:p>
            <a:pPr algn="ctr"/>
            <a:r>
              <a:rPr kumimoji="1" lang="en-US" altLang="ja-JP" dirty="0"/>
              <a:t>RGB image</a:t>
            </a:r>
            <a:endParaRPr kumimoji="1" lang="ja-JP" altLang="en-US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F164B44-25DF-B518-6878-91CEF6203C4B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6491730" y="977624"/>
            <a:ext cx="517516" cy="35918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DD08562-D251-B1CA-41DD-99C38BB9C872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6491730" y="1336813"/>
            <a:ext cx="517516" cy="3591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1BC87998-3EA1-A4DB-AFD9-CB1EF3610EE8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6491730" y="2933134"/>
            <a:ext cx="518078" cy="44700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CF32EEA-3587-7916-4FFB-A2D35438E6FA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>
            <a:off x="6491730" y="2518052"/>
            <a:ext cx="518078" cy="41508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AB6BACCA-0F75-70E5-8794-7D17D4BA08B7}"/>
              </a:ext>
            </a:extLst>
          </p:cNvPr>
          <p:cNvCxnSpPr>
            <a:cxnSpLocks/>
            <a:stCxn id="15" idx="3"/>
            <a:endCxn id="9" idx="1"/>
          </p:cNvCxnSpPr>
          <p:nvPr/>
        </p:nvCxnSpPr>
        <p:spPr>
          <a:xfrm>
            <a:off x="6491730" y="4198303"/>
            <a:ext cx="517516" cy="331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1810915-73E9-445F-2BB4-72E89F47F4FB}"/>
              </a:ext>
            </a:extLst>
          </p:cNvPr>
          <p:cNvCxnSpPr>
            <a:cxnSpLocks/>
            <a:stCxn id="16" idx="3"/>
            <a:endCxn id="9" idx="1"/>
          </p:cNvCxnSpPr>
          <p:nvPr/>
        </p:nvCxnSpPr>
        <p:spPr>
          <a:xfrm flipV="1">
            <a:off x="6491730" y="4529463"/>
            <a:ext cx="517516" cy="33116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D6F3029B-4646-F643-E71A-73604302E7DA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>
            <a:off x="6491730" y="5678785"/>
            <a:ext cx="517516" cy="33116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4A74273-B6BB-58C4-0824-0235BD494B97}"/>
              </a:ext>
            </a:extLst>
          </p:cNvPr>
          <p:cNvCxnSpPr>
            <a:cxnSpLocks/>
            <a:stCxn id="78" idx="3"/>
            <a:endCxn id="10" idx="1"/>
          </p:cNvCxnSpPr>
          <p:nvPr/>
        </p:nvCxnSpPr>
        <p:spPr>
          <a:xfrm flipV="1">
            <a:off x="6491730" y="6009945"/>
            <a:ext cx="517516" cy="33116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B6B91F3-7000-C132-0A06-952F060890FE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V="1">
            <a:off x="8449406" y="5269704"/>
            <a:ext cx="518078" cy="7402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C98F42B-2FBA-C4AB-ACE3-21D1E2A5956F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8449406" y="4529463"/>
            <a:ext cx="518078" cy="7402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4C4D5AB-7352-F36E-3354-192CD809A7B9}"/>
              </a:ext>
            </a:extLst>
          </p:cNvPr>
          <p:cNvSpPr txBox="1"/>
          <p:nvPr/>
        </p:nvSpPr>
        <p:spPr>
          <a:xfrm>
            <a:off x="9660244" y="5753917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EE272E6-ED8A-27C0-043E-4417E8458C00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8449406" y="1336813"/>
            <a:ext cx="518078" cy="7981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C3528709-0FAD-35F1-7BCD-0F413253DBDE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8449968" y="2134973"/>
            <a:ext cx="517516" cy="7981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D238C34C-6674-6D36-B269-7EC29615443F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10256048" y="2134973"/>
            <a:ext cx="517515" cy="156736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C069A01-7AF8-F470-6C4E-54AA656A0A72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0256048" y="3702339"/>
            <a:ext cx="517515" cy="15673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FA986D8-3C27-DE91-33FF-12B1303B9403}"/>
              </a:ext>
            </a:extLst>
          </p:cNvPr>
          <p:cNvCxnSpPr>
            <a:cxnSpLocks/>
          </p:cNvCxnSpPr>
          <p:nvPr/>
        </p:nvCxnSpPr>
        <p:spPr>
          <a:xfrm>
            <a:off x="2002210" y="1713379"/>
            <a:ext cx="0" cy="314724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8668BC42-8392-874B-1748-9F10DA4CD1C7}"/>
              </a:ext>
            </a:extLst>
          </p:cNvPr>
          <p:cNvCxnSpPr>
            <a:cxnSpLocks/>
          </p:cNvCxnSpPr>
          <p:nvPr/>
        </p:nvCxnSpPr>
        <p:spPr>
          <a:xfrm flipH="1">
            <a:off x="2002210" y="1713379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81D84F9-DDCF-F92C-3AEE-46088C7A1DD1}"/>
              </a:ext>
            </a:extLst>
          </p:cNvPr>
          <p:cNvCxnSpPr>
            <a:cxnSpLocks/>
          </p:cNvCxnSpPr>
          <p:nvPr/>
        </p:nvCxnSpPr>
        <p:spPr>
          <a:xfrm flipH="1">
            <a:off x="2002210" y="3340967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337E31A0-D793-36BE-D8CE-D86ACE580766}"/>
              </a:ext>
            </a:extLst>
          </p:cNvPr>
          <p:cNvCxnSpPr>
            <a:cxnSpLocks/>
          </p:cNvCxnSpPr>
          <p:nvPr/>
        </p:nvCxnSpPr>
        <p:spPr>
          <a:xfrm flipH="1">
            <a:off x="2002210" y="4860624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5D6B73A4-F3A5-0119-F213-424B3CB60F4B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1870606" y="3702339"/>
            <a:ext cx="34762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6BD96AE5-DCC5-B2B4-656E-CBC06260A1DE}"/>
              </a:ext>
            </a:extLst>
          </p:cNvPr>
          <p:cNvCxnSpPr>
            <a:cxnSpLocks/>
          </p:cNvCxnSpPr>
          <p:nvPr/>
        </p:nvCxnSpPr>
        <p:spPr>
          <a:xfrm>
            <a:off x="2218234" y="2637779"/>
            <a:ext cx="0" cy="16220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3DF28A9A-0D76-856D-B848-2EED62D9145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2218234" y="2637779"/>
            <a:ext cx="2899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F8A3983-9EA3-2EAA-B9F2-E5F44E6E6CC6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2218234" y="4269358"/>
            <a:ext cx="2899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2B12C38B-417D-DE4E-5ED9-D01A04A3D516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1870606" y="1712458"/>
            <a:ext cx="1316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楕円 52">
            <a:extLst>
              <a:ext uri="{FF2B5EF4-FFF2-40B4-BE49-F238E27FC236}">
                <a16:creationId xmlns:a16="http://schemas.microsoft.com/office/drawing/2014/main" id="{2C59DE9F-0370-4F73-02AF-AAC939CF5811}"/>
              </a:ext>
            </a:extLst>
          </p:cNvPr>
          <p:cNvSpPr/>
          <p:nvPr/>
        </p:nvSpPr>
        <p:spPr>
          <a:xfrm>
            <a:off x="1964845" y="1675091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D02B93C6-2159-8239-FFEE-404230A3E2D2}"/>
              </a:ext>
            </a:extLst>
          </p:cNvPr>
          <p:cNvSpPr/>
          <p:nvPr/>
        </p:nvSpPr>
        <p:spPr>
          <a:xfrm>
            <a:off x="1965690" y="3303601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E67587A3-945F-9DB2-DB62-C6FE630DDD24}"/>
              </a:ext>
            </a:extLst>
          </p:cNvPr>
          <p:cNvSpPr/>
          <p:nvPr/>
        </p:nvSpPr>
        <p:spPr>
          <a:xfrm>
            <a:off x="2180022" y="3664973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619DDE7C-1723-ADE6-2813-6CC9541F3719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1870606" y="5738114"/>
            <a:ext cx="1653252" cy="222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DB2155DF-B300-EEE3-5F9C-7A4AAE8A495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812422" y="977624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E93648F1-279F-5B41-53D9-5931F29D37D6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812422" y="1696004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E4C77E04-DF44-BBA1-50F1-BF421D6BDB52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812422" y="251805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2BBE1130-611D-A481-552B-E4888DB8B98D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4812422" y="3378333"/>
            <a:ext cx="517516" cy="18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47E0083D-E4CF-EE57-A4F7-DF939712AF4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4812422" y="4198303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B67B1290-DA35-1C04-54F3-07A0495347A2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4812422" y="4860624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63916E77-E89D-93CA-500F-FFD7E9BBE96F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812422" y="5678785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C65069E-380B-0F77-7C83-ADE2DA4BD1C2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4812422" y="6341106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4A40FE41-2E11-513E-949C-98DE5BB0096A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3389506" y="1067634"/>
            <a:ext cx="13435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7915AB8D-1E1C-A68D-7E24-6E317475EB47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389506" y="2637778"/>
            <a:ext cx="134352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8C00C714-587A-07E6-029F-4A72606603DC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3389506" y="4269358"/>
            <a:ext cx="13435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2CDAEACA-D815-3E6C-6BCB-C0166833AE19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3389506" y="6270601"/>
            <a:ext cx="134352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38CD16B-1BFA-D6B3-8635-56DFB6B81040}"/>
              </a:ext>
            </a:extLst>
          </p:cNvPr>
          <p:cNvSpPr txBox="1"/>
          <p:nvPr/>
        </p:nvSpPr>
        <p:spPr>
          <a:xfrm rot="5400000">
            <a:off x="6468647" y="27486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6194B88A-5B41-A426-F6E7-4635B50A7D43}"/>
              </a:ext>
            </a:extLst>
          </p:cNvPr>
          <p:cNvSpPr txBox="1"/>
          <p:nvPr/>
        </p:nvSpPr>
        <p:spPr>
          <a:xfrm rot="5400000">
            <a:off x="4938085" y="27486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627A695-5E47-02C9-643C-75F70DA4DA13}"/>
              </a:ext>
            </a:extLst>
          </p:cNvPr>
          <p:cNvSpPr txBox="1"/>
          <p:nvPr/>
        </p:nvSpPr>
        <p:spPr>
          <a:xfrm rot="5400000">
            <a:off x="6468647" y="43474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05926FD1-3A7C-CD80-C469-7BA6CF995D97}"/>
              </a:ext>
            </a:extLst>
          </p:cNvPr>
          <p:cNvSpPr txBox="1"/>
          <p:nvPr/>
        </p:nvSpPr>
        <p:spPr>
          <a:xfrm rot="5400000">
            <a:off x="4938085" y="43474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F0723869-D658-B181-4B58-D022996A228F}"/>
              </a:ext>
            </a:extLst>
          </p:cNvPr>
          <p:cNvCxnSpPr>
            <a:cxnSpLocks/>
          </p:cNvCxnSpPr>
          <p:nvPr/>
        </p:nvCxnSpPr>
        <p:spPr>
          <a:xfrm flipH="1">
            <a:off x="2290242" y="6270601"/>
            <a:ext cx="21792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B89F479C-DC32-8D3E-37A5-BC8020F7797C}"/>
              </a:ext>
            </a:extLst>
          </p:cNvPr>
          <p:cNvCxnSpPr>
            <a:cxnSpLocks/>
          </p:cNvCxnSpPr>
          <p:nvPr/>
        </p:nvCxnSpPr>
        <p:spPr>
          <a:xfrm flipH="1">
            <a:off x="2290242" y="6703110"/>
            <a:ext cx="36205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9D2FE387-0A31-8627-B13F-D4332585B8FA}"/>
              </a:ext>
            </a:extLst>
          </p:cNvPr>
          <p:cNvCxnSpPr>
            <a:cxnSpLocks/>
          </p:cNvCxnSpPr>
          <p:nvPr/>
        </p:nvCxnSpPr>
        <p:spPr>
          <a:xfrm>
            <a:off x="2290242" y="6270601"/>
            <a:ext cx="0" cy="4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7A54C4A3-944A-5AE4-782F-EBDEC803CB1A}"/>
              </a:ext>
            </a:extLst>
          </p:cNvPr>
          <p:cNvCxnSpPr>
            <a:cxnSpLocks/>
          </p:cNvCxnSpPr>
          <p:nvPr/>
        </p:nvCxnSpPr>
        <p:spPr>
          <a:xfrm>
            <a:off x="5746626" y="6520276"/>
            <a:ext cx="0" cy="182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9E63EDC-0BAA-9A13-E729-3C4621895C0C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910834" y="5857955"/>
            <a:ext cx="0" cy="8451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D9FB617D-46C4-DCD9-6028-EC3F1F4D0D3D}"/>
              </a:ext>
            </a:extLst>
          </p:cNvPr>
          <p:cNvSpPr/>
          <p:nvPr/>
        </p:nvSpPr>
        <p:spPr>
          <a:xfrm>
            <a:off x="5329938" y="6161936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Direction</a:t>
            </a:r>
            <a:endParaRPr kumimoji="1" lang="ja-JP" altLang="en-US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BEFB65EB-8448-9A88-F5DA-F696E516B436}"/>
              </a:ext>
            </a:extLst>
          </p:cNvPr>
          <p:cNvGrpSpPr/>
          <p:nvPr/>
        </p:nvGrpSpPr>
        <p:grpSpPr>
          <a:xfrm>
            <a:off x="9707066" y="5911022"/>
            <a:ext cx="288032" cy="359579"/>
            <a:chOff x="9696400" y="5949280"/>
            <a:chExt cx="163457" cy="359579"/>
          </a:xfrm>
        </p:grpSpPr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3726AFF7-B3B6-7409-7FBF-CD6465E8CAC6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5949280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DD9A8692-8C26-8F27-3B4E-0603B3F851CF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6129069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ED008D1D-22CA-A50F-3CFA-37882CB613CA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6308859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78DFD241-390C-47E2-B1C1-DB7FDEBED0BC}"/>
              </a:ext>
            </a:extLst>
          </p:cNvPr>
          <p:cNvSpPr/>
          <p:nvPr/>
        </p:nvSpPr>
        <p:spPr>
          <a:xfrm>
            <a:off x="9705166" y="6393065"/>
            <a:ext cx="289932" cy="111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四角形: 角を丸くする 83">
            <a:extLst>
              <a:ext uri="{FF2B5EF4-FFF2-40B4-BE49-F238E27FC236}">
                <a16:creationId xmlns:a16="http://schemas.microsoft.com/office/drawing/2014/main" id="{02521296-84B8-82BF-1E5C-257EB1E3BF35}"/>
              </a:ext>
            </a:extLst>
          </p:cNvPr>
          <p:cNvSpPr/>
          <p:nvPr/>
        </p:nvSpPr>
        <p:spPr>
          <a:xfrm>
            <a:off x="9705166" y="6555985"/>
            <a:ext cx="289932" cy="1114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A94A9363-0DB8-DEF0-A637-3CAA12AB70E1}"/>
              </a:ext>
            </a:extLst>
          </p:cNvPr>
          <p:cNvSpPr txBox="1"/>
          <p:nvPr/>
        </p:nvSpPr>
        <p:spPr>
          <a:xfrm>
            <a:off x="7859333" y="732138"/>
            <a:ext cx="622286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Static</a:t>
            </a:r>
            <a:endParaRPr kumimoji="1" lang="ja-JP" altLang="en-US" sz="1400" b="1" dirty="0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41509D64-045C-B240-8003-21B4ACC9F308}"/>
              </a:ext>
            </a:extLst>
          </p:cNvPr>
          <p:cNvSpPr txBox="1"/>
          <p:nvPr/>
        </p:nvSpPr>
        <p:spPr>
          <a:xfrm>
            <a:off x="7609264" y="2355752"/>
            <a:ext cx="872355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Dynamic</a:t>
            </a:r>
            <a:endParaRPr kumimoji="1" lang="ja-JP" altLang="en-US" sz="1400" b="1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499CBFCF-93AA-3BF7-7207-DD0773BCEB81}"/>
              </a:ext>
            </a:extLst>
          </p:cNvPr>
          <p:cNvSpPr txBox="1"/>
          <p:nvPr/>
        </p:nvSpPr>
        <p:spPr>
          <a:xfrm>
            <a:off x="7609264" y="5419803"/>
            <a:ext cx="872355" cy="307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Dynamic</a:t>
            </a:r>
            <a:endParaRPr kumimoji="1" lang="ja-JP" altLang="en-US" sz="1400" b="1" dirty="0"/>
          </a:p>
        </p:txBody>
      </p: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38A5F51C-2E51-8E9F-C549-D847115FB0EE}"/>
              </a:ext>
            </a:extLst>
          </p:cNvPr>
          <p:cNvCxnSpPr>
            <a:cxnSpLocks/>
          </p:cNvCxnSpPr>
          <p:nvPr/>
        </p:nvCxnSpPr>
        <p:spPr>
          <a:xfrm>
            <a:off x="8339313" y="468711"/>
            <a:ext cx="0" cy="26342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フローチャート: 他ページ結合子 121">
            <a:extLst>
              <a:ext uri="{FF2B5EF4-FFF2-40B4-BE49-F238E27FC236}">
                <a16:creationId xmlns:a16="http://schemas.microsoft.com/office/drawing/2014/main" id="{2527E4FD-82C9-FD51-5586-BC2380A5EA48}"/>
              </a:ext>
            </a:extLst>
          </p:cNvPr>
          <p:cNvSpPr/>
          <p:nvPr/>
        </p:nvSpPr>
        <p:spPr>
          <a:xfrm rot="10800000">
            <a:off x="7918470" y="140624"/>
            <a:ext cx="564858" cy="319677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5572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7751C-BF67-DC79-229B-B5DEF051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　</a:t>
            </a:r>
            <a:r>
              <a:rPr lang="ja-JP" altLang="en-US" dirty="0"/>
              <a:t>観測　システム図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630782-F5F2-50D7-A9BA-9C0E552A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62</a:t>
            </a:fld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28FF72E-296C-FA49-DF3B-7250FB0991CB}"/>
              </a:ext>
            </a:extLst>
          </p:cNvPr>
          <p:cNvSpPr/>
          <p:nvPr/>
        </p:nvSpPr>
        <p:spPr>
          <a:xfrm>
            <a:off x="4871864" y="-1700135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Bounding box RGB image</a:t>
            </a:r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F9CE7FC-2314-9512-5C8D-8BF077056BDE}"/>
              </a:ext>
            </a:extLst>
          </p:cNvPr>
          <p:cNvSpPr/>
          <p:nvPr/>
        </p:nvSpPr>
        <p:spPr>
          <a:xfrm>
            <a:off x="3855792" y="4456677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09E2BED-1212-857F-5EF1-D57D21B5D9EB}"/>
              </a:ext>
            </a:extLst>
          </p:cNvPr>
          <p:cNvCxnSpPr>
            <a:cxnSpLocks/>
          </p:cNvCxnSpPr>
          <p:nvPr/>
        </p:nvCxnSpPr>
        <p:spPr>
          <a:xfrm flipH="1">
            <a:off x="-2799106" y="3616529"/>
            <a:ext cx="1316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464819B-1F1C-7DF1-9EA7-6D1585E4F9B6}"/>
              </a:ext>
            </a:extLst>
          </p:cNvPr>
          <p:cNvSpPr/>
          <p:nvPr/>
        </p:nvSpPr>
        <p:spPr>
          <a:xfrm>
            <a:off x="-3350248" y="1582867"/>
            <a:ext cx="1562707" cy="4508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Sensing</a:t>
            </a:r>
            <a:endParaRPr kumimoji="1" lang="ja-JP" altLang="en-US" b="1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0763D08-273E-2F9E-7BBA-370FC5CA6D53}"/>
              </a:ext>
            </a:extLst>
          </p:cNvPr>
          <p:cNvCxnSpPr>
            <a:cxnSpLocks/>
            <a:stCxn id="17" idx="1"/>
            <a:endCxn id="122" idx="3"/>
          </p:cNvCxnSpPr>
          <p:nvPr/>
        </p:nvCxnSpPr>
        <p:spPr>
          <a:xfrm flipH="1" flipV="1">
            <a:off x="2766531" y="2084761"/>
            <a:ext cx="1440419" cy="2185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FD438B8-F890-2EEF-8DBC-A7E9D9FBEE3A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-334181" y="3789064"/>
            <a:ext cx="454113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C6715FD-4FF8-3AFB-8AB5-0A6109088C7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-1803678" y="5573006"/>
            <a:ext cx="601062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DFF40F-0824-5073-F9DF-24FA662F70BF}"/>
              </a:ext>
            </a:extLst>
          </p:cNvPr>
          <p:cNvSpPr txBox="1"/>
          <p:nvPr/>
        </p:nvSpPr>
        <p:spPr>
          <a:xfrm>
            <a:off x="-1896888" y="3106951"/>
            <a:ext cx="164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RGB image </a:t>
            </a:r>
            <a:r>
              <a:rPr kumimoji="1" lang="en-US" altLang="ja-JP" b="1" dirty="0" err="1"/>
              <a:t>I</a:t>
            </a:r>
            <a:r>
              <a:rPr kumimoji="1" lang="en-US" altLang="ja-JP" i="1" baseline="-25000" dirty="0" err="1"/>
              <a:t>k</a:t>
            </a:r>
            <a:endParaRPr kumimoji="1" lang="ja-JP" altLang="en-US" i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8B6F546-6AF5-75AA-5F09-B91AB767E887}"/>
              </a:ext>
            </a:extLst>
          </p:cNvPr>
          <p:cNvSpPr txBox="1"/>
          <p:nvPr/>
        </p:nvSpPr>
        <p:spPr>
          <a:xfrm>
            <a:off x="2617015" y="2070102"/>
            <a:ext cx="144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BD image </a:t>
            </a:r>
            <a:r>
              <a:rPr kumimoji="1" lang="en-US" altLang="ja-JP" b="1" dirty="0"/>
              <a:t>M</a:t>
            </a:r>
            <a:r>
              <a:rPr kumimoji="1" lang="en-US" altLang="ja-JP" i="1" baseline="-25000" dirty="0"/>
              <a:t>k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94F097-E951-A1EB-DAAF-55B0B427ACE6}"/>
              </a:ext>
            </a:extLst>
          </p:cNvPr>
          <p:cNvSpPr txBox="1"/>
          <p:nvPr/>
        </p:nvSpPr>
        <p:spPr>
          <a:xfrm>
            <a:off x="-1832302" y="5573006"/>
            <a:ext cx="149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 err="1"/>
              <a:t>PointCloud</a:t>
            </a:r>
            <a:r>
              <a:rPr kumimoji="1" lang="en-US" altLang="ja-JP" dirty="0"/>
              <a:t> </a:t>
            </a:r>
            <a:r>
              <a:rPr kumimoji="1" lang="en-US" altLang="ja-JP" b="1" dirty="0"/>
              <a:t>P</a:t>
            </a:r>
            <a:r>
              <a:rPr kumimoji="1" lang="en-US" altLang="ja-JP" i="1" baseline="-25000" dirty="0"/>
              <a:t>k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D01084A-38E2-133D-32EA-5FCF0D840E73}"/>
              </a:ext>
            </a:extLst>
          </p:cNvPr>
          <p:cNvSpPr/>
          <p:nvPr/>
        </p:nvSpPr>
        <p:spPr>
          <a:xfrm>
            <a:off x="156719" y="3989964"/>
            <a:ext cx="2023263" cy="10081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YOLO </a:t>
            </a:r>
          </a:p>
          <a:p>
            <a:pPr algn="ctr"/>
            <a:r>
              <a:rPr kumimoji="1" lang="en-US" altLang="ja-JP" b="1" dirty="0"/>
              <a:t>human detection</a:t>
            </a:r>
            <a:endParaRPr kumimoji="1" lang="ja-JP" altLang="en-US" b="1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6B4D980-12F6-6498-5ECD-40C7D37E72C1}"/>
              </a:ext>
            </a:extLst>
          </p:cNvPr>
          <p:cNvSpPr/>
          <p:nvPr/>
        </p:nvSpPr>
        <p:spPr>
          <a:xfrm>
            <a:off x="4206950" y="1582867"/>
            <a:ext cx="2023263" cy="10081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Image cropping</a:t>
            </a:r>
            <a:endParaRPr kumimoji="1" lang="ja-JP" altLang="en-US" b="1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007E436-7423-8128-6DD7-9D91415954F8}"/>
              </a:ext>
            </a:extLst>
          </p:cNvPr>
          <p:cNvSpPr/>
          <p:nvPr/>
        </p:nvSpPr>
        <p:spPr>
          <a:xfrm>
            <a:off x="4206950" y="3284985"/>
            <a:ext cx="2023263" cy="10081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Image cropping</a:t>
            </a:r>
            <a:endParaRPr kumimoji="1" lang="ja-JP" altLang="en-US" b="1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1249CAF-25D1-A47B-89EB-BA6688BE5328}"/>
              </a:ext>
            </a:extLst>
          </p:cNvPr>
          <p:cNvSpPr/>
          <p:nvPr/>
        </p:nvSpPr>
        <p:spPr>
          <a:xfrm>
            <a:off x="4206950" y="5068927"/>
            <a:ext cx="2023263" cy="10081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PointCloud</a:t>
            </a:r>
            <a:r>
              <a:rPr kumimoji="1" lang="en-US" altLang="ja-JP" b="1" dirty="0"/>
              <a:t> cropping</a:t>
            </a:r>
            <a:endParaRPr kumimoji="1" lang="ja-JP" altLang="en-US" b="1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955C703-2AC4-F881-5EAE-271370D8DFE0}"/>
              </a:ext>
            </a:extLst>
          </p:cNvPr>
          <p:cNvSpPr/>
          <p:nvPr/>
        </p:nvSpPr>
        <p:spPr>
          <a:xfrm>
            <a:off x="9313799" y="1582867"/>
            <a:ext cx="1873791" cy="4494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Person identification and  tracking</a:t>
            </a:r>
            <a:endParaRPr kumimoji="1" lang="ja-JP" altLang="en-US" b="1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B4E35DF-B513-EC9D-6A0F-FA04F3C84245}"/>
              </a:ext>
            </a:extLst>
          </p:cNvPr>
          <p:cNvCxnSpPr>
            <a:cxnSpLocks/>
            <a:stCxn id="15" idx="3"/>
            <a:endCxn id="6" idx="2"/>
          </p:cNvCxnSpPr>
          <p:nvPr/>
        </p:nvCxnSpPr>
        <p:spPr>
          <a:xfrm>
            <a:off x="2179982" y="4494043"/>
            <a:ext cx="167581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633CC56-0F2F-3605-0857-EC24C4840E15}"/>
              </a:ext>
            </a:extLst>
          </p:cNvPr>
          <p:cNvCxnSpPr>
            <a:cxnSpLocks/>
          </p:cNvCxnSpPr>
          <p:nvPr/>
        </p:nvCxnSpPr>
        <p:spPr>
          <a:xfrm flipV="1">
            <a:off x="3895566" y="2214945"/>
            <a:ext cx="0" cy="32302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E8EB3FD-5375-90F2-61A0-1762F1E20F72}"/>
              </a:ext>
            </a:extLst>
          </p:cNvPr>
          <p:cNvCxnSpPr>
            <a:cxnSpLocks/>
          </p:cNvCxnSpPr>
          <p:nvPr/>
        </p:nvCxnSpPr>
        <p:spPr>
          <a:xfrm flipH="1">
            <a:off x="3890750" y="2214945"/>
            <a:ext cx="316200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544AA31-3089-DC3E-2CAC-5A3F79FA03D9}"/>
              </a:ext>
            </a:extLst>
          </p:cNvPr>
          <p:cNvCxnSpPr>
            <a:cxnSpLocks/>
          </p:cNvCxnSpPr>
          <p:nvPr/>
        </p:nvCxnSpPr>
        <p:spPr>
          <a:xfrm flipH="1">
            <a:off x="3890750" y="5445224"/>
            <a:ext cx="316200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47C39E96-A1B2-2463-E5E1-9258490D7BF8}"/>
              </a:ext>
            </a:extLst>
          </p:cNvPr>
          <p:cNvCxnSpPr>
            <a:cxnSpLocks/>
          </p:cNvCxnSpPr>
          <p:nvPr/>
        </p:nvCxnSpPr>
        <p:spPr>
          <a:xfrm flipH="1">
            <a:off x="3890750" y="3995109"/>
            <a:ext cx="316200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楕円 41">
            <a:extLst>
              <a:ext uri="{FF2B5EF4-FFF2-40B4-BE49-F238E27FC236}">
                <a16:creationId xmlns:a16="http://schemas.microsoft.com/office/drawing/2014/main" id="{2013AB87-7802-CEAB-6214-2008AC128BA1}"/>
              </a:ext>
            </a:extLst>
          </p:cNvPr>
          <p:cNvSpPr/>
          <p:nvPr/>
        </p:nvSpPr>
        <p:spPr>
          <a:xfrm>
            <a:off x="3855792" y="3962404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1F8FEACB-D600-9F0E-C370-A88A89C4F86D}"/>
              </a:ext>
            </a:extLst>
          </p:cNvPr>
          <p:cNvCxnSpPr>
            <a:cxnSpLocks/>
          </p:cNvCxnSpPr>
          <p:nvPr/>
        </p:nvCxnSpPr>
        <p:spPr>
          <a:xfrm flipV="1">
            <a:off x="-143865" y="3789064"/>
            <a:ext cx="0" cy="70497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2E963575-D178-E876-9A2A-B111E907451D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-143865" y="4494042"/>
            <a:ext cx="300584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楕円 48">
            <a:extLst>
              <a:ext uri="{FF2B5EF4-FFF2-40B4-BE49-F238E27FC236}">
                <a16:creationId xmlns:a16="http://schemas.microsoft.com/office/drawing/2014/main" id="{FEEEEC0B-C7D7-01C2-4C4E-D08A30ECF177}"/>
              </a:ext>
            </a:extLst>
          </p:cNvPr>
          <p:cNvSpPr/>
          <p:nvPr/>
        </p:nvSpPr>
        <p:spPr>
          <a:xfrm>
            <a:off x="-181231" y="3751697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1DD3AF8B-3187-2EF1-42FA-37357FAA95F3}"/>
              </a:ext>
            </a:extLst>
          </p:cNvPr>
          <p:cNvCxnSpPr>
            <a:cxnSpLocks/>
          </p:cNvCxnSpPr>
          <p:nvPr/>
        </p:nvCxnSpPr>
        <p:spPr>
          <a:xfrm flipH="1">
            <a:off x="6230213" y="5834940"/>
            <a:ext cx="5947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F65B37E-F48A-A8A8-BD4E-FCADE3EDADB3}"/>
              </a:ext>
            </a:extLst>
          </p:cNvPr>
          <p:cNvSpPr/>
          <p:nvPr/>
        </p:nvSpPr>
        <p:spPr>
          <a:xfrm>
            <a:off x="6824921" y="5068927"/>
            <a:ext cx="2023263" cy="10081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Representative point calculation</a:t>
            </a:r>
            <a:endParaRPr kumimoji="1" lang="ja-JP" altLang="en-US" b="1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57910BC-5E15-EAE8-A091-292A56E97800}"/>
              </a:ext>
            </a:extLst>
          </p:cNvPr>
          <p:cNvCxnSpPr>
            <a:cxnSpLocks/>
          </p:cNvCxnSpPr>
          <p:nvPr/>
        </p:nvCxnSpPr>
        <p:spPr>
          <a:xfrm flipH="1">
            <a:off x="8848184" y="5834940"/>
            <a:ext cx="46561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3D6F89F5-A805-A582-7116-0F0DDFF3CBC6}"/>
              </a:ext>
            </a:extLst>
          </p:cNvPr>
          <p:cNvCxnSpPr>
            <a:cxnSpLocks/>
          </p:cNvCxnSpPr>
          <p:nvPr/>
        </p:nvCxnSpPr>
        <p:spPr>
          <a:xfrm flipH="1">
            <a:off x="6230213" y="2348880"/>
            <a:ext cx="307089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090EB521-04DC-4672-A807-4BBF17DC5324}"/>
              </a:ext>
            </a:extLst>
          </p:cNvPr>
          <p:cNvCxnSpPr>
            <a:cxnSpLocks/>
          </p:cNvCxnSpPr>
          <p:nvPr/>
        </p:nvCxnSpPr>
        <p:spPr>
          <a:xfrm flipH="1">
            <a:off x="6230213" y="4050998"/>
            <a:ext cx="307089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1AA78AB4-54F2-F443-F0F5-005AB532F9D7}"/>
              </a:ext>
            </a:extLst>
          </p:cNvPr>
          <p:cNvCxnSpPr>
            <a:cxnSpLocks/>
          </p:cNvCxnSpPr>
          <p:nvPr/>
        </p:nvCxnSpPr>
        <p:spPr>
          <a:xfrm flipH="1">
            <a:off x="6230213" y="1873350"/>
            <a:ext cx="307089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234BB6D4-1786-CF04-F711-EF5FA03DABEA}"/>
              </a:ext>
            </a:extLst>
          </p:cNvPr>
          <p:cNvCxnSpPr>
            <a:cxnSpLocks/>
          </p:cNvCxnSpPr>
          <p:nvPr/>
        </p:nvCxnSpPr>
        <p:spPr>
          <a:xfrm flipH="1">
            <a:off x="6230213" y="3575468"/>
            <a:ext cx="307089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39BC922E-1E36-26AF-CDB8-9821FA4C0BDB}"/>
              </a:ext>
            </a:extLst>
          </p:cNvPr>
          <p:cNvCxnSpPr>
            <a:cxnSpLocks/>
          </p:cNvCxnSpPr>
          <p:nvPr/>
        </p:nvCxnSpPr>
        <p:spPr>
          <a:xfrm flipH="1">
            <a:off x="6230213" y="5359410"/>
            <a:ext cx="5947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CA0BCF1D-1AA9-1D7A-FC98-BCE76780D22C}"/>
              </a:ext>
            </a:extLst>
          </p:cNvPr>
          <p:cNvCxnSpPr>
            <a:cxnSpLocks/>
          </p:cNvCxnSpPr>
          <p:nvPr/>
        </p:nvCxnSpPr>
        <p:spPr>
          <a:xfrm flipH="1">
            <a:off x="8848184" y="5359410"/>
            <a:ext cx="46561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EFD938C-4CD6-369E-4A63-BFC450094C3A}"/>
              </a:ext>
            </a:extLst>
          </p:cNvPr>
          <p:cNvSpPr txBox="1"/>
          <p:nvPr/>
        </p:nvSpPr>
        <p:spPr>
          <a:xfrm rot="5400000">
            <a:off x="7331449" y="19055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5E7623D4-6D4C-FA13-7A3D-962A076E9416}"/>
              </a:ext>
            </a:extLst>
          </p:cNvPr>
          <p:cNvSpPr txBox="1"/>
          <p:nvPr/>
        </p:nvSpPr>
        <p:spPr>
          <a:xfrm rot="5400000">
            <a:off x="7331449" y="36206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958EFE3A-13ED-98D1-F2C9-D88C697E4A72}"/>
              </a:ext>
            </a:extLst>
          </p:cNvPr>
          <p:cNvSpPr txBox="1"/>
          <p:nvPr/>
        </p:nvSpPr>
        <p:spPr>
          <a:xfrm rot="5400000">
            <a:off x="6331495" y="53962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41BFD90-F5D9-16F3-8EF6-D85F2401AF64}"/>
              </a:ext>
            </a:extLst>
          </p:cNvPr>
          <p:cNvSpPr txBox="1"/>
          <p:nvPr/>
        </p:nvSpPr>
        <p:spPr>
          <a:xfrm rot="5400000">
            <a:off x="8921384" y="53962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65A01024-0106-DC58-A7BD-13266CDF6D83}"/>
              </a:ext>
            </a:extLst>
          </p:cNvPr>
          <p:cNvSpPr txBox="1"/>
          <p:nvPr/>
        </p:nvSpPr>
        <p:spPr>
          <a:xfrm>
            <a:off x="11229099" y="2382122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AB702ACF-FBC4-BE61-060C-BAEC960A9A67}"/>
              </a:ext>
            </a:extLst>
          </p:cNvPr>
          <p:cNvSpPr txBox="1"/>
          <p:nvPr/>
        </p:nvSpPr>
        <p:spPr>
          <a:xfrm>
            <a:off x="11229099" y="184561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BD image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96DC2702-7CD2-867A-9480-4F79BCED4D6D}"/>
              </a:ext>
            </a:extLst>
          </p:cNvPr>
          <p:cNvSpPr txBox="1"/>
          <p:nvPr/>
        </p:nvSpPr>
        <p:spPr>
          <a:xfrm>
            <a:off x="11229099" y="2845128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EC14E2D6-AE7F-E3F6-A04E-F35790AF6DD2}"/>
              </a:ext>
            </a:extLst>
          </p:cNvPr>
          <p:cNvCxnSpPr>
            <a:cxnSpLocks/>
          </p:cNvCxnSpPr>
          <p:nvPr/>
        </p:nvCxnSpPr>
        <p:spPr>
          <a:xfrm flipH="1">
            <a:off x="11200285" y="1870392"/>
            <a:ext cx="262406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21083CD4-EC3F-C1C4-49B4-F5176171E2FD}"/>
              </a:ext>
            </a:extLst>
          </p:cNvPr>
          <p:cNvCxnSpPr>
            <a:cxnSpLocks/>
          </p:cNvCxnSpPr>
          <p:nvPr/>
        </p:nvCxnSpPr>
        <p:spPr>
          <a:xfrm flipH="1">
            <a:off x="11200285" y="2367979"/>
            <a:ext cx="262406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8316A4BE-8EC5-B9CB-4B41-1F7CC344D5E2}"/>
              </a:ext>
            </a:extLst>
          </p:cNvPr>
          <p:cNvCxnSpPr>
            <a:cxnSpLocks/>
          </p:cNvCxnSpPr>
          <p:nvPr/>
        </p:nvCxnSpPr>
        <p:spPr>
          <a:xfrm flipH="1">
            <a:off x="11200285" y="2872829"/>
            <a:ext cx="262406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DB2E36F1-7A04-407A-B7CB-6159A50430CB}"/>
              </a:ext>
            </a:extLst>
          </p:cNvPr>
          <p:cNvCxnSpPr>
            <a:cxnSpLocks/>
          </p:cNvCxnSpPr>
          <p:nvPr/>
        </p:nvCxnSpPr>
        <p:spPr>
          <a:xfrm flipH="1">
            <a:off x="11200285" y="4586428"/>
            <a:ext cx="262406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16150DDF-9F40-186D-CFD6-E6426D57BC34}"/>
              </a:ext>
            </a:extLst>
          </p:cNvPr>
          <p:cNvCxnSpPr>
            <a:cxnSpLocks/>
          </p:cNvCxnSpPr>
          <p:nvPr/>
        </p:nvCxnSpPr>
        <p:spPr>
          <a:xfrm flipH="1">
            <a:off x="11200285" y="5084015"/>
            <a:ext cx="262406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F4C293C2-6DDE-F23A-952A-3542290E5621}"/>
              </a:ext>
            </a:extLst>
          </p:cNvPr>
          <p:cNvCxnSpPr>
            <a:cxnSpLocks/>
          </p:cNvCxnSpPr>
          <p:nvPr/>
        </p:nvCxnSpPr>
        <p:spPr>
          <a:xfrm flipH="1">
            <a:off x="11200285" y="5588865"/>
            <a:ext cx="262406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E2D07CF9-CF04-1B9C-0E04-3AC8D73250C9}"/>
              </a:ext>
            </a:extLst>
          </p:cNvPr>
          <p:cNvSpPr txBox="1"/>
          <p:nvPr/>
        </p:nvSpPr>
        <p:spPr>
          <a:xfrm>
            <a:off x="11229099" y="5098158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4E3F4DB2-1930-3BAD-7B7D-0601629CC0BF}"/>
              </a:ext>
            </a:extLst>
          </p:cNvPr>
          <p:cNvSpPr txBox="1"/>
          <p:nvPr/>
        </p:nvSpPr>
        <p:spPr>
          <a:xfrm>
            <a:off x="11229099" y="456164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BD image</a:t>
            </a:r>
            <a:endParaRPr kumimoji="1" lang="ja-JP" altLang="en-US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B5314DE-27CD-E35B-EF23-E825CC7A7130}"/>
              </a:ext>
            </a:extLst>
          </p:cNvPr>
          <p:cNvSpPr txBox="1"/>
          <p:nvPr/>
        </p:nvSpPr>
        <p:spPr>
          <a:xfrm>
            <a:off x="11229099" y="5561164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261E7DBC-57CD-F24C-2900-C97079EA41A8}"/>
              </a:ext>
            </a:extLst>
          </p:cNvPr>
          <p:cNvSpPr txBox="1"/>
          <p:nvPr/>
        </p:nvSpPr>
        <p:spPr>
          <a:xfrm rot="5400000">
            <a:off x="12444138" y="349471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…</a:t>
            </a:r>
            <a:endParaRPr kumimoji="1" lang="ja-JP" altLang="en-US" sz="3200" b="1" dirty="0"/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8453D404-494F-E698-BDEF-8786401B8DA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-4912956" y="3836879"/>
            <a:ext cx="156270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41C75E51-3C9C-2D88-73EC-922F3FECA4F2}"/>
              </a:ext>
            </a:extLst>
          </p:cNvPr>
          <p:cNvSpPr txBox="1"/>
          <p:nvPr/>
        </p:nvSpPr>
        <p:spPr>
          <a:xfrm>
            <a:off x="-4912956" y="3805298"/>
            <a:ext cx="1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Environment</a:t>
            </a:r>
            <a:endParaRPr kumimoji="1" lang="ja-JP" altLang="en-US" dirty="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CA8A853B-D80F-8444-8CDD-2F853D2D626E}"/>
              </a:ext>
            </a:extLst>
          </p:cNvPr>
          <p:cNvSpPr txBox="1"/>
          <p:nvPr/>
        </p:nvSpPr>
        <p:spPr>
          <a:xfrm>
            <a:off x="6230213" y="234192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BD image</a:t>
            </a:r>
            <a:endParaRPr kumimoji="1" lang="ja-JP" altLang="en-US" dirty="0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1F18260D-15C2-D086-6150-E906FE81A894}"/>
              </a:ext>
            </a:extLst>
          </p:cNvPr>
          <p:cNvSpPr txBox="1"/>
          <p:nvPr/>
        </p:nvSpPr>
        <p:spPr>
          <a:xfrm>
            <a:off x="6230213" y="4059273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E0650684-310F-7568-7378-09D6332BF489}"/>
              </a:ext>
            </a:extLst>
          </p:cNvPr>
          <p:cNvSpPr txBox="1"/>
          <p:nvPr/>
        </p:nvSpPr>
        <p:spPr>
          <a:xfrm>
            <a:off x="5665824" y="6090890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Segmented </a:t>
            </a:r>
            <a:r>
              <a:rPr kumimoji="1" lang="en-US" altLang="ja-JP" dirty="0" err="1"/>
              <a:t>PointCloud</a:t>
            </a:r>
            <a:endParaRPr kumimoji="1" lang="ja-JP" altLang="en-US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E11B2001-A595-FAD3-0B04-A5E7F19C6EBD}"/>
              </a:ext>
            </a:extLst>
          </p:cNvPr>
          <p:cNvSpPr txBox="1"/>
          <p:nvPr/>
        </p:nvSpPr>
        <p:spPr>
          <a:xfrm>
            <a:off x="8269766" y="6090890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5243FF37-A657-1259-E813-7DDBC7E42F03}"/>
              </a:ext>
            </a:extLst>
          </p:cNvPr>
          <p:cNvSpPr/>
          <p:nvPr/>
        </p:nvSpPr>
        <p:spPr>
          <a:xfrm>
            <a:off x="0" y="1578497"/>
            <a:ext cx="2766531" cy="1012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Generate </a:t>
            </a:r>
          </a:p>
          <a:p>
            <a:pPr algn="ctr"/>
            <a:r>
              <a:rPr kumimoji="1" lang="en-US" altLang="ja-JP" b="1" dirty="0"/>
              <a:t>background differencing </a:t>
            </a:r>
          </a:p>
          <a:p>
            <a:pPr algn="ctr"/>
            <a:r>
              <a:rPr kumimoji="1" lang="en-US" altLang="ja-JP" b="1" dirty="0"/>
              <a:t>(BD) image</a:t>
            </a:r>
            <a:endParaRPr kumimoji="1" lang="ja-JP" altLang="en-US" b="1" dirty="0"/>
          </a:p>
        </p:txBody>
      </p: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8FE5CE5C-E6BA-A7FD-AF02-EA3A85D72D26}"/>
              </a:ext>
            </a:extLst>
          </p:cNvPr>
          <p:cNvCxnSpPr>
            <a:cxnSpLocks/>
            <a:stCxn id="122" idx="1"/>
          </p:cNvCxnSpPr>
          <p:nvPr/>
        </p:nvCxnSpPr>
        <p:spPr>
          <a:xfrm flipH="1">
            <a:off x="-334181" y="2084761"/>
            <a:ext cx="33418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60A3C8E7-D662-94F7-1434-8C0640E909C9}"/>
              </a:ext>
            </a:extLst>
          </p:cNvPr>
          <p:cNvCxnSpPr>
            <a:cxnSpLocks/>
          </p:cNvCxnSpPr>
          <p:nvPr/>
        </p:nvCxnSpPr>
        <p:spPr>
          <a:xfrm flipV="1">
            <a:off x="-334181" y="2084760"/>
            <a:ext cx="0" cy="171009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楕円 128">
            <a:extLst>
              <a:ext uri="{FF2B5EF4-FFF2-40B4-BE49-F238E27FC236}">
                <a16:creationId xmlns:a16="http://schemas.microsoft.com/office/drawing/2014/main" id="{AF62F0C4-0CA4-9673-FB74-0B89108D2FED}"/>
              </a:ext>
            </a:extLst>
          </p:cNvPr>
          <p:cNvSpPr/>
          <p:nvPr/>
        </p:nvSpPr>
        <p:spPr>
          <a:xfrm>
            <a:off x="-371547" y="3036724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015C1D77-490F-AE41-1842-38EF4C7107E8}"/>
              </a:ext>
            </a:extLst>
          </p:cNvPr>
          <p:cNvCxnSpPr>
            <a:cxnSpLocks/>
            <a:stCxn id="129" idx="2"/>
          </p:cNvCxnSpPr>
          <p:nvPr/>
        </p:nvCxnSpPr>
        <p:spPr>
          <a:xfrm flipH="1">
            <a:off x="-1803678" y="3074090"/>
            <a:ext cx="143213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CB770B1A-13AC-9354-088E-C29960F07743}"/>
              </a:ext>
            </a:extLst>
          </p:cNvPr>
          <p:cNvSpPr txBox="1"/>
          <p:nvPr/>
        </p:nvSpPr>
        <p:spPr>
          <a:xfrm>
            <a:off x="2192678" y="4494042"/>
            <a:ext cx="169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Bounding box information</a:t>
            </a:r>
            <a:endParaRPr kumimoji="1" lang="ja-JP" altLang="en-US" dirty="0"/>
          </a:p>
        </p:txBody>
      </p:sp>
      <p:graphicFrame>
        <p:nvGraphicFramePr>
          <p:cNvPr id="140" name="オブジェクト 139">
            <a:extLst>
              <a:ext uri="{FF2B5EF4-FFF2-40B4-BE49-F238E27FC236}">
                <a16:creationId xmlns:a16="http://schemas.microsoft.com/office/drawing/2014/main" id="{0992EB78-2763-423B-A261-D145DA40C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318071"/>
              </p:ext>
            </p:extLst>
          </p:nvPr>
        </p:nvGraphicFramePr>
        <p:xfrm>
          <a:off x="8356739" y="2379841"/>
          <a:ext cx="342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20" imgH="330120" progId="Equation.DSMT4">
                  <p:embed/>
                </p:oleObj>
              </mc:Choice>
              <mc:Fallback>
                <p:oleObj name="Equation" r:id="rId2" imgW="342720" imgH="330120" progId="Equation.DSMT4">
                  <p:embed/>
                  <p:pic>
                    <p:nvPicPr>
                      <p:cNvPr id="140" name="オブジェクト 139">
                        <a:extLst>
                          <a:ext uri="{FF2B5EF4-FFF2-40B4-BE49-F238E27FC236}">
                            <a16:creationId xmlns:a16="http://schemas.microsoft.com/office/drawing/2014/main" id="{0992EB78-2763-423B-A261-D145DA40C4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6739" y="2379841"/>
                        <a:ext cx="342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オブジェクト 140">
            <a:extLst>
              <a:ext uri="{FF2B5EF4-FFF2-40B4-BE49-F238E27FC236}">
                <a16:creationId xmlns:a16="http://schemas.microsoft.com/office/drawing/2014/main" id="{6BECB5E5-B445-AF8A-8977-80FAF6937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773993"/>
              </p:ext>
            </p:extLst>
          </p:nvPr>
        </p:nvGraphicFramePr>
        <p:xfrm>
          <a:off x="6972300" y="6386513"/>
          <a:ext cx="266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00" imgH="330120" progId="Equation.DSMT4">
                  <p:embed/>
                </p:oleObj>
              </mc:Choice>
              <mc:Fallback>
                <p:oleObj name="Equation" r:id="rId4" imgW="266400" imgH="330120" progId="Equation.DSMT4">
                  <p:embed/>
                  <p:pic>
                    <p:nvPicPr>
                      <p:cNvPr id="141" name="オブジェクト 140">
                        <a:extLst>
                          <a:ext uri="{FF2B5EF4-FFF2-40B4-BE49-F238E27FC236}">
                            <a16:creationId xmlns:a16="http://schemas.microsoft.com/office/drawing/2014/main" id="{6BECB5E5-B445-AF8A-8977-80FAF6937B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72300" y="6386513"/>
                        <a:ext cx="266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オブジェクト 141">
            <a:extLst>
              <a:ext uri="{FF2B5EF4-FFF2-40B4-BE49-F238E27FC236}">
                <a16:creationId xmlns:a16="http://schemas.microsoft.com/office/drawing/2014/main" id="{598D8132-42EB-DADB-9013-BBF55B69F3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345803"/>
              </p:ext>
            </p:extLst>
          </p:nvPr>
        </p:nvGraphicFramePr>
        <p:xfrm>
          <a:off x="9480376" y="6376988"/>
          <a:ext cx="330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120" imgH="330120" progId="Equation.DSMT4">
                  <p:embed/>
                </p:oleObj>
              </mc:Choice>
              <mc:Fallback>
                <p:oleObj name="Equation" r:id="rId6" imgW="330120" imgH="330120" progId="Equation.DSMT4">
                  <p:embed/>
                  <p:pic>
                    <p:nvPicPr>
                      <p:cNvPr id="142" name="オブジェクト 141">
                        <a:extLst>
                          <a:ext uri="{FF2B5EF4-FFF2-40B4-BE49-F238E27FC236}">
                            <a16:creationId xmlns:a16="http://schemas.microsoft.com/office/drawing/2014/main" id="{598D8132-42EB-DADB-9013-BBF55B69F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480376" y="6376988"/>
                        <a:ext cx="330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オブジェクト 142">
            <a:extLst>
              <a:ext uri="{FF2B5EF4-FFF2-40B4-BE49-F238E27FC236}">
                <a16:creationId xmlns:a16="http://schemas.microsoft.com/office/drawing/2014/main" id="{B51695A2-C440-8E50-A10A-6530B19C6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486745"/>
              </p:ext>
            </p:extLst>
          </p:nvPr>
        </p:nvGraphicFramePr>
        <p:xfrm>
          <a:off x="13368808" y="5604159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330120" progId="Equation.DSMT4">
                  <p:embed/>
                </p:oleObj>
              </mc:Choice>
              <mc:Fallback>
                <p:oleObj name="Equation" r:id="rId8" imgW="304560" imgH="330120" progId="Equation.DSMT4">
                  <p:embed/>
                  <p:pic>
                    <p:nvPicPr>
                      <p:cNvPr id="143" name="オブジェクト 142">
                        <a:extLst>
                          <a:ext uri="{FF2B5EF4-FFF2-40B4-BE49-F238E27FC236}">
                            <a16:creationId xmlns:a16="http://schemas.microsoft.com/office/drawing/2014/main" id="{B51695A2-C440-8E50-A10A-6530B19C61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68808" y="5604159"/>
                        <a:ext cx="304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オブジェクト 143">
            <a:extLst>
              <a:ext uri="{FF2B5EF4-FFF2-40B4-BE49-F238E27FC236}">
                <a16:creationId xmlns:a16="http://schemas.microsoft.com/office/drawing/2014/main" id="{B423DDE4-B454-E164-488F-1C24F59077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88755"/>
              </p:ext>
            </p:extLst>
          </p:nvPr>
        </p:nvGraphicFramePr>
        <p:xfrm>
          <a:off x="13504863" y="5132388"/>
          <a:ext cx="215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330120" progId="Equation.DSMT4">
                  <p:embed/>
                </p:oleObj>
              </mc:Choice>
              <mc:Fallback>
                <p:oleObj name="Equation" r:id="rId10" imgW="215640" imgH="330120" progId="Equation.DSMT4">
                  <p:embed/>
                  <p:pic>
                    <p:nvPicPr>
                      <p:cNvPr id="144" name="オブジェクト 143">
                        <a:extLst>
                          <a:ext uri="{FF2B5EF4-FFF2-40B4-BE49-F238E27FC236}">
                            <a16:creationId xmlns:a16="http://schemas.microsoft.com/office/drawing/2014/main" id="{B423DDE4-B454-E164-488F-1C24F59077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504863" y="5132388"/>
                        <a:ext cx="215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オブジェクト 144">
            <a:extLst>
              <a:ext uri="{FF2B5EF4-FFF2-40B4-BE49-F238E27FC236}">
                <a16:creationId xmlns:a16="http://schemas.microsoft.com/office/drawing/2014/main" id="{6750A4D9-B2B1-FB16-4123-E89B0B6411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051969"/>
              </p:ext>
            </p:extLst>
          </p:nvPr>
        </p:nvGraphicFramePr>
        <p:xfrm>
          <a:off x="13314363" y="4597400"/>
          <a:ext cx="342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720" imgH="330120" progId="Equation.DSMT4">
                  <p:embed/>
                </p:oleObj>
              </mc:Choice>
              <mc:Fallback>
                <p:oleObj name="Equation" r:id="rId12" imgW="342720" imgH="330120" progId="Equation.DSMT4">
                  <p:embed/>
                  <p:pic>
                    <p:nvPicPr>
                      <p:cNvPr id="145" name="オブジェクト 144">
                        <a:extLst>
                          <a:ext uri="{FF2B5EF4-FFF2-40B4-BE49-F238E27FC236}">
                            <a16:creationId xmlns:a16="http://schemas.microsoft.com/office/drawing/2014/main" id="{6750A4D9-B2B1-FB16-4123-E89B0B6411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314363" y="4597400"/>
                        <a:ext cx="342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オブジェクト 145">
            <a:extLst>
              <a:ext uri="{FF2B5EF4-FFF2-40B4-BE49-F238E27FC236}">
                <a16:creationId xmlns:a16="http://schemas.microsoft.com/office/drawing/2014/main" id="{A40A30AC-0D8D-6DDF-4510-0F67D2C22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857861"/>
              </p:ext>
            </p:extLst>
          </p:nvPr>
        </p:nvGraphicFramePr>
        <p:xfrm>
          <a:off x="13352463" y="2872829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330120" progId="Equation.DSMT4">
                  <p:embed/>
                </p:oleObj>
              </mc:Choice>
              <mc:Fallback>
                <p:oleObj name="Equation" r:id="rId8" imgW="304560" imgH="330120" progId="Equation.DSMT4">
                  <p:embed/>
                  <p:pic>
                    <p:nvPicPr>
                      <p:cNvPr id="146" name="オブジェクト 145">
                        <a:extLst>
                          <a:ext uri="{FF2B5EF4-FFF2-40B4-BE49-F238E27FC236}">
                            <a16:creationId xmlns:a16="http://schemas.microsoft.com/office/drawing/2014/main" id="{A40A30AC-0D8D-6DDF-4510-0F67D2C22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352463" y="2872829"/>
                        <a:ext cx="304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オブジェクト 146">
            <a:extLst>
              <a:ext uri="{FF2B5EF4-FFF2-40B4-BE49-F238E27FC236}">
                <a16:creationId xmlns:a16="http://schemas.microsoft.com/office/drawing/2014/main" id="{2A41232A-6318-1E48-66EA-1CC3EA7E0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168849"/>
              </p:ext>
            </p:extLst>
          </p:nvPr>
        </p:nvGraphicFramePr>
        <p:xfrm>
          <a:off x="13508041" y="2401058"/>
          <a:ext cx="215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330120" progId="Equation.DSMT4">
                  <p:embed/>
                </p:oleObj>
              </mc:Choice>
              <mc:Fallback>
                <p:oleObj name="Equation" r:id="rId10" imgW="215640" imgH="330120" progId="Equation.DSMT4">
                  <p:embed/>
                  <p:pic>
                    <p:nvPicPr>
                      <p:cNvPr id="147" name="オブジェクト 146">
                        <a:extLst>
                          <a:ext uri="{FF2B5EF4-FFF2-40B4-BE49-F238E27FC236}">
                            <a16:creationId xmlns:a16="http://schemas.microsoft.com/office/drawing/2014/main" id="{2A41232A-6318-1E48-66EA-1CC3EA7E02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508041" y="2401058"/>
                        <a:ext cx="215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オブジェクト 147">
            <a:extLst>
              <a:ext uri="{FF2B5EF4-FFF2-40B4-BE49-F238E27FC236}">
                <a16:creationId xmlns:a16="http://schemas.microsoft.com/office/drawing/2014/main" id="{A0FD8B2B-2FD5-A89F-F9C1-A7E37E790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867803"/>
              </p:ext>
            </p:extLst>
          </p:nvPr>
        </p:nvGraphicFramePr>
        <p:xfrm>
          <a:off x="13345726" y="1866070"/>
          <a:ext cx="342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2720" imgH="330120" progId="Equation.DSMT4">
                  <p:embed/>
                </p:oleObj>
              </mc:Choice>
              <mc:Fallback>
                <p:oleObj name="Equation" r:id="rId12" imgW="342720" imgH="330120" progId="Equation.DSMT4">
                  <p:embed/>
                  <p:pic>
                    <p:nvPicPr>
                      <p:cNvPr id="148" name="オブジェクト 147">
                        <a:extLst>
                          <a:ext uri="{FF2B5EF4-FFF2-40B4-BE49-F238E27FC236}">
                            <a16:creationId xmlns:a16="http://schemas.microsoft.com/office/drawing/2014/main" id="{A0FD8B2B-2FD5-A89F-F9C1-A7E37E790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345726" y="1866070"/>
                        <a:ext cx="342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9191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0DDE59-4BFB-5F06-54CE-A79C7C1B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　事前処理　属性　システム図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B928023-A87E-D309-6D59-88229124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63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F994A8-7C9C-3392-B08F-DCE50BF42F0B}"/>
              </a:ext>
            </a:extLst>
          </p:cNvPr>
          <p:cNvSpPr txBox="1"/>
          <p:nvPr/>
        </p:nvSpPr>
        <p:spPr>
          <a:xfrm>
            <a:off x="1209433" y="292018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BB8AAC3-32D0-4D09-9455-CD639D53DEC3}"/>
              </a:ext>
            </a:extLst>
          </p:cNvPr>
          <p:cNvCxnSpPr>
            <a:cxnSpLocks/>
          </p:cNvCxnSpPr>
          <p:nvPr/>
        </p:nvCxnSpPr>
        <p:spPr>
          <a:xfrm flipH="1">
            <a:off x="1180619" y="2906045"/>
            <a:ext cx="262555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43BB73EF-7809-4912-73DE-5AD9C42C8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604913"/>
              </p:ext>
            </p:extLst>
          </p:nvPr>
        </p:nvGraphicFramePr>
        <p:xfrm>
          <a:off x="2577709" y="3208220"/>
          <a:ext cx="215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330120" progId="Equation.DSMT4">
                  <p:embed/>
                </p:oleObj>
              </mc:Choice>
              <mc:Fallback>
                <p:oleObj name="Equation" r:id="rId2" imgW="215640" imgH="33012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43BB73EF-7809-4912-73DE-5AD9C42C88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7709" y="3208220"/>
                        <a:ext cx="215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9983BE-7447-7FA9-D710-87E573D39188}"/>
              </a:ext>
            </a:extLst>
          </p:cNvPr>
          <p:cNvSpPr/>
          <p:nvPr/>
        </p:nvSpPr>
        <p:spPr>
          <a:xfrm>
            <a:off x="3806172" y="2084409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BLIP-2 VQA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710695-57A5-8421-D77F-995AF593C15B}"/>
              </a:ext>
            </a:extLst>
          </p:cNvPr>
          <p:cNvSpPr/>
          <p:nvPr/>
        </p:nvSpPr>
        <p:spPr>
          <a:xfrm>
            <a:off x="3806172" y="3861048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BLIP-2 VQA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0B2C518-783A-F9A0-B806-F90FD6D8FEF0}"/>
              </a:ext>
            </a:extLst>
          </p:cNvPr>
          <p:cNvCxnSpPr>
            <a:cxnSpLocks/>
          </p:cNvCxnSpPr>
          <p:nvPr/>
        </p:nvCxnSpPr>
        <p:spPr>
          <a:xfrm flipV="1">
            <a:off x="3365567" y="2906045"/>
            <a:ext cx="0" cy="12430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743ED0A-3BB4-7A97-805F-157F119A3C56}"/>
              </a:ext>
            </a:extLst>
          </p:cNvPr>
          <p:cNvCxnSpPr>
            <a:cxnSpLocks/>
          </p:cNvCxnSpPr>
          <p:nvPr/>
        </p:nvCxnSpPr>
        <p:spPr>
          <a:xfrm flipH="1" flipV="1">
            <a:off x="3365567" y="4149080"/>
            <a:ext cx="440605" cy="7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B2288BE3-A1EB-57FD-320B-A62090F89725}"/>
              </a:ext>
            </a:extLst>
          </p:cNvPr>
          <p:cNvSpPr/>
          <p:nvPr/>
        </p:nvSpPr>
        <p:spPr>
          <a:xfrm>
            <a:off x="3325793" y="2868679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86D000B-50E6-8E07-B659-0F4853FACCD2}"/>
              </a:ext>
            </a:extLst>
          </p:cNvPr>
          <p:cNvCxnSpPr>
            <a:cxnSpLocks/>
          </p:cNvCxnSpPr>
          <p:nvPr/>
        </p:nvCxnSpPr>
        <p:spPr>
          <a:xfrm flipH="1">
            <a:off x="2577709" y="2406840"/>
            <a:ext cx="122846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51356E8-9C10-938A-AD69-D8C3A40ADCB6}"/>
              </a:ext>
            </a:extLst>
          </p:cNvPr>
          <p:cNvSpPr txBox="1"/>
          <p:nvPr/>
        </p:nvSpPr>
        <p:spPr>
          <a:xfrm>
            <a:off x="2595321" y="2406840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Question 1</a:t>
            </a:r>
            <a:endParaRPr kumimoji="1" lang="ja-JP" altLang="en-US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ABF0D59-3635-ADC5-1207-7E7198436717}"/>
              </a:ext>
            </a:extLst>
          </p:cNvPr>
          <p:cNvCxnSpPr>
            <a:cxnSpLocks/>
          </p:cNvCxnSpPr>
          <p:nvPr/>
        </p:nvCxnSpPr>
        <p:spPr>
          <a:xfrm flipH="1">
            <a:off x="2577709" y="4611493"/>
            <a:ext cx="122846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1D57AD5-F84B-C3FB-3C7F-6E2ED74E822F}"/>
              </a:ext>
            </a:extLst>
          </p:cNvPr>
          <p:cNvSpPr txBox="1"/>
          <p:nvPr/>
        </p:nvSpPr>
        <p:spPr>
          <a:xfrm>
            <a:off x="2595321" y="4611493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Question 2</a:t>
            </a:r>
            <a:endParaRPr kumimoji="1" lang="ja-JP" altLang="en-US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6F476A8-354A-2EA9-6447-C2874C19F32A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094736" y="2622769"/>
            <a:ext cx="144698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0399D5E-EEBA-B3A5-A4E5-B2842B06C59E}"/>
              </a:ext>
            </a:extLst>
          </p:cNvPr>
          <p:cNvSpPr txBox="1"/>
          <p:nvPr/>
        </p:nvSpPr>
        <p:spPr>
          <a:xfrm>
            <a:off x="5050639" y="2622768"/>
            <a:ext cx="152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Answer (Text)</a:t>
            </a:r>
            <a:endParaRPr kumimoji="1" lang="ja-JP" altLang="en-US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3B16923-C352-A4B8-0809-013A17AE5BB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94736" y="4399407"/>
            <a:ext cx="1446984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01D6B3C-C585-46FF-79C8-4C77C3AE6FBE}"/>
              </a:ext>
            </a:extLst>
          </p:cNvPr>
          <p:cNvSpPr txBox="1"/>
          <p:nvPr/>
        </p:nvSpPr>
        <p:spPr>
          <a:xfrm>
            <a:off x="5050639" y="4401745"/>
            <a:ext cx="152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Answer (Text)</a:t>
            </a:r>
            <a:endParaRPr kumimoji="1" lang="ja-JP" altLang="en-US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AD07808-AED8-6B14-F0FA-5C9C0C42FF2F}"/>
              </a:ext>
            </a:extLst>
          </p:cNvPr>
          <p:cNvSpPr/>
          <p:nvPr/>
        </p:nvSpPr>
        <p:spPr>
          <a:xfrm>
            <a:off x="6528048" y="2084409"/>
            <a:ext cx="144698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fuzzification</a:t>
            </a:r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6255906-259D-9750-50DC-D02BEB98786A}"/>
              </a:ext>
            </a:extLst>
          </p:cNvPr>
          <p:cNvSpPr/>
          <p:nvPr/>
        </p:nvSpPr>
        <p:spPr>
          <a:xfrm>
            <a:off x="6528048" y="3861048"/>
            <a:ext cx="144698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fuzzification</a:t>
            </a:r>
            <a:endParaRPr kumimoji="1" lang="ja-JP" altLang="en-US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E9F9E9C-41F2-F1D9-3CCB-D1CB0816D145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7975032" y="2622769"/>
            <a:ext cx="2153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2FFE723-CDB2-CBB5-3E4E-38329B5E682C}"/>
              </a:ext>
            </a:extLst>
          </p:cNvPr>
          <p:cNvSpPr txBox="1"/>
          <p:nvPr/>
        </p:nvSpPr>
        <p:spPr>
          <a:xfrm>
            <a:off x="7974238" y="2622768"/>
            <a:ext cx="189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Feature value        </a:t>
            </a:r>
          </a:p>
          <a:p>
            <a:pPr algn="ctr"/>
            <a:r>
              <a:rPr kumimoji="1" lang="en-US" altLang="ja-JP" dirty="0"/>
              <a:t> (Fuzzy number)</a:t>
            </a:r>
            <a:endParaRPr kumimoji="1" lang="ja-JP" altLang="en-US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8B7CF40-8454-A52D-4A1A-144A556A70C5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7975032" y="4399408"/>
            <a:ext cx="2153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オブジェクト 43">
            <a:extLst>
              <a:ext uri="{FF2B5EF4-FFF2-40B4-BE49-F238E27FC236}">
                <a16:creationId xmlns:a16="http://schemas.microsoft.com/office/drawing/2014/main" id="{CFCA059C-467E-8BBD-623F-DCA689F14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597108"/>
              </p:ext>
            </p:extLst>
          </p:nvPr>
        </p:nvGraphicFramePr>
        <p:xfrm>
          <a:off x="9372165" y="2654524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355320" progId="Equation.DSMT4">
                  <p:embed/>
                </p:oleObj>
              </mc:Choice>
              <mc:Fallback>
                <p:oleObj name="Equation" r:id="rId4" imgW="634680" imgH="355320" progId="Equation.DSMT4">
                  <p:embed/>
                  <p:pic>
                    <p:nvPicPr>
                      <p:cNvPr id="44" name="オブジェクト 43">
                        <a:extLst>
                          <a:ext uri="{FF2B5EF4-FFF2-40B4-BE49-F238E27FC236}">
                            <a16:creationId xmlns:a16="http://schemas.microsoft.com/office/drawing/2014/main" id="{CFCA059C-467E-8BBD-623F-DCA689F146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72165" y="2654524"/>
                        <a:ext cx="635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D203682-8EF5-E513-D3A7-1CCAC4919DF2}"/>
              </a:ext>
            </a:extLst>
          </p:cNvPr>
          <p:cNvSpPr txBox="1"/>
          <p:nvPr/>
        </p:nvSpPr>
        <p:spPr>
          <a:xfrm>
            <a:off x="7974238" y="4399407"/>
            <a:ext cx="189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Feature value        </a:t>
            </a:r>
          </a:p>
          <a:p>
            <a:pPr algn="ctr"/>
            <a:r>
              <a:rPr kumimoji="1" lang="en-US" altLang="ja-JP" dirty="0"/>
              <a:t> (Fuzzy number)</a:t>
            </a:r>
            <a:endParaRPr kumimoji="1" lang="ja-JP" altLang="en-US" dirty="0"/>
          </a:p>
        </p:txBody>
      </p:sp>
      <p:graphicFrame>
        <p:nvGraphicFramePr>
          <p:cNvPr id="46" name="オブジェクト 45">
            <a:extLst>
              <a:ext uri="{FF2B5EF4-FFF2-40B4-BE49-F238E27FC236}">
                <a16:creationId xmlns:a16="http://schemas.microsoft.com/office/drawing/2014/main" id="{39278902-B491-ED64-D27E-9E70C5D708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593194"/>
              </p:ext>
            </p:extLst>
          </p:nvPr>
        </p:nvGraphicFramePr>
        <p:xfrm>
          <a:off x="9378950" y="4430713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355320" progId="Equation.DSMT4">
                  <p:embed/>
                </p:oleObj>
              </mc:Choice>
              <mc:Fallback>
                <p:oleObj name="Equation" r:id="rId6" imgW="622080" imgH="355320" progId="Equation.DSMT4">
                  <p:embed/>
                  <p:pic>
                    <p:nvPicPr>
                      <p:cNvPr id="46" name="オブジェクト 45">
                        <a:extLst>
                          <a:ext uri="{FF2B5EF4-FFF2-40B4-BE49-F238E27FC236}">
                            <a16:creationId xmlns:a16="http://schemas.microsoft.com/office/drawing/2014/main" id="{39278902-B491-ED64-D27E-9E70C5D708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78950" y="4430713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91615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36144-8DF9-BCB4-F5CA-5ACB64CA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　事前処理　属性　ファジィ数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469AB1-3C04-F3C9-8298-E0BCCA01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64</a:t>
            </a:fld>
            <a:endParaRPr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74CB219-5B3E-8744-2724-61A561DC5CA7}"/>
              </a:ext>
            </a:extLst>
          </p:cNvPr>
          <p:cNvCxnSpPr>
            <a:cxnSpLocks/>
          </p:cNvCxnSpPr>
          <p:nvPr/>
        </p:nvCxnSpPr>
        <p:spPr>
          <a:xfrm>
            <a:off x="695400" y="3429000"/>
            <a:ext cx="468052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C454B1-BFD9-917D-3D9D-AA663D8F6823}"/>
              </a:ext>
            </a:extLst>
          </p:cNvPr>
          <p:cNvCxnSpPr>
            <a:cxnSpLocks/>
          </p:cNvCxnSpPr>
          <p:nvPr/>
        </p:nvCxnSpPr>
        <p:spPr>
          <a:xfrm flipV="1">
            <a:off x="1055440" y="908720"/>
            <a:ext cx="0" cy="288032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A17002F-F5B9-7096-A862-0B68079AFA3D}"/>
              </a:ext>
            </a:extLst>
          </p:cNvPr>
          <p:cNvCxnSpPr>
            <a:cxnSpLocks/>
          </p:cNvCxnSpPr>
          <p:nvPr/>
        </p:nvCxnSpPr>
        <p:spPr>
          <a:xfrm flipH="1">
            <a:off x="1055440" y="1268760"/>
            <a:ext cx="1080120" cy="2160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37F567B-7FDB-97D3-1914-84371CE99E0A}"/>
              </a:ext>
            </a:extLst>
          </p:cNvPr>
          <p:cNvCxnSpPr>
            <a:cxnSpLocks/>
          </p:cNvCxnSpPr>
          <p:nvPr/>
        </p:nvCxnSpPr>
        <p:spPr>
          <a:xfrm>
            <a:off x="2133204" y="1268760"/>
            <a:ext cx="1080120" cy="2160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BAFB18B-6EB7-E552-0B9B-33CAB371500E}"/>
              </a:ext>
            </a:extLst>
          </p:cNvPr>
          <p:cNvCxnSpPr>
            <a:cxnSpLocks/>
          </p:cNvCxnSpPr>
          <p:nvPr/>
        </p:nvCxnSpPr>
        <p:spPr>
          <a:xfrm flipH="1">
            <a:off x="2495600" y="1268760"/>
            <a:ext cx="108012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52B08BD-3246-F456-8845-0BBF3312038D}"/>
              </a:ext>
            </a:extLst>
          </p:cNvPr>
          <p:cNvCxnSpPr>
            <a:cxnSpLocks/>
          </p:cNvCxnSpPr>
          <p:nvPr/>
        </p:nvCxnSpPr>
        <p:spPr>
          <a:xfrm>
            <a:off x="3573364" y="1268760"/>
            <a:ext cx="108012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79A582-C82E-A093-658A-11148AECC82E}"/>
              </a:ext>
            </a:extLst>
          </p:cNvPr>
          <p:cNvSpPr txBox="1"/>
          <p:nvPr/>
        </p:nvSpPr>
        <p:spPr>
          <a:xfrm>
            <a:off x="5110462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50348BAC-0DC8-E1D1-EDC5-DB0400E5CC5F}"/>
              </a:ext>
            </a:extLst>
          </p:cNvPr>
          <p:cNvCxnSpPr/>
          <p:nvPr/>
        </p:nvCxnSpPr>
        <p:spPr>
          <a:xfrm>
            <a:off x="3573364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9F46571-54B5-B146-D187-A874C1BF3688}"/>
              </a:ext>
            </a:extLst>
          </p:cNvPr>
          <p:cNvCxnSpPr/>
          <p:nvPr/>
        </p:nvCxnSpPr>
        <p:spPr>
          <a:xfrm>
            <a:off x="2131518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ED97BD9-E1A7-AC4A-F5D9-A90DF96D4135}"/>
              </a:ext>
            </a:extLst>
          </p:cNvPr>
          <p:cNvCxnSpPr>
            <a:cxnSpLocks/>
          </p:cNvCxnSpPr>
          <p:nvPr/>
        </p:nvCxnSpPr>
        <p:spPr>
          <a:xfrm flipH="1">
            <a:off x="1053754" y="1268760"/>
            <a:ext cx="251961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C6D0621-1FA8-DFB1-477F-EC61AE5B765A}"/>
              </a:ext>
            </a:extLst>
          </p:cNvPr>
          <p:cNvSpPr txBox="1"/>
          <p:nvPr/>
        </p:nvSpPr>
        <p:spPr>
          <a:xfrm>
            <a:off x="708037" y="10840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5125414-26C9-69C3-1FB4-17E5F740983A}"/>
              </a:ext>
            </a:extLst>
          </p:cNvPr>
          <p:cNvSpPr txBox="1"/>
          <p:nvPr/>
        </p:nvSpPr>
        <p:spPr>
          <a:xfrm>
            <a:off x="1880467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0.3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6553FE8-3E48-C9AC-0047-07E35E237C26}"/>
              </a:ext>
            </a:extLst>
          </p:cNvPr>
          <p:cNvSpPr txBox="1"/>
          <p:nvPr/>
        </p:nvSpPr>
        <p:spPr>
          <a:xfrm>
            <a:off x="2254955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0.4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9C8D834-8647-B333-43D1-D8054CBFDB56}"/>
              </a:ext>
            </a:extLst>
          </p:cNvPr>
          <p:cNvSpPr txBox="1"/>
          <p:nvPr/>
        </p:nvSpPr>
        <p:spPr>
          <a:xfrm>
            <a:off x="2977946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0.6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71F249E-FEB4-DE9B-2A40-3BEA4AC02C2C}"/>
              </a:ext>
            </a:extLst>
          </p:cNvPr>
          <p:cNvSpPr txBox="1"/>
          <p:nvPr/>
        </p:nvSpPr>
        <p:spPr>
          <a:xfrm>
            <a:off x="3333168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0.7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49D121B-70BB-2DBE-B96C-DEBEAB1A4651}"/>
              </a:ext>
            </a:extLst>
          </p:cNvPr>
          <p:cNvSpPr txBox="1"/>
          <p:nvPr/>
        </p:nvSpPr>
        <p:spPr>
          <a:xfrm>
            <a:off x="4423369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D11695C-C2C1-32FE-D464-69E5C7A8C2DE}"/>
              </a:ext>
            </a:extLst>
          </p:cNvPr>
          <p:cNvSpPr txBox="1"/>
          <p:nvPr/>
        </p:nvSpPr>
        <p:spPr>
          <a:xfrm>
            <a:off x="1908962" y="9087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2"/>
                </a:solidFill>
              </a:rPr>
              <a:t>No</a:t>
            </a:r>
            <a:endParaRPr kumimoji="1" lang="ja-JP" altLang="en-US" b="1" dirty="0">
              <a:solidFill>
                <a:schemeClr val="accent2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DAEFFAA-8EE4-77F7-758A-3FE838453722}"/>
              </a:ext>
            </a:extLst>
          </p:cNvPr>
          <p:cNvSpPr txBox="1"/>
          <p:nvPr/>
        </p:nvSpPr>
        <p:spPr>
          <a:xfrm>
            <a:off x="3311956" y="908720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1"/>
                </a:solidFill>
              </a:rPr>
              <a:t>Yes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7599685-1D18-282B-B115-3E36668AD52A}"/>
              </a:ext>
            </a:extLst>
          </p:cNvPr>
          <p:cNvSpPr txBox="1"/>
          <p:nvPr/>
        </p:nvSpPr>
        <p:spPr>
          <a:xfrm>
            <a:off x="74904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6054CEAC-A1E9-F69D-2313-CF23775ABEB1}"/>
              </a:ext>
            </a:extLst>
          </p:cNvPr>
          <p:cNvCxnSpPr>
            <a:cxnSpLocks/>
          </p:cNvCxnSpPr>
          <p:nvPr/>
        </p:nvCxnSpPr>
        <p:spPr>
          <a:xfrm>
            <a:off x="6460175" y="3429000"/>
            <a:ext cx="468052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19D7A42-6D72-8BB3-FAF7-AB7DCCA31F75}"/>
              </a:ext>
            </a:extLst>
          </p:cNvPr>
          <p:cNvCxnSpPr>
            <a:cxnSpLocks/>
          </p:cNvCxnSpPr>
          <p:nvPr/>
        </p:nvCxnSpPr>
        <p:spPr>
          <a:xfrm flipV="1">
            <a:off x="6820215" y="908720"/>
            <a:ext cx="0" cy="288032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E2C1C22-C765-8B2E-090F-C9E4AC260757}"/>
              </a:ext>
            </a:extLst>
          </p:cNvPr>
          <p:cNvCxnSpPr>
            <a:cxnSpLocks/>
          </p:cNvCxnSpPr>
          <p:nvPr/>
        </p:nvCxnSpPr>
        <p:spPr>
          <a:xfrm flipH="1">
            <a:off x="6820215" y="1267914"/>
            <a:ext cx="895584" cy="21610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4B984A0-7AC0-1C9D-E7A1-6289068C7464}"/>
              </a:ext>
            </a:extLst>
          </p:cNvPr>
          <p:cNvCxnSpPr>
            <a:cxnSpLocks/>
          </p:cNvCxnSpPr>
          <p:nvPr/>
        </p:nvCxnSpPr>
        <p:spPr>
          <a:xfrm>
            <a:off x="7714621" y="1267914"/>
            <a:ext cx="903533" cy="21686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0DD7393-2976-139F-17BC-D124683BAC77}"/>
              </a:ext>
            </a:extLst>
          </p:cNvPr>
          <p:cNvSpPr txBox="1"/>
          <p:nvPr/>
        </p:nvSpPr>
        <p:spPr>
          <a:xfrm>
            <a:off x="10875237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14279408-C15E-D7A6-3FC3-671C937320F8}"/>
              </a:ext>
            </a:extLst>
          </p:cNvPr>
          <p:cNvCxnSpPr/>
          <p:nvPr/>
        </p:nvCxnSpPr>
        <p:spPr>
          <a:xfrm>
            <a:off x="7714621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F11E8507-C29C-D1A6-94A1-C09447BA5657}"/>
              </a:ext>
            </a:extLst>
          </p:cNvPr>
          <p:cNvCxnSpPr>
            <a:cxnSpLocks/>
          </p:cNvCxnSpPr>
          <p:nvPr/>
        </p:nvCxnSpPr>
        <p:spPr>
          <a:xfrm flipH="1">
            <a:off x="6818529" y="1268760"/>
            <a:ext cx="270830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E02E697-9F1B-8ED5-AF9C-563F37121242}"/>
              </a:ext>
            </a:extLst>
          </p:cNvPr>
          <p:cNvSpPr txBox="1"/>
          <p:nvPr/>
        </p:nvSpPr>
        <p:spPr>
          <a:xfrm>
            <a:off x="6472812" y="10840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6619306-E360-DC70-AA0C-8E753D85CBC5}"/>
              </a:ext>
            </a:extLst>
          </p:cNvPr>
          <p:cNvSpPr txBox="1"/>
          <p:nvPr/>
        </p:nvSpPr>
        <p:spPr>
          <a:xfrm>
            <a:off x="7645242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0.3</a:t>
            </a:r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E4302CE-9EC8-FF62-9DB9-1AAADA81E526}"/>
              </a:ext>
            </a:extLst>
          </p:cNvPr>
          <p:cNvSpPr txBox="1"/>
          <p:nvPr/>
        </p:nvSpPr>
        <p:spPr>
          <a:xfrm>
            <a:off x="8019730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0.4</a:t>
            </a:r>
            <a:endParaRPr kumimoji="1" lang="ja-JP" altLang="en-US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B53E386-342A-B36D-733A-A2B491D66C3C}"/>
              </a:ext>
            </a:extLst>
          </p:cNvPr>
          <p:cNvSpPr txBox="1"/>
          <p:nvPr/>
        </p:nvSpPr>
        <p:spPr>
          <a:xfrm>
            <a:off x="8742721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0.6</a:t>
            </a:r>
            <a:endParaRPr kumimoji="1"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9A212BC-4D2F-98C9-6412-C7FB53C4A9BB}"/>
              </a:ext>
            </a:extLst>
          </p:cNvPr>
          <p:cNvSpPr txBox="1"/>
          <p:nvPr/>
        </p:nvSpPr>
        <p:spPr>
          <a:xfrm>
            <a:off x="9097943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0.7</a:t>
            </a:r>
            <a:endParaRPr kumimoji="1" lang="ja-JP" altLang="en-US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003A837-0FA0-7A76-DA0D-AFDAD1DA8D60}"/>
              </a:ext>
            </a:extLst>
          </p:cNvPr>
          <p:cNvSpPr txBox="1"/>
          <p:nvPr/>
        </p:nvSpPr>
        <p:spPr>
          <a:xfrm>
            <a:off x="10188144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FC44996-02C2-DE8A-146E-388A0C4DE2C3}"/>
              </a:ext>
            </a:extLst>
          </p:cNvPr>
          <p:cNvSpPr txBox="1"/>
          <p:nvPr/>
        </p:nvSpPr>
        <p:spPr>
          <a:xfrm>
            <a:off x="7316989" y="908720"/>
            <a:ext cx="81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2"/>
                </a:solidFill>
              </a:rPr>
              <a:t>Young</a:t>
            </a:r>
            <a:endParaRPr kumimoji="1" lang="ja-JP" altLang="en-US" b="1" dirty="0">
              <a:solidFill>
                <a:schemeClr val="accent2"/>
              </a:solidFill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1C12D65-EBFC-67A5-F615-BE33B3FF0330}"/>
              </a:ext>
            </a:extLst>
          </p:cNvPr>
          <p:cNvSpPr txBox="1"/>
          <p:nvPr/>
        </p:nvSpPr>
        <p:spPr>
          <a:xfrm>
            <a:off x="9277900" y="90872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1"/>
                </a:solidFill>
              </a:rPr>
              <a:t>Old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8EF1CCF-28F0-1FA9-941E-4631CF0CBB91}"/>
              </a:ext>
            </a:extLst>
          </p:cNvPr>
          <p:cNvSpPr txBox="1"/>
          <p:nvPr/>
        </p:nvSpPr>
        <p:spPr>
          <a:xfrm>
            <a:off x="6513822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19EC4A0A-683F-8696-5812-DE800959317A}"/>
              </a:ext>
            </a:extLst>
          </p:cNvPr>
          <p:cNvCxnSpPr>
            <a:cxnSpLocks/>
          </p:cNvCxnSpPr>
          <p:nvPr/>
        </p:nvCxnSpPr>
        <p:spPr>
          <a:xfrm flipH="1">
            <a:off x="7717817" y="1267914"/>
            <a:ext cx="895584" cy="216108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68683871-725E-18A2-F69F-AAA74503CDA1}"/>
              </a:ext>
            </a:extLst>
          </p:cNvPr>
          <p:cNvCxnSpPr>
            <a:cxnSpLocks/>
          </p:cNvCxnSpPr>
          <p:nvPr/>
        </p:nvCxnSpPr>
        <p:spPr>
          <a:xfrm>
            <a:off x="8612223" y="1267914"/>
            <a:ext cx="903533" cy="216868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A016EFAD-8C62-5F71-9126-EBA23EF70492}"/>
              </a:ext>
            </a:extLst>
          </p:cNvPr>
          <p:cNvCxnSpPr/>
          <p:nvPr/>
        </p:nvCxnSpPr>
        <p:spPr>
          <a:xfrm>
            <a:off x="8612223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17A889F-3A3A-2220-0D12-61EAC5672797}"/>
              </a:ext>
            </a:extLst>
          </p:cNvPr>
          <p:cNvCxnSpPr>
            <a:cxnSpLocks/>
          </p:cNvCxnSpPr>
          <p:nvPr/>
        </p:nvCxnSpPr>
        <p:spPr>
          <a:xfrm flipH="1">
            <a:off x="8632430" y="1267914"/>
            <a:ext cx="895584" cy="2161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B034FCFC-AE15-618B-B9E7-F05EC84E966C}"/>
              </a:ext>
            </a:extLst>
          </p:cNvPr>
          <p:cNvCxnSpPr>
            <a:cxnSpLocks/>
          </p:cNvCxnSpPr>
          <p:nvPr/>
        </p:nvCxnSpPr>
        <p:spPr>
          <a:xfrm>
            <a:off x="9526836" y="1267914"/>
            <a:ext cx="903533" cy="2168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8D741E8-AE20-7060-6018-06B4CFC26C29}"/>
              </a:ext>
            </a:extLst>
          </p:cNvPr>
          <p:cNvCxnSpPr/>
          <p:nvPr/>
        </p:nvCxnSpPr>
        <p:spPr>
          <a:xfrm>
            <a:off x="9526836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21305E5-F166-6A6E-D569-FD87B069FE2D}"/>
              </a:ext>
            </a:extLst>
          </p:cNvPr>
          <p:cNvSpPr txBox="1"/>
          <p:nvPr/>
        </p:nvSpPr>
        <p:spPr>
          <a:xfrm>
            <a:off x="8168410" y="9087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3"/>
                </a:solidFill>
              </a:rPr>
              <a:t>Middle</a:t>
            </a:r>
            <a:endParaRPr kumimoji="1" lang="ja-JP" altLang="en-US" b="1" dirty="0">
              <a:solidFill>
                <a:schemeClr val="accent3"/>
              </a:solidFill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9E6C42BA-68A8-DC0A-04DC-D11BD6670B0A}"/>
              </a:ext>
            </a:extLst>
          </p:cNvPr>
          <p:cNvSpPr txBox="1"/>
          <p:nvPr/>
        </p:nvSpPr>
        <p:spPr>
          <a:xfrm rot="16200000">
            <a:off x="5182048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D04512FB-6214-DC36-E4F5-342AE7575C41}"/>
              </a:ext>
            </a:extLst>
          </p:cNvPr>
          <p:cNvSpPr txBox="1"/>
          <p:nvPr/>
        </p:nvSpPr>
        <p:spPr>
          <a:xfrm rot="16200000">
            <a:off x="-594344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20219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EFE683-AF0A-240F-C415-4673751B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　事前処理　動作特徴量　システム図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3AD418-37C8-AAE8-57C7-49A3479F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65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5F0D7E-FD67-127E-EDE5-BE3BDEECC5FE}"/>
              </a:ext>
            </a:extLst>
          </p:cNvPr>
          <p:cNvSpPr txBox="1"/>
          <p:nvPr/>
        </p:nvSpPr>
        <p:spPr>
          <a:xfrm>
            <a:off x="-192734" y="3742656"/>
            <a:ext cx="1591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Segmented </a:t>
            </a:r>
          </a:p>
          <a:p>
            <a:pPr algn="ctr"/>
            <a:r>
              <a:rPr kumimoji="1" lang="en-US" altLang="ja-JP" dirty="0"/>
              <a:t>RGB image</a:t>
            </a:r>
            <a:endParaRPr kumimoji="1" lang="ja-JP" altLang="en-US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393DE9B-73CD-5AD3-1AD2-5943B32160EC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-7503" y="2289726"/>
            <a:ext cx="466334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418744DB-24AD-2130-D4B6-EDD40248E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619133"/>
              </p:ext>
            </p:extLst>
          </p:nvPr>
        </p:nvGraphicFramePr>
        <p:xfrm>
          <a:off x="1191953" y="4051730"/>
          <a:ext cx="52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355320" progId="Equation.DSMT4">
                  <p:embed/>
                </p:oleObj>
              </mc:Choice>
              <mc:Fallback>
                <p:oleObj name="Equation" r:id="rId2" imgW="520560" imgH="35532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418744DB-24AD-2130-D4B6-EDD40248E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91953" y="4051730"/>
                        <a:ext cx="520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6C59CA-8AF8-8624-01DC-00234163BE52}"/>
              </a:ext>
            </a:extLst>
          </p:cNvPr>
          <p:cNvSpPr/>
          <p:nvPr/>
        </p:nvSpPr>
        <p:spPr>
          <a:xfrm>
            <a:off x="1768017" y="3204296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YOLO11-Pose</a:t>
            </a:r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B96513F-9EA6-BFD0-70E2-63204A52050C}"/>
              </a:ext>
            </a:extLst>
          </p:cNvPr>
          <p:cNvSpPr/>
          <p:nvPr/>
        </p:nvSpPr>
        <p:spPr>
          <a:xfrm>
            <a:off x="4363143" y="3698167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C398E3-77B2-884F-6BC5-D418858CC0D0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400509" y="4463778"/>
            <a:ext cx="25533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89FFA54-9424-4C6C-F833-E45A954ECE79}"/>
              </a:ext>
            </a:extLst>
          </p:cNvPr>
          <p:cNvSpPr txBox="1"/>
          <p:nvPr/>
        </p:nvSpPr>
        <p:spPr>
          <a:xfrm>
            <a:off x="3093947" y="3742656"/>
            <a:ext cx="134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Joint feature points </a:t>
            </a:r>
            <a:r>
              <a:rPr kumimoji="1" lang="en-US" altLang="ja-JP" b="1" i="1" dirty="0"/>
              <a:t>p</a:t>
            </a:r>
            <a:r>
              <a:rPr kumimoji="1" lang="en-US" altLang="ja-JP" i="1" baseline="30000" dirty="0"/>
              <a:t>i</a:t>
            </a:r>
            <a:r>
              <a:rPr kumimoji="1" lang="en-US" altLang="ja-JP" baseline="30000" dirty="0"/>
              <a:t> </a:t>
            </a:r>
            <a:r>
              <a:rPr kumimoji="1" lang="en-US" altLang="ja-JP" dirty="0"/>
              <a:t>(</a:t>
            </a:r>
            <a:r>
              <a:rPr kumimoji="1" lang="en-US" altLang="ja-JP" i="1" dirty="0"/>
              <a:t>k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F8114F-B038-1114-E22A-D6D365624C12}"/>
              </a:ext>
            </a:extLst>
          </p:cNvPr>
          <p:cNvSpPr/>
          <p:nvPr/>
        </p:nvSpPr>
        <p:spPr>
          <a:xfrm>
            <a:off x="4655840" y="2034202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/>
              <a:t>f</a:t>
            </a:r>
            <a:r>
              <a:rPr kumimoji="1" lang="en-US" altLang="ja-JP" baseline="-25000" dirty="0"/>
              <a:t>10</a:t>
            </a:r>
            <a:endParaRPr kumimoji="1" lang="ja-JP" altLang="en-US" baseline="-250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86E6D00-6DD1-BDF6-0C69-77E1296C79DC}"/>
              </a:ext>
            </a:extLst>
          </p:cNvPr>
          <p:cNvSpPr/>
          <p:nvPr/>
        </p:nvSpPr>
        <p:spPr>
          <a:xfrm>
            <a:off x="4655840" y="2758886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/>
              <a:t>f</a:t>
            </a:r>
            <a:r>
              <a:rPr kumimoji="1" lang="en-US" altLang="ja-JP" baseline="-25000" dirty="0"/>
              <a:t>11</a:t>
            </a:r>
            <a:endParaRPr kumimoji="1" lang="ja-JP" altLang="en-US" baseline="-25000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AEBDB2A-AD3E-C86C-FC93-3CF8E645286D}"/>
              </a:ext>
            </a:extLst>
          </p:cNvPr>
          <p:cNvSpPr/>
          <p:nvPr/>
        </p:nvSpPr>
        <p:spPr>
          <a:xfrm>
            <a:off x="4655840" y="3483570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/>
              <a:t>f</a:t>
            </a:r>
            <a:r>
              <a:rPr kumimoji="1" lang="en-US" altLang="ja-JP" baseline="-25000" dirty="0"/>
              <a:t>12</a:t>
            </a:r>
            <a:endParaRPr kumimoji="1" lang="ja-JP" altLang="en-US" baseline="-25000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68693FB-9F78-0E7D-406A-2F02FE0663BC}"/>
              </a:ext>
            </a:extLst>
          </p:cNvPr>
          <p:cNvSpPr/>
          <p:nvPr/>
        </p:nvSpPr>
        <p:spPr>
          <a:xfrm>
            <a:off x="4655840" y="4208254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i="1" dirty="0"/>
              <a:t>f</a:t>
            </a:r>
            <a:r>
              <a:rPr kumimoji="1" lang="en-US" altLang="ja-JP" baseline="-25000" dirty="0"/>
              <a:t>13</a:t>
            </a:r>
            <a:endParaRPr kumimoji="1" lang="ja-JP" altLang="en-US" baseline="-250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057D566-3CEB-7376-46AE-C836D7E3D5D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-7503" y="3742656"/>
            <a:ext cx="1775520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E4FCAC3-265B-D429-39DC-D230247D461D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3056581" y="3739094"/>
            <a:ext cx="1599259" cy="3562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EDBCB37-BCB5-488B-B13B-F4E87B91A170}"/>
              </a:ext>
            </a:extLst>
          </p:cNvPr>
          <p:cNvCxnSpPr>
            <a:cxnSpLocks/>
          </p:cNvCxnSpPr>
          <p:nvPr/>
        </p:nvCxnSpPr>
        <p:spPr>
          <a:xfrm>
            <a:off x="4400509" y="3014410"/>
            <a:ext cx="0" cy="144936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1709066-1DE6-9F6A-002E-E0F7B64D9573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400509" y="3014410"/>
            <a:ext cx="255331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A3154E1-E961-9C79-C1E9-C54A78095C54}"/>
              </a:ext>
            </a:extLst>
          </p:cNvPr>
          <p:cNvSpPr txBox="1"/>
          <p:nvPr/>
        </p:nvSpPr>
        <p:spPr>
          <a:xfrm>
            <a:off x="0" y="2317611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Bounding box information </a:t>
            </a:r>
            <a:r>
              <a:rPr kumimoji="1" lang="en-US" altLang="ja-JP" b="1" i="1" dirty="0"/>
              <a:t>b</a:t>
            </a:r>
            <a:r>
              <a:rPr kumimoji="1" lang="en-US" altLang="ja-JP" i="1" baseline="30000" dirty="0"/>
              <a:t>i</a:t>
            </a:r>
            <a:r>
              <a:rPr kumimoji="1" lang="en-US" altLang="ja-JP" baseline="30000" dirty="0"/>
              <a:t> </a:t>
            </a:r>
            <a:r>
              <a:rPr kumimoji="1" lang="en-US" altLang="ja-JP" dirty="0"/>
              <a:t>(</a:t>
            </a:r>
            <a:r>
              <a:rPr kumimoji="1" lang="en-US" altLang="ja-JP" i="1" dirty="0"/>
              <a:t>k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CCBADE9-779D-D618-5DD4-F4C1B59F7488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5944404" y="3014410"/>
            <a:ext cx="26140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0A966EE6-8DE4-D465-CB8D-ADC9D9CE7A9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944404" y="2289726"/>
            <a:ext cx="26140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436D98A9-86AF-28D7-DF8D-AF90EFF6D040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5944404" y="3739094"/>
            <a:ext cx="26140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7EC0A951-F613-B061-B4EE-4F799C02B612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5944404" y="4463778"/>
            <a:ext cx="26140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450D6E9-30DB-56EF-44E2-93E27DF8AA4B}"/>
              </a:ext>
            </a:extLst>
          </p:cNvPr>
          <p:cNvSpPr/>
          <p:nvPr/>
        </p:nvSpPr>
        <p:spPr>
          <a:xfrm>
            <a:off x="8558420" y="2034201"/>
            <a:ext cx="180056" cy="2681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CC2515C-E9F5-3BDD-2C95-D7318BB68E15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8748001" y="3513862"/>
            <a:ext cx="1963550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297B661-CD98-1EDD-E064-52B4337E8E1D}"/>
              </a:ext>
            </a:extLst>
          </p:cNvPr>
          <p:cNvSpPr txBox="1"/>
          <p:nvPr/>
        </p:nvSpPr>
        <p:spPr>
          <a:xfrm>
            <a:off x="5944404" y="2303491"/>
            <a:ext cx="195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of the pose</a:t>
            </a:r>
            <a:endParaRPr kumimoji="1" lang="ja-JP" altLang="en-US" dirty="0"/>
          </a:p>
        </p:txBody>
      </p:sp>
      <p:graphicFrame>
        <p:nvGraphicFramePr>
          <p:cNvPr id="62" name="オブジェクト 61">
            <a:extLst>
              <a:ext uri="{FF2B5EF4-FFF2-40B4-BE49-F238E27FC236}">
                <a16:creationId xmlns:a16="http://schemas.microsoft.com/office/drawing/2014/main" id="{37C62D43-B0DE-DB91-A8C5-483C4EA24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322335"/>
              </p:ext>
            </p:extLst>
          </p:nvPr>
        </p:nvGraphicFramePr>
        <p:xfrm>
          <a:off x="7847889" y="2331666"/>
          <a:ext cx="59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355320" progId="Equation.DSMT4">
                  <p:embed/>
                </p:oleObj>
              </mc:Choice>
              <mc:Fallback>
                <p:oleObj name="Equation" r:id="rId4" imgW="596880" imgH="355320" progId="Equation.DSMT4">
                  <p:embed/>
                  <p:pic>
                    <p:nvPicPr>
                      <p:cNvPr id="62" name="オブジェクト 61">
                        <a:extLst>
                          <a:ext uri="{FF2B5EF4-FFF2-40B4-BE49-F238E27FC236}">
                            <a16:creationId xmlns:a16="http://schemas.microsoft.com/office/drawing/2014/main" id="{37C62D43-B0DE-DB91-A8C5-483C4EA24F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47889" y="2331666"/>
                        <a:ext cx="596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A32802B-178D-B252-3F9D-E31A1482356F}"/>
              </a:ext>
            </a:extLst>
          </p:cNvPr>
          <p:cNvSpPr txBox="1"/>
          <p:nvPr/>
        </p:nvSpPr>
        <p:spPr>
          <a:xfrm>
            <a:off x="5944404" y="3014302"/>
            <a:ext cx="195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of the pose</a:t>
            </a:r>
            <a:endParaRPr kumimoji="1" lang="ja-JP" altLang="en-US" dirty="0"/>
          </a:p>
        </p:txBody>
      </p:sp>
      <p:graphicFrame>
        <p:nvGraphicFramePr>
          <p:cNvPr id="64" name="オブジェクト 63">
            <a:extLst>
              <a:ext uri="{FF2B5EF4-FFF2-40B4-BE49-F238E27FC236}">
                <a16:creationId xmlns:a16="http://schemas.microsoft.com/office/drawing/2014/main" id="{510229BB-BEEF-EA48-53A5-92C5ECBC08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11"/>
              </p:ext>
            </p:extLst>
          </p:nvPr>
        </p:nvGraphicFramePr>
        <p:xfrm>
          <a:off x="7854950" y="3042201"/>
          <a:ext cx="584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355320" progId="Equation.DSMT4">
                  <p:embed/>
                </p:oleObj>
              </mc:Choice>
              <mc:Fallback>
                <p:oleObj name="Equation" r:id="rId6" imgW="583920" imgH="355320" progId="Equation.DSMT4">
                  <p:embed/>
                  <p:pic>
                    <p:nvPicPr>
                      <p:cNvPr id="64" name="オブジェクト 63">
                        <a:extLst>
                          <a:ext uri="{FF2B5EF4-FFF2-40B4-BE49-F238E27FC236}">
                            <a16:creationId xmlns:a16="http://schemas.microsoft.com/office/drawing/2014/main" id="{510229BB-BEEF-EA48-53A5-92C5ECBC08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854950" y="3042201"/>
                        <a:ext cx="584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277F3AF7-2680-F93C-198D-ACF9D6C363A3}"/>
              </a:ext>
            </a:extLst>
          </p:cNvPr>
          <p:cNvSpPr txBox="1"/>
          <p:nvPr/>
        </p:nvSpPr>
        <p:spPr>
          <a:xfrm>
            <a:off x="5944404" y="3745826"/>
            <a:ext cx="195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of the pose</a:t>
            </a:r>
            <a:endParaRPr kumimoji="1" lang="ja-JP" altLang="en-US" dirty="0"/>
          </a:p>
        </p:txBody>
      </p:sp>
      <p:graphicFrame>
        <p:nvGraphicFramePr>
          <p:cNvPr id="66" name="オブジェクト 65">
            <a:extLst>
              <a:ext uri="{FF2B5EF4-FFF2-40B4-BE49-F238E27FC236}">
                <a16:creationId xmlns:a16="http://schemas.microsoft.com/office/drawing/2014/main" id="{A077D0D8-47C8-6C08-C142-45F1ED812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783688"/>
              </p:ext>
            </p:extLst>
          </p:nvPr>
        </p:nvGraphicFramePr>
        <p:xfrm>
          <a:off x="7847889" y="3774001"/>
          <a:ext cx="59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355320" progId="Equation.DSMT4">
                  <p:embed/>
                </p:oleObj>
              </mc:Choice>
              <mc:Fallback>
                <p:oleObj name="Equation" r:id="rId8" imgW="596880" imgH="355320" progId="Equation.DSMT4">
                  <p:embed/>
                  <p:pic>
                    <p:nvPicPr>
                      <p:cNvPr id="66" name="オブジェクト 65">
                        <a:extLst>
                          <a:ext uri="{FF2B5EF4-FFF2-40B4-BE49-F238E27FC236}">
                            <a16:creationId xmlns:a16="http://schemas.microsoft.com/office/drawing/2014/main" id="{A077D0D8-47C8-6C08-C142-45F1ED812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47889" y="3774001"/>
                        <a:ext cx="596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421F588-BD51-F3EA-E766-311DD2A2B1E7}"/>
              </a:ext>
            </a:extLst>
          </p:cNvPr>
          <p:cNvSpPr txBox="1"/>
          <p:nvPr/>
        </p:nvSpPr>
        <p:spPr>
          <a:xfrm>
            <a:off x="5944404" y="4463778"/>
            <a:ext cx="195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of the pose</a:t>
            </a:r>
            <a:endParaRPr kumimoji="1" lang="ja-JP" altLang="en-US" dirty="0"/>
          </a:p>
        </p:txBody>
      </p:sp>
      <p:graphicFrame>
        <p:nvGraphicFramePr>
          <p:cNvPr id="68" name="オブジェクト 67">
            <a:extLst>
              <a:ext uri="{FF2B5EF4-FFF2-40B4-BE49-F238E27FC236}">
                <a16:creationId xmlns:a16="http://schemas.microsoft.com/office/drawing/2014/main" id="{19D45B24-0F64-BF5D-7F27-79A6B54D0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394879"/>
              </p:ext>
            </p:extLst>
          </p:nvPr>
        </p:nvGraphicFramePr>
        <p:xfrm>
          <a:off x="7847889" y="4491953"/>
          <a:ext cx="59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880" imgH="355320" progId="Equation.DSMT4">
                  <p:embed/>
                </p:oleObj>
              </mc:Choice>
              <mc:Fallback>
                <p:oleObj name="Equation" r:id="rId10" imgW="596880" imgH="355320" progId="Equation.DSMT4">
                  <p:embed/>
                  <p:pic>
                    <p:nvPicPr>
                      <p:cNvPr id="68" name="オブジェクト 67">
                        <a:extLst>
                          <a:ext uri="{FF2B5EF4-FFF2-40B4-BE49-F238E27FC236}">
                            <a16:creationId xmlns:a16="http://schemas.microsoft.com/office/drawing/2014/main" id="{19D45B24-0F64-BF5D-7F27-79A6B54D0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47889" y="4491953"/>
                        <a:ext cx="596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B3E7935E-F3EB-574E-62C6-6FD4E60FF8A9}"/>
              </a:ext>
            </a:extLst>
          </p:cNvPr>
          <p:cNvSpPr txBox="1"/>
          <p:nvPr/>
        </p:nvSpPr>
        <p:spPr>
          <a:xfrm>
            <a:off x="8748001" y="3519939"/>
            <a:ext cx="150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 vector</a:t>
            </a:r>
            <a:endParaRPr kumimoji="1" lang="ja-JP" altLang="en-US" dirty="0"/>
          </a:p>
        </p:txBody>
      </p:sp>
      <p:graphicFrame>
        <p:nvGraphicFramePr>
          <p:cNvPr id="74" name="オブジェクト 73">
            <a:extLst>
              <a:ext uri="{FF2B5EF4-FFF2-40B4-BE49-F238E27FC236}">
                <a16:creationId xmlns:a16="http://schemas.microsoft.com/office/drawing/2014/main" id="{0B242FF5-36B9-08F4-43C3-BA80134B1F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055265"/>
              </p:ext>
            </p:extLst>
          </p:nvPr>
        </p:nvGraphicFramePr>
        <p:xfrm>
          <a:off x="10178151" y="3542014"/>
          <a:ext cx="53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0" imgH="355320" progId="Equation.DSMT4">
                  <p:embed/>
                </p:oleObj>
              </mc:Choice>
              <mc:Fallback>
                <p:oleObj name="Equation" r:id="rId12" imgW="533160" imgH="355320" progId="Equation.DSMT4">
                  <p:embed/>
                  <p:pic>
                    <p:nvPicPr>
                      <p:cNvPr id="74" name="オブジェクト 73">
                        <a:extLst>
                          <a:ext uri="{FF2B5EF4-FFF2-40B4-BE49-F238E27FC236}">
                            <a16:creationId xmlns:a16="http://schemas.microsoft.com/office/drawing/2014/main" id="{0B242FF5-36B9-08F4-43C3-BA80134B1F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178151" y="3542014"/>
                        <a:ext cx="533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85E21536-7849-0E3B-FAB1-A889086F444F}"/>
              </a:ext>
            </a:extLst>
          </p:cNvPr>
          <p:cNvCxnSpPr>
            <a:cxnSpLocks/>
          </p:cNvCxnSpPr>
          <p:nvPr/>
        </p:nvCxnSpPr>
        <p:spPr>
          <a:xfrm>
            <a:off x="10748917" y="2360372"/>
            <a:ext cx="0" cy="22322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DD771F0D-081E-4182-B82D-D681DA3E8ACB}"/>
              </a:ext>
            </a:extLst>
          </p:cNvPr>
          <p:cNvCxnSpPr>
            <a:cxnSpLocks/>
          </p:cNvCxnSpPr>
          <p:nvPr/>
        </p:nvCxnSpPr>
        <p:spPr>
          <a:xfrm flipH="1">
            <a:off x="10748917" y="2360372"/>
            <a:ext cx="43048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3F7F9DA1-AE77-C6C7-CA7A-D57BC35872B4}"/>
              </a:ext>
            </a:extLst>
          </p:cNvPr>
          <p:cNvSpPr/>
          <p:nvPr/>
        </p:nvSpPr>
        <p:spPr>
          <a:xfrm>
            <a:off x="10711551" y="3476496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6E456987-6BC7-CB1D-CB53-6C843FF4BA7E}"/>
              </a:ext>
            </a:extLst>
          </p:cNvPr>
          <p:cNvSpPr/>
          <p:nvPr/>
        </p:nvSpPr>
        <p:spPr>
          <a:xfrm>
            <a:off x="11179404" y="1937532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Compare features</a:t>
            </a:r>
            <a:endParaRPr kumimoji="1" lang="ja-JP" altLang="en-US" dirty="0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C53394F-272E-6F3F-A549-6CFA92F2DBDD}"/>
              </a:ext>
            </a:extLst>
          </p:cNvPr>
          <p:cNvSpPr/>
          <p:nvPr/>
        </p:nvSpPr>
        <p:spPr>
          <a:xfrm>
            <a:off x="11179404" y="2662216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Compare features</a:t>
            </a:r>
            <a:endParaRPr kumimoji="1" lang="ja-JP" altLang="en-US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69A2784A-39A1-ADEE-1DFB-549A3333453B}"/>
              </a:ext>
            </a:extLst>
          </p:cNvPr>
          <p:cNvSpPr/>
          <p:nvPr/>
        </p:nvSpPr>
        <p:spPr>
          <a:xfrm>
            <a:off x="11179404" y="4149200"/>
            <a:ext cx="1288564" cy="511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Compare features</a:t>
            </a:r>
            <a:endParaRPr kumimoji="1" lang="ja-JP" altLang="en-US" dirty="0"/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4B1ED6D1-46B0-B16E-4898-3424690A4DB0}"/>
              </a:ext>
            </a:extLst>
          </p:cNvPr>
          <p:cNvCxnSpPr>
            <a:cxnSpLocks/>
          </p:cNvCxnSpPr>
          <p:nvPr/>
        </p:nvCxnSpPr>
        <p:spPr>
          <a:xfrm flipH="1">
            <a:off x="10748917" y="4592620"/>
            <a:ext cx="43048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D9C3E756-AFB4-7D48-5A0B-A25FA24F981B}"/>
              </a:ext>
            </a:extLst>
          </p:cNvPr>
          <p:cNvSpPr txBox="1"/>
          <p:nvPr/>
        </p:nvSpPr>
        <p:spPr>
          <a:xfrm>
            <a:off x="8748002" y="1340768"/>
            <a:ext cx="216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Features of the pre-defined motion</a:t>
            </a:r>
            <a:endParaRPr kumimoji="1" lang="ja-JP" altLang="en-US" dirty="0"/>
          </a:p>
        </p:txBody>
      </p:sp>
      <p:graphicFrame>
        <p:nvGraphicFramePr>
          <p:cNvPr id="105" name="オブジェクト 104">
            <a:extLst>
              <a:ext uri="{FF2B5EF4-FFF2-40B4-BE49-F238E27FC236}">
                <a16:creationId xmlns:a16="http://schemas.microsoft.com/office/drawing/2014/main" id="{CB27FBE3-9B89-49ED-A71E-DE6D83BB7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647407"/>
              </p:ext>
            </p:extLst>
          </p:nvPr>
        </p:nvGraphicFramePr>
        <p:xfrm>
          <a:off x="9755728" y="1963788"/>
          <a:ext cx="66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0240" imgH="355320" progId="Equation.DSMT4">
                  <p:embed/>
                </p:oleObj>
              </mc:Choice>
              <mc:Fallback>
                <p:oleObj name="Equation" r:id="rId14" imgW="660240" imgH="355320" progId="Equation.DSMT4">
                  <p:embed/>
                  <p:pic>
                    <p:nvPicPr>
                      <p:cNvPr id="105" name="オブジェクト 104">
                        <a:extLst>
                          <a:ext uri="{FF2B5EF4-FFF2-40B4-BE49-F238E27FC236}">
                            <a16:creationId xmlns:a16="http://schemas.microsoft.com/office/drawing/2014/main" id="{CB27FBE3-9B89-49ED-A71E-DE6D83BB7F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755728" y="1963788"/>
                        <a:ext cx="66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80545ADB-E9FA-F850-7C14-7A98325E3908}"/>
              </a:ext>
            </a:extLst>
          </p:cNvPr>
          <p:cNvCxnSpPr>
            <a:cxnSpLocks/>
          </p:cNvCxnSpPr>
          <p:nvPr/>
        </p:nvCxnSpPr>
        <p:spPr>
          <a:xfrm flipH="1">
            <a:off x="10416128" y="2111523"/>
            <a:ext cx="76327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7" name="オブジェクト 116">
            <a:extLst>
              <a:ext uri="{FF2B5EF4-FFF2-40B4-BE49-F238E27FC236}">
                <a16:creationId xmlns:a16="http://schemas.microsoft.com/office/drawing/2014/main" id="{EE39D24D-00A8-F24A-6ED0-F890CEFEF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974068"/>
              </p:ext>
            </p:extLst>
          </p:nvPr>
        </p:nvGraphicFramePr>
        <p:xfrm>
          <a:off x="9755728" y="2664594"/>
          <a:ext cx="66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0240" imgH="355320" progId="Equation.DSMT4">
                  <p:embed/>
                </p:oleObj>
              </mc:Choice>
              <mc:Fallback>
                <p:oleObj name="Equation" r:id="rId16" imgW="660240" imgH="355320" progId="Equation.DSMT4">
                  <p:embed/>
                  <p:pic>
                    <p:nvPicPr>
                      <p:cNvPr id="117" name="オブジェクト 116">
                        <a:extLst>
                          <a:ext uri="{FF2B5EF4-FFF2-40B4-BE49-F238E27FC236}">
                            <a16:creationId xmlns:a16="http://schemas.microsoft.com/office/drawing/2014/main" id="{EE39D24D-00A8-F24A-6ED0-F890CEFEF5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755728" y="2664594"/>
                        <a:ext cx="66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52392F44-6C08-BB4F-89A5-F333FEE1BB32}"/>
              </a:ext>
            </a:extLst>
          </p:cNvPr>
          <p:cNvCxnSpPr>
            <a:cxnSpLocks/>
          </p:cNvCxnSpPr>
          <p:nvPr/>
        </p:nvCxnSpPr>
        <p:spPr>
          <a:xfrm flipH="1">
            <a:off x="10416128" y="2832809"/>
            <a:ext cx="76327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1" name="オブジェクト 120">
            <a:extLst>
              <a:ext uri="{FF2B5EF4-FFF2-40B4-BE49-F238E27FC236}">
                <a16:creationId xmlns:a16="http://schemas.microsoft.com/office/drawing/2014/main" id="{871D8848-1286-69CB-C7C9-6C73960B2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853781"/>
              </p:ext>
            </p:extLst>
          </p:nvPr>
        </p:nvGraphicFramePr>
        <p:xfrm>
          <a:off x="9755728" y="4144256"/>
          <a:ext cx="66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60240" imgH="355320" progId="Equation.DSMT4">
                  <p:embed/>
                </p:oleObj>
              </mc:Choice>
              <mc:Fallback>
                <p:oleObj name="Equation" r:id="rId18" imgW="660240" imgH="355320" progId="Equation.DSMT4">
                  <p:embed/>
                  <p:pic>
                    <p:nvPicPr>
                      <p:cNvPr id="121" name="オブジェクト 120">
                        <a:extLst>
                          <a:ext uri="{FF2B5EF4-FFF2-40B4-BE49-F238E27FC236}">
                            <a16:creationId xmlns:a16="http://schemas.microsoft.com/office/drawing/2014/main" id="{871D8848-1286-69CB-C7C9-6C73960B2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755728" y="4144256"/>
                        <a:ext cx="66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67E4BD6D-ED5F-2C4E-ED6D-B3C108793DD1}"/>
              </a:ext>
            </a:extLst>
          </p:cNvPr>
          <p:cNvCxnSpPr>
            <a:cxnSpLocks/>
          </p:cNvCxnSpPr>
          <p:nvPr/>
        </p:nvCxnSpPr>
        <p:spPr>
          <a:xfrm flipH="1">
            <a:off x="10416128" y="4312471"/>
            <a:ext cx="76327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4E4C99E8-AE4A-C3C8-D519-B405DA7BFCA9}"/>
              </a:ext>
            </a:extLst>
          </p:cNvPr>
          <p:cNvSpPr txBox="1"/>
          <p:nvPr/>
        </p:nvSpPr>
        <p:spPr>
          <a:xfrm rot="5400000">
            <a:off x="11631833" y="35115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/>
              <a:t>…</a:t>
            </a:r>
            <a:endParaRPr kumimoji="1" lang="ja-JP" altLang="en-US" b="1" dirty="0"/>
          </a:p>
        </p:txBody>
      </p:sp>
      <p:cxnSp>
        <p:nvCxnSpPr>
          <p:cNvPr id="132" name="直線コネクタ 131">
            <a:extLst>
              <a:ext uri="{FF2B5EF4-FFF2-40B4-BE49-F238E27FC236}">
                <a16:creationId xmlns:a16="http://schemas.microsoft.com/office/drawing/2014/main" id="{FB70F103-E3B7-AB04-5EAF-0F4F9A56765F}"/>
              </a:ext>
            </a:extLst>
          </p:cNvPr>
          <p:cNvCxnSpPr>
            <a:cxnSpLocks/>
          </p:cNvCxnSpPr>
          <p:nvPr/>
        </p:nvCxnSpPr>
        <p:spPr>
          <a:xfrm flipH="1">
            <a:off x="10748917" y="3081814"/>
            <a:ext cx="430487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楕円 133">
            <a:extLst>
              <a:ext uri="{FF2B5EF4-FFF2-40B4-BE49-F238E27FC236}">
                <a16:creationId xmlns:a16="http://schemas.microsoft.com/office/drawing/2014/main" id="{08E0CC53-BFB9-331F-E78A-5CC40A68D279}"/>
              </a:ext>
            </a:extLst>
          </p:cNvPr>
          <p:cNvSpPr/>
          <p:nvPr/>
        </p:nvSpPr>
        <p:spPr>
          <a:xfrm>
            <a:off x="10711551" y="3046884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49E26473-7F35-B97B-FED0-66B494AA31E9}"/>
              </a:ext>
            </a:extLst>
          </p:cNvPr>
          <p:cNvCxnSpPr>
            <a:cxnSpLocks/>
            <a:endCxn id="84" idx="3"/>
          </p:cNvCxnSpPr>
          <p:nvPr/>
        </p:nvCxnSpPr>
        <p:spPr>
          <a:xfrm flipH="1">
            <a:off x="12467968" y="2193056"/>
            <a:ext cx="26290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7C7C576D-7C27-AD38-B14E-936AC5D4237D}"/>
              </a:ext>
            </a:extLst>
          </p:cNvPr>
          <p:cNvCxnSpPr>
            <a:cxnSpLocks/>
            <a:endCxn id="85" idx="3"/>
          </p:cNvCxnSpPr>
          <p:nvPr/>
        </p:nvCxnSpPr>
        <p:spPr>
          <a:xfrm flipH="1">
            <a:off x="12467968" y="2917740"/>
            <a:ext cx="26290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線コネクタ 142">
            <a:extLst>
              <a:ext uri="{FF2B5EF4-FFF2-40B4-BE49-F238E27FC236}">
                <a16:creationId xmlns:a16="http://schemas.microsoft.com/office/drawing/2014/main" id="{6267B8B9-8042-FD7D-43F1-DB958BC61AF0}"/>
              </a:ext>
            </a:extLst>
          </p:cNvPr>
          <p:cNvCxnSpPr>
            <a:cxnSpLocks/>
            <a:endCxn id="87" idx="3"/>
          </p:cNvCxnSpPr>
          <p:nvPr/>
        </p:nvCxnSpPr>
        <p:spPr>
          <a:xfrm flipH="1">
            <a:off x="12467968" y="4404724"/>
            <a:ext cx="26290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CB8F4E1D-F2AE-41C5-07F8-EACEF298062E}"/>
              </a:ext>
            </a:extLst>
          </p:cNvPr>
          <p:cNvSpPr txBox="1"/>
          <p:nvPr/>
        </p:nvSpPr>
        <p:spPr>
          <a:xfrm>
            <a:off x="12438106" y="2211289"/>
            <a:ext cx="2470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Similarity with pre-defined motion</a:t>
            </a:r>
            <a:endParaRPr kumimoji="1" lang="ja-JP" altLang="en-US" dirty="0"/>
          </a:p>
        </p:txBody>
      </p:sp>
      <p:graphicFrame>
        <p:nvGraphicFramePr>
          <p:cNvPr id="146" name="オブジェクト 145">
            <a:extLst>
              <a:ext uri="{FF2B5EF4-FFF2-40B4-BE49-F238E27FC236}">
                <a16:creationId xmlns:a16="http://schemas.microsoft.com/office/drawing/2014/main" id="{FAD0028C-09F5-1359-1BBD-290DD34EA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765705"/>
              </p:ext>
            </p:extLst>
          </p:nvPr>
        </p:nvGraphicFramePr>
        <p:xfrm>
          <a:off x="14395450" y="2500864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80" imgH="355320" progId="Equation.DSMT4">
                  <p:embed/>
                </p:oleObj>
              </mc:Choice>
              <mc:Fallback>
                <p:oleObj name="Equation" r:id="rId20" imgW="622080" imgH="355320" progId="Equation.DSMT4">
                  <p:embed/>
                  <p:pic>
                    <p:nvPicPr>
                      <p:cNvPr id="146" name="オブジェクト 145">
                        <a:extLst>
                          <a:ext uri="{FF2B5EF4-FFF2-40B4-BE49-F238E27FC236}">
                            <a16:creationId xmlns:a16="http://schemas.microsoft.com/office/drawing/2014/main" id="{FAD0028C-09F5-1359-1BBD-290DD34EA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395450" y="2500864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11E6EBEA-213F-C56C-BE72-8E4318D690CA}"/>
              </a:ext>
            </a:extLst>
          </p:cNvPr>
          <p:cNvSpPr txBox="1"/>
          <p:nvPr/>
        </p:nvSpPr>
        <p:spPr>
          <a:xfrm>
            <a:off x="12438106" y="2930426"/>
            <a:ext cx="2470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Similarity with pre-defined motion</a:t>
            </a:r>
            <a:endParaRPr kumimoji="1" lang="ja-JP" altLang="en-US" dirty="0"/>
          </a:p>
        </p:txBody>
      </p:sp>
      <p:graphicFrame>
        <p:nvGraphicFramePr>
          <p:cNvPr id="151" name="オブジェクト 150">
            <a:extLst>
              <a:ext uri="{FF2B5EF4-FFF2-40B4-BE49-F238E27FC236}">
                <a16:creationId xmlns:a16="http://schemas.microsoft.com/office/drawing/2014/main" id="{4E6F4E57-4343-4395-F8E2-D0EF7CB942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660628"/>
              </p:ext>
            </p:extLst>
          </p:nvPr>
        </p:nvGraphicFramePr>
        <p:xfrm>
          <a:off x="14401800" y="3220001"/>
          <a:ext cx="60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09480" imgH="355320" progId="Equation.DSMT4">
                  <p:embed/>
                </p:oleObj>
              </mc:Choice>
              <mc:Fallback>
                <p:oleObj name="Equation" r:id="rId22" imgW="609480" imgH="355320" progId="Equation.DSMT4">
                  <p:embed/>
                  <p:pic>
                    <p:nvPicPr>
                      <p:cNvPr id="151" name="オブジェクト 150">
                        <a:extLst>
                          <a:ext uri="{FF2B5EF4-FFF2-40B4-BE49-F238E27FC236}">
                            <a16:creationId xmlns:a16="http://schemas.microsoft.com/office/drawing/2014/main" id="{4E6F4E57-4343-4395-F8E2-D0EF7CB94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401800" y="3220001"/>
                        <a:ext cx="609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B895139B-4885-A4CA-F885-E3A3BB1FE1C5}"/>
              </a:ext>
            </a:extLst>
          </p:cNvPr>
          <p:cNvSpPr txBox="1"/>
          <p:nvPr/>
        </p:nvSpPr>
        <p:spPr>
          <a:xfrm>
            <a:off x="12438106" y="4414026"/>
            <a:ext cx="2470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Similarity with pre-defined motion</a:t>
            </a:r>
            <a:endParaRPr kumimoji="1" lang="ja-JP" altLang="en-US" dirty="0"/>
          </a:p>
        </p:txBody>
      </p:sp>
      <p:graphicFrame>
        <p:nvGraphicFramePr>
          <p:cNvPr id="153" name="オブジェクト 152">
            <a:extLst>
              <a:ext uri="{FF2B5EF4-FFF2-40B4-BE49-F238E27FC236}">
                <a16:creationId xmlns:a16="http://schemas.microsoft.com/office/drawing/2014/main" id="{A5A0167A-C44B-43FE-EA12-6116DF7AA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139312"/>
              </p:ext>
            </p:extLst>
          </p:nvPr>
        </p:nvGraphicFramePr>
        <p:xfrm>
          <a:off x="14376400" y="4715426"/>
          <a:ext cx="66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60240" imgH="355320" progId="Equation.DSMT4">
                  <p:embed/>
                </p:oleObj>
              </mc:Choice>
              <mc:Fallback>
                <p:oleObj name="Equation" r:id="rId24" imgW="660240" imgH="355320" progId="Equation.DSMT4">
                  <p:embed/>
                  <p:pic>
                    <p:nvPicPr>
                      <p:cNvPr id="153" name="オブジェクト 152">
                        <a:extLst>
                          <a:ext uri="{FF2B5EF4-FFF2-40B4-BE49-F238E27FC236}">
                            <a16:creationId xmlns:a16="http://schemas.microsoft.com/office/drawing/2014/main" id="{A5A0167A-C44B-43FE-EA12-6116DF7AA5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376400" y="4715426"/>
                        <a:ext cx="660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" name="グループ化 664">
            <a:extLst>
              <a:ext uri="{FF2B5EF4-FFF2-40B4-BE49-F238E27FC236}">
                <a16:creationId xmlns:a16="http://schemas.microsoft.com/office/drawing/2014/main" id="{9E479CA7-4F06-CE09-9BF4-85B301069358}"/>
              </a:ext>
            </a:extLst>
          </p:cNvPr>
          <p:cNvGrpSpPr/>
          <p:nvPr/>
        </p:nvGrpSpPr>
        <p:grpSpPr>
          <a:xfrm>
            <a:off x="27710" y="171180"/>
            <a:ext cx="1190966" cy="1497446"/>
            <a:chOff x="35571" y="96324"/>
            <a:chExt cx="1207160" cy="1497446"/>
          </a:xfrm>
        </p:grpSpPr>
        <p:sp>
          <p:nvSpPr>
            <p:cNvPr id="578" name="正方形/長方形 577">
              <a:extLst>
                <a:ext uri="{FF2B5EF4-FFF2-40B4-BE49-F238E27FC236}">
                  <a16:creationId xmlns:a16="http://schemas.microsoft.com/office/drawing/2014/main" id="{46CCC5D4-BA76-98FC-6A66-C525979A5026}"/>
                </a:ext>
              </a:extLst>
            </p:cNvPr>
            <p:cNvSpPr/>
            <p:nvPr/>
          </p:nvSpPr>
          <p:spPr>
            <a:xfrm>
              <a:off x="35571" y="799666"/>
              <a:ext cx="277053" cy="4525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579" name="正方形/長方形 578">
              <a:extLst>
                <a:ext uri="{FF2B5EF4-FFF2-40B4-BE49-F238E27FC236}">
                  <a16:creationId xmlns:a16="http://schemas.microsoft.com/office/drawing/2014/main" id="{625A0908-6241-3835-0899-101E9AF13ECE}"/>
                </a:ext>
              </a:extLst>
            </p:cNvPr>
            <p:cNvSpPr/>
            <p:nvPr/>
          </p:nvSpPr>
          <p:spPr>
            <a:xfrm>
              <a:off x="635550" y="799666"/>
              <a:ext cx="301622" cy="4525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580" name="正方形/長方形 579">
              <a:extLst>
                <a:ext uri="{FF2B5EF4-FFF2-40B4-BE49-F238E27FC236}">
                  <a16:creationId xmlns:a16="http://schemas.microsoft.com/office/drawing/2014/main" id="{342BD2A4-D6D8-47CE-9A89-92DD283CA3A6}"/>
                </a:ext>
              </a:extLst>
            </p:cNvPr>
            <p:cNvSpPr/>
            <p:nvPr/>
          </p:nvSpPr>
          <p:spPr>
            <a:xfrm>
              <a:off x="322519" y="799666"/>
              <a:ext cx="306738" cy="4525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581" name="正方形/長方形 580">
              <a:extLst>
                <a:ext uri="{FF2B5EF4-FFF2-40B4-BE49-F238E27FC236}">
                  <a16:creationId xmlns:a16="http://schemas.microsoft.com/office/drawing/2014/main" id="{E9816AA8-CF98-8ECA-94AF-792D2E7741FD}"/>
                </a:ext>
              </a:extLst>
            </p:cNvPr>
            <p:cNvSpPr/>
            <p:nvPr/>
          </p:nvSpPr>
          <p:spPr>
            <a:xfrm>
              <a:off x="945888" y="799666"/>
              <a:ext cx="267159" cy="45255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582" name="四角形: 角を丸くする 581">
              <a:extLst>
                <a:ext uri="{FF2B5EF4-FFF2-40B4-BE49-F238E27FC236}">
                  <a16:creationId xmlns:a16="http://schemas.microsoft.com/office/drawing/2014/main" id="{3E613456-A93A-C509-2850-A7D34B3F09CE}"/>
                </a:ext>
              </a:extLst>
            </p:cNvPr>
            <p:cNvSpPr/>
            <p:nvPr/>
          </p:nvSpPr>
          <p:spPr>
            <a:xfrm>
              <a:off x="138419" y="100222"/>
              <a:ext cx="170304" cy="199745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Bounding box RGB image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83" name="四角形: 角を丸くする 582">
              <a:extLst>
                <a:ext uri="{FF2B5EF4-FFF2-40B4-BE49-F238E27FC236}">
                  <a16:creationId xmlns:a16="http://schemas.microsoft.com/office/drawing/2014/main" id="{8751BC3D-779E-45EE-D16C-D285EB1B0EA5}"/>
                </a:ext>
              </a:extLst>
            </p:cNvPr>
            <p:cNvSpPr/>
            <p:nvPr/>
          </p:nvSpPr>
          <p:spPr>
            <a:xfrm>
              <a:off x="558946" y="102199"/>
              <a:ext cx="170304" cy="199745"/>
            </a:xfrm>
            <a:prstGeom prst="roundRect">
              <a:avLst/>
            </a:prstGeom>
            <a:noFill/>
            <a:ln w="31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Background differencing</a:t>
              </a:r>
            </a:p>
            <a:p>
              <a:pPr algn="ctr"/>
              <a:r>
                <a:rPr kumimoji="1" lang="en-US" altLang="ja-JP" sz="1200" dirty="0">
                  <a:noFill/>
                </a:rPr>
                <a:t>image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84" name="四角形: 角を丸くする 583">
              <a:extLst>
                <a:ext uri="{FF2B5EF4-FFF2-40B4-BE49-F238E27FC236}">
                  <a16:creationId xmlns:a16="http://schemas.microsoft.com/office/drawing/2014/main" id="{614D6D9D-394A-27B9-22BB-1AE9C87930F0}"/>
                </a:ext>
              </a:extLst>
            </p:cNvPr>
            <p:cNvSpPr/>
            <p:nvPr/>
          </p:nvSpPr>
          <p:spPr>
            <a:xfrm>
              <a:off x="955783" y="96324"/>
              <a:ext cx="170304" cy="199745"/>
            </a:xfrm>
            <a:prstGeom prst="roundRect">
              <a:avLst/>
            </a:prstGeom>
            <a:noFill/>
            <a:ln w="31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200" dirty="0">
                <a:noFill/>
              </a:endParaRPr>
            </a:p>
          </p:txBody>
        </p:sp>
        <p:sp>
          <p:nvSpPr>
            <p:cNvPr id="585" name="正方形/長方形 584">
              <a:extLst>
                <a:ext uri="{FF2B5EF4-FFF2-40B4-BE49-F238E27FC236}">
                  <a16:creationId xmlns:a16="http://schemas.microsoft.com/office/drawing/2014/main" id="{CA65F34D-8E2C-5D4E-A4A8-261AC9128880}"/>
                </a:ext>
              </a:extLst>
            </p:cNvPr>
            <p:cNvSpPr/>
            <p:nvPr/>
          </p:nvSpPr>
          <p:spPr>
            <a:xfrm>
              <a:off x="55360" y="384822"/>
              <a:ext cx="96682" cy="127533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86" name="正方形/長方形 585">
              <a:extLst>
                <a:ext uri="{FF2B5EF4-FFF2-40B4-BE49-F238E27FC236}">
                  <a16:creationId xmlns:a16="http://schemas.microsoft.com/office/drawing/2014/main" id="{7A151CA7-D597-C004-87BE-49B9D3291594}"/>
                </a:ext>
              </a:extLst>
            </p:cNvPr>
            <p:cNvSpPr/>
            <p:nvPr/>
          </p:nvSpPr>
          <p:spPr>
            <a:xfrm>
              <a:off x="332414" y="384822"/>
              <a:ext cx="96682" cy="127533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87" name="正方形/長方形 586">
              <a:extLst>
                <a:ext uri="{FF2B5EF4-FFF2-40B4-BE49-F238E27FC236}">
                  <a16:creationId xmlns:a16="http://schemas.microsoft.com/office/drawing/2014/main" id="{75F589DC-8ABC-0C18-D8C1-E35D23E2D381}"/>
                </a:ext>
              </a:extLst>
            </p:cNvPr>
            <p:cNvSpPr/>
            <p:nvPr/>
          </p:nvSpPr>
          <p:spPr>
            <a:xfrm>
              <a:off x="640330" y="384822"/>
              <a:ext cx="96682" cy="127533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88" name="正方形/長方形 587">
              <a:extLst>
                <a:ext uri="{FF2B5EF4-FFF2-40B4-BE49-F238E27FC236}">
                  <a16:creationId xmlns:a16="http://schemas.microsoft.com/office/drawing/2014/main" id="{6B3E1DCA-32BC-9399-853D-D2E8588088D0}"/>
                </a:ext>
              </a:extLst>
            </p:cNvPr>
            <p:cNvSpPr/>
            <p:nvPr/>
          </p:nvSpPr>
          <p:spPr>
            <a:xfrm>
              <a:off x="1104205" y="384822"/>
              <a:ext cx="96682" cy="127533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Trigger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89" name="四角形: 角を丸くする 588">
              <a:extLst>
                <a:ext uri="{FF2B5EF4-FFF2-40B4-BE49-F238E27FC236}">
                  <a16:creationId xmlns:a16="http://schemas.microsoft.com/office/drawing/2014/main" id="{EDBC7291-054D-13C5-7AD7-CB22D98571B0}"/>
                </a:ext>
              </a:extLst>
            </p:cNvPr>
            <p:cNvSpPr/>
            <p:nvPr/>
          </p:nvSpPr>
          <p:spPr>
            <a:xfrm>
              <a:off x="104834" y="1095939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Attribution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0" name="四角形: 角を丸くする 589">
              <a:extLst>
                <a:ext uri="{FF2B5EF4-FFF2-40B4-BE49-F238E27FC236}">
                  <a16:creationId xmlns:a16="http://schemas.microsoft.com/office/drawing/2014/main" id="{C45228D3-7C89-F29B-0607-87B25C484F4B}"/>
                </a:ext>
              </a:extLst>
            </p:cNvPr>
            <p:cNvSpPr/>
            <p:nvPr/>
          </p:nvSpPr>
          <p:spPr>
            <a:xfrm>
              <a:off x="401677" y="1095939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Action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1" name="四角形: 角を丸くする 590">
              <a:extLst>
                <a:ext uri="{FF2B5EF4-FFF2-40B4-BE49-F238E27FC236}">
                  <a16:creationId xmlns:a16="http://schemas.microsoft.com/office/drawing/2014/main" id="{10E86F6F-DD7E-74C0-62EB-179D07C3D3DC}"/>
                </a:ext>
              </a:extLst>
            </p:cNvPr>
            <p:cNvSpPr/>
            <p:nvPr/>
          </p:nvSpPr>
          <p:spPr>
            <a:xfrm>
              <a:off x="713370" y="1095939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Objects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2" name="四角形: 角を丸くする 591">
              <a:extLst>
                <a:ext uri="{FF2B5EF4-FFF2-40B4-BE49-F238E27FC236}">
                  <a16:creationId xmlns:a16="http://schemas.microsoft.com/office/drawing/2014/main" id="{CD8076DC-B3C9-DA2D-2854-9F3DD9E91317}"/>
                </a:ext>
              </a:extLst>
            </p:cNvPr>
            <p:cNvSpPr/>
            <p:nvPr/>
          </p:nvSpPr>
          <p:spPr>
            <a:xfrm>
              <a:off x="1005257" y="1095939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Surrounding staff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3" name="四角形: 角を丸くする 592">
              <a:extLst>
                <a:ext uri="{FF2B5EF4-FFF2-40B4-BE49-F238E27FC236}">
                  <a16:creationId xmlns:a16="http://schemas.microsoft.com/office/drawing/2014/main" id="{8A514753-F656-FC46-9C8D-8C72B9D233AB}"/>
                </a:ext>
              </a:extLst>
            </p:cNvPr>
            <p:cNvSpPr/>
            <p:nvPr/>
          </p:nvSpPr>
          <p:spPr>
            <a:xfrm>
              <a:off x="401677" y="1276471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Internal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4" name="四角形: 角を丸くする 593">
              <a:extLst>
                <a:ext uri="{FF2B5EF4-FFF2-40B4-BE49-F238E27FC236}">
                  <a16:creationId xmlns:a16="http://schemas.microsoft.com/office/drawing/2014/main" id="{2BFC290B-DF0A-4F3C-B075-8C3401DA5D7B}"/>
                </a:ext>
              </a:extLst>
            </p:cNvPr>
            <p:cNvSpPr/>
            <p:nvPr/>
          </p:nvSpPr>
          <p:spPr>
            <a:xfrm>
              <a:off x="713370" y="1285503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External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5" name="四角形: 角を丸くする 594">
              <a:extLst>
                <a:ext uri="{FF2B5EF4-FFF2-40B4-BE49-F238E27FC236}">
                  <a16:creationId xmlns:a16="http://schemas.microsoft.com/office/drawing/2014/main" id="{E38CF0E3-C421-817F-4C55-AADE1886570C}"/>
                </a:ext>
              </a:extLst>
            </p:cNvPr>
            <p:cNvSpPr/>
            <p:nvPr/>
          </p:nvSpPr>
          <p:spPr>
            <a:xfrm>
              <a:off x="552531" y="1466036"/>
              <a:ext cx="148405" cy="127734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noFill/>
                </a:rPr>
                <a:t>Total risk</a:t>
              </a:r>
              <a:endParaRPr kumimoji="1" lang="ja-JP" altLang="en-US" sz="1200" b="1" dirty="0">
                <a:noFill/>
              </a:endParaRPr>
            </a:p>
          </p:txBody>
        </p:sp>
        <p:sp>
          <p:nvSpPr>
            <p:cNvPr id="596" name="四角形: 角を丸くする 595">
              <a:extLst>
                <a:ext uri="{FF2B5EF4-FFF2-40B4-BE49-F238E27FC236}">
                  <a16:creationId xmlns:a16="http://schemas.microsoft.com/office/drawing/2014/main" id="{FA5C057F-C86D-B98B-56FC-8EA178005C74}"/>
                </a:ext>
              </a:extLst>
            </p:cNvPr>
            <p:cNvSpPr/>
            <p:nvPr/>
          </p:nvSpPr>
          <p:spPr>
            <a:xfrm>
              <a:off x="55360" y="834788"/>
              <a:ext cx="118720" cy="13199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Patient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7" name="四角形: 角を丸くする 596">
              <a:extLst>
                <a:ext uri="{FF2B5EF4-FFF2-40B4-BE49-F238E27FC236}">
                  <a16:creationId xmlns:a16="http://schemas.microsoft.com/office/drawing/2014/main" id="{CA0B353E-283C-30B4-14DB-2480E9129626}"/>
                </a:ext>
              </a:extLst>
            </p:cNvPr>
            <p:cNvSpPr/>
            <p:nvPr/>
          </p:nvSpPr>
          <p:spPr>
            <a:xfrm>
              <a:off x="175783" y="834788"/>
              <a:ext cx="118720" cy="13199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Age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8" name="四角形: 角を丸くする 597">
              <a:extLst>
                <a:ext uri="{FF2B5EF4-FFF2-40B4-BE49-F238E27FC236}">
                  <a16:creationId xmlns:a16="http://schemas.microsoft.com/office/drawing/2014/main" id="{BEEC220B-E4F1-64ED-A9E1-D840BFCD63B8}"/>
                </a:ext>
              </a:extLst>
            </p:cNvPr>
            <p:cNvSpPr/>
            <p:nvPr/>
          </p:nvSpPr>
          <p:spPr>
            <a:xfrm>
              <a:off x="334534" y="834788"/>
              <a:ext cx="118720" cy="131995"/>
            </a:xfrm>
            <a:prstGeom prst="roundRect">
              <a:avLst>
                <a:gd name="adj" fmla="val 50000"/>
              </a:avLst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Action 1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599" name="四角形: 角を丸くする 598">
              <a:extLst>
                <a:ext uri="{FF2B5EF4-FFF2-40B4-BE49-F238E27FC236}">
                  <a16:creationId xmlns:a16="http://schemas.microsoft.com/office/drawing/2014/main" id="{1A010B53-C7A6-12D6-17F9-8A767303C9EE}"/>
                </a:ext>
              </a:extLst>
            </p:cNvPr>
            <p:cNvSpPr/>
            <p:nvPr/>
          </p:nvSpPr>
          <p:spPr>
            <a:xfrm>
              <a:off x="503179" y="834788"/>
              <a:ext cx="118720" cy="131995"/>
            </a:xfrm>
            <a:prstGeom prst="roundRect">
              <a:avLst>
                <a:gd name="adj" fmla="val 50000"/>
              </a:avLst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Action </a:t>
              </a:r>
              <a:r>
                <a:rPr kumimoji="1" lang="en-US" altLang="ja-JP" sz="1200" i="1" dirty="0">
                  <a:noFill/>
                </a:rPr>
                <a:t>n</a:t>
              </a:r>
              <a:endParaRPr kumimoji="1" lang="ja-JP" altLang="en-US" sz="1200" i="1" dirty="0">
                <a:noFill/>
              </a:endParaRPr>
            </a:p>
          </p:txBody>
        </p:sp>
        <p:sp>
          <p:nvSpPr>
            <p:cNvPr id="600" name="四角形: 角を丸くする 599">
              <a:extLst>
                <a:ext uri="{FF2B5EF4-FFF2-40B4-BE49-F238E27FC236}">
                  <a16:creationId xmlns:a16="http://schemas.microsoft.com/office/drawing/2014/main" id="{B3196CC6-F85E-38EA-F95B-A6D726248AD5}"/>
                </a:ext>
              </a:extLst>
            </p:cNvPr>
            <p:cNvSpPr/>
            <p:nvPr/>
          </p:nvSpPr>
          <p:spPr>
            <a:xfrm>
              <a:off x="643318" y="834788"/>
              <a:ext cx="118720" cy="131995"/>
            </a:xfrm>
            <a:prstGeom prst="roundRect">
              <a:avLst>
                <a:gd name="adj" fmla="val 50000"/>
              </a:avLst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Object 1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601" name="四角形: 角を丸くする 600">
              <a:extLst>
                <a:ext uri="{FF2B5EF4-FFF2-40B4-BE49-F238E27FC236}">
                  <a16:creationId xmlns:a16="http://schemas.microsoft.com/office/drawing/2014/main" id="{DD3FCB0A-1463-6B49-6474-CAAB455AF0CC}"/>
                </a:ext>
              </a:extLst>
            </p:cNvPr>
            <p:cNvSpPr/>
            <p:nvPr/>
          </p:nvSpPr>
          <p:spPr>
            <a:xfrm>
              <a:off x="811964" y="834788"/>
              <a:ext cx="118720" cy="131995"/>
            </a:xfrm>
            <a:prstGeom prst="roundRect">
              <a:avLst>
                <a:gd name="adj" fmla="val 50000"/>
              </a:avLst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Object </a:t>
              </a:r>
              <a:r>
                <a:rPr kumimoji="1" lang="en-US" altLang="ja-JP" sz="1200" i="1" dirty="0">
                  <a:noFill/>
                </a:rPr>
                <a:t>n</a:t>
              </a:r>
              <a:endParaRPr kumimoji="1" lang="ja-JP" altLang="en-US" sz="1200" i="1" dirty="0">
                <a:noFill/>
              </a:endParaRPr>
            </a:p>
          </p:txBody>
        </p:sp>
        <p:sp>
          <p:nvSpPr>
            <p:cNvPr id="602" name="四角形: 角を丸くする 601">
              <a:extLst>
                <a:ext uri="{FF2B5EF4-FFF2-40B4-BE49-F238E27FC236}">
                  <a16:creationId xmlns:a16="http://schemas.microsoft.com/office/drawing/2014/main" id="{1A19C2A6-5351-F363-4C5B-A81F3CC98714}"/>
                </a:ext>
              </a:extLst>
            </p:cNvPr>
            <p:cNvSpPr/>
            <p:nvPr/>
          </p:nvSpPr>
          <p:spPr>
            <a:xfrm>
              <a:off x="947551" y="834788"/>
              <a:ext cx="127851" cy="131995"/>
            </a:xfrm>
            <a:prstGeom prst="roundRect">
              <a:avLst>
                <a:gd name="adj" fmla="val 50000"/>
              </a:avLst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Distance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603" name="四角形: 角を丸くする 602">
              <a:extLst>
                <a:ext uri="{FF2B5EF4-FFF2-40B4-BE49-F238E27FC236}">
                  <a16:creationId xmlns:a16="http://schemas.microsoft.com/office/drawing/2014/main" id="{81001A17-9175-B209-97D9-3F3D8FA52FDA}"/>
                </a:ext>
              </a:extLst>
            </p:cNvPr>
            <p:cNvSpPr/>
            <p:nvPr/>
          </p:nvSpPr>
          <p:spPr>
            <a:xfrm>
              <a:off x="1082927" y="834788"/>
              <a:ext cx="127851" cy="131995"/>
            </a:xfrm>
            <a:prstGeom prst="roundRect">
              <a:avLst>
                <a:gd name="adj" fmla="val 50000"/>
              </a:avLst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>
                  <a:noFill/>
                </a:rPr>
                <a:t>Direction</a:t>
              </a:r>
              <a:endParaRPr kumimoji="1" lang="ja-JP" altLang="en-US" sz="1200" dirty="0">
                <a:noFill/>
              </a:endParaRPr>
            </a:p>
          </p:txBody>
        </p:sp>
        <p:cxnSp>
          <p:nvCxnSpPr>
            <p:cNvPr id="604" name="直線コネクタ 603">
              <a:extLst>
                <a:ext uri="{FF2B5EF4-FFF2-40B4-BE49-F238E27FC236}">
                  <a16:creationId xmlns:a16="http://schemas.microsoft.com/office/drawing/2014/main" id="{A0271695-DC1D-289C-DE6F-F77AFBCC0E5F}"/>
                </a:ext>
              </a:extLst>
            </p:cNvPr>
            <p:cNvCxnSpPr>
              <a:stCxn id="596" idx="2"/>
              <a:endCxn id="589" idx="0"/>
            </p:cNvCxnSpPr>
            <p:nvPr/>
          </p:nvCxnSpPr>
          <p:spPr>
            <a:xfrm>
              <a:off x="114721" y="966784"/>
              <a:ext cx="64316" cy="129156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5" name="直線コネクタ 604">
              <a:extLst>
                <a:ext uri="{FF2B5EF4-FFF2-40B4-BE49-F238E27FC236}">
                  <a16:creationId xmlns:a16="http://schemas.microsoft.com/office/drawing/2014/main" id="{30DD969F-70FF-2ABD-590C-CBF808BD94F7}"/>
                </a:ext>
              </a:extLst>
            </p:cNvPr>
            <p:cNvCxnSpPr>
              <a:cxnSpLocks/>
              <a:stCxn id="597" idx="2"/>
              <a:endCxn id="589" idx="0"/>
            </p:cNvCxnSpPr>
            <p:nvPr/>
          </p:nvCxnSpPr>
          <p:spPr>
            <a:xfrm flipH="1">
              <a:off x="179037" y="966784"/>
              <a:ext cx="56106" cy="129156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6" name="直線コネクタ 605">
              <a:extLst>
                <a:ext uri="{FF2B5EF4-FFF2-40B4-BE49-F238E27FC236}">
                  <a16:creationId xmlns:a16="http://schemas.microsoft.com/office/drawing/2014/main" id="{CFE98BDF-6DFD-345F-384E-83B60A2ECF9D}"/>
                </a:ext>
              </a:extLst>
            </p:cNvPr>
            <p:cNvCxnSpPr>
              <a:cxnSpLocks/>
              <a:stCxn id="599" idx="2"/>
              <a:endCxn id="590" idx="0"/>
            </p:cNvCxnSpPr>
            <p:nvPr/>
          </p:nvCxnSpPr>
          <p:spPr>
            <a:xfrm flipH="1">
              <a:off x="475880" y="966784"/>
              <a:ext cx="86660" cy="129156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7" name="直線コネクタ 606">
              <a:extLst>
                <a:ext uri="{FF2B5EF4-FFF2-40B4-BE49-F238E27FC236}">
                  <a16:creationId xmlns:a16="http://schemas.microsoft.com/office/drawing/2014/main" id="{151708E3-60B0-F2C6-1D88-692E09B6F693}"/>
                </a:ext>
              </a:extLst>
            </p:cNvPr>
            <p:cNvCxnSpPr>
              <a:cxnSpLocks/>
              <a:stCxn id="590" idx="0"/>
              <a:endCxn id="598" idx="2"/>
            </p:cNvCxnSpPr>
            <p:nvPr/>
          </p:nvCxnSpPr>
          <p:spPr>
            <a:xfrm flipH="1" flipV="1">
              <a:off x="393893" y="966784"/>
              <a:ext cx="81985" cy="129156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8" name="直線コネクタ 607">
              <a:extLst>
                <a:ext uri="{FF2B5EF4-FFF2-40B4-BE49-F238E27FC236}">
                  <a16:creationId xmlns:a16="http://schemas.microsoft.com/office/drawing/2014/main" id="{17FC7361-7DAB-837B-9FA8-E17FA7FC97A5}"/>
                </a:ext>
              </a:extLst>
            </p:cNvPr>
            <p:cNvCxnSpPr>
              <a:cxnSpLocks/>
              <a:stCxn id="591" idx="0"/>
              <a:endCxn id="600" idx="2"/>
            </p:cNvCxnSpPr>
            <p:nvPr/>
          </p:nvCxnSpPr>
          <p:spPr>
            <a:xfrm flipH="1" flipV="1">
              <a:off x="702679" y="966784"/>
              <a:ext cx="84894" cy="129156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9" name="直線コネクタ 608">
              <a:extLst>
                <a:ext uri="{FF2B5EF4-FFF2-40B4-BE49-F238E27FC236}">
                  <a16:creationId xmlns:a16="http://schemas.microsoft.com/office/drawing/2014/main" id="{9A98EB6F-C5B2-0259-C8B8-15DC1F441E65}"/>
                </a:ext>
              </a:extLst>
            </p:cNvPr>
            <p:cNvCxnSpPr>
              <a:cxnSpLocks/>
              <a:stCxn id="591" idx="0"/>
              <a:endCxn id="601" idx="2"/>
            </p:cNvCxnSpPr>
            <p:nvPr/>
          </p:nvCxnSpPr>
          <p:spPr>
            <a:xfrm flipV="1">
              <a:off x="787572" y="966784"/>
              <a:ext cx="83752" cy="129156"/>
            </a:xfrm>
            <a:prstGeom prst="line">
              <a:avLst/>
            </a:prstGeom>
            <a:ln w="31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0" name="直線コネクタ 609">
              <a:extLst>
                <a:ext uri="{FF2B5EF4-FFF2-40B4-BE49-F238E27FC236}">
                  <a16:creationId xmlns:a16="http://schemas.microsoft.com/office/drawing/2014/main" id="{1FA60E09-6790-94FB-4E3F-65DCE5D76403}"/>
                </a:ext>
              </a:extLst>
            </p:cNvPr>
            <p:cNvCxnSpPr>
              <a:cxnSpLocks/>
              <a:stCxn id="592" idx="0"/>
              <a:endCxn id="603" idx="2"/>
            </p:cNvCxnSpPr>
            <p:nvPr/>
          </p:nvCxnSpPr>
          <p:spPr>
            <a:xfrm flipV="1">
              <a:off x="1079459" y="966784"/>
              <a:ext cx="67394" cy="129156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線コネクタ 610">
              <a:extLst>
                <a:ext uri="{FF2B5EF4-FFF2-40B4-BE49-F238E27FC236}">
                  <a16:creationId xmlns:a16="http://schemas.microsoft.com/office/drawing/2014/main" id="{FCC1E84C-36EB-B0A8-3E16-71D4887D347E}"/>
                </a:ext>
              </a:extLst>
            </p:cNvPr>
            <p:cNvCxnSpPr>
              <a:cxnSpLocks/>
              <a:stCxn id="602" idx="2"/>
              <a:endCxn id="592" idx="0"/>
            </p:cNvCxnSpPr>
            <p:nvPr/>
          </p:nvCxnSpPr>
          <p:spPr>
            <a:xfrm>
              <a:off x="1011477" y="966784"/>
              <a:ext cx="67982" cy="129156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線コネクタ 611">
              <a:extLst>
                <a:ext uri="{FF2B5EF4-FFF2-40B4-BE49-F238E27FC236}">
                  <a16:creationId xmlns:a16="http://schemas.microsoft.com/office/drawing/2014/main" id="{FC235BFB-30E9-64C0-34AC-48FB49E57CBF}"/>
                </a:ext>
              </a:extLst>
            </p:cNvPr>
            <p:cNvCxnSpPr>
              <a:cxnSpLocks/>
              <a:stCxn id="594" idx="0"/>
              <a:endCxn id="592" idx="2"/>
            </p:cNvCxnSpPr>
            <p:nvPr/>
          </p:nvCxnSpPr>
          <p:spPr>
            <a:xfrm flipV="1">
              <a:off x="787572" y="1223675"/>
              <a:ext cx="291887" cy="61830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直線コネクタ 612">
              <a:extLst>
                <a:ext uri="{FF2B5EF4-FFF2-40B4-BE49-F238E27FC236}">
                  <a16:creationId xmlns:a16="http://schemas.microsoft.com/office/drawing/2014/main" id="{02CDAE6A-4EA4-BD08-83B7-1D4FE38F2356}"/>
                </a:ext>
              </a:extLst>
            </p:cNvPr>
            <p:cNvCxnSpPr>
              <a:cxnSpLocks/>
              <a:stCxn id="591" idx="2"/>
              <a:endCxn id="594" idx="0"/>
            </p:cNvCxnSpPr>
            <p:nvPr/>
          </p:nvCxnSpPr>
          <p:spPr>
            <a:xfrm>
              <a:off x="787572" y="1223675"/>
              <a:ext cx="0" cy="61830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線コネクタ 613">
              <a:extLst>
                <a:ext uri="{FF2B5EF4-FFF2-40B4-BE49-F238E27FC236}">
                  <a16:creationId xmlns:a16="http://schemas.microsoft.com/office/drawing/2014/main" id="{C8688846-A29C-73D7-8625-98137059C610}"/>
                </a:ext>
              </a:extLst>
            </p:cNvPr>
            <p:cNvCxnSpPr>
              <a:cxnSpLocks/>
              <a:stCxn id="593" idx="0"/>
              <a:endCxn id="589" idx="2"/>
            </p:cNvCxnSpPr>
            <p:nvPr/>
          </p:nvCxnSpPr>
          <p:spPr>
            <a:xfrm flipH="1" flipV="1">
              <a:off x="179037" y="1223675"/>
              <a:ext cx="296843" cy="52798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5" name="直線コネクタ 614">
              <a:extLst>
                <a:ext uri="{FF2B5EF4-FFF2-40B4-BE49-F238E27FC236}">
                  <a16:creationId xmlns:a16="http://schemas.microsoft.com/office/drawing/2014/main" id="{B24542D0-048A-D91A-FACD-FA79C423468A}"/>
                </a:ext>
              </a:extLst>
            </p:cNvPr>
            <p:cNvCxnSpPr>
              <a:cxnSpLocks/>
              <a:stCxn id="595" idx="0"/>
              <a:endCxn id="593" idx="2"/>
            </p:cNvCxnSpPr>
            <p:nvPr/>
          </p:nvCxnSpPr>
          <p:spPr>
            <a:xfrm flipH="1" flipV="1">
              <a:off x="475880" y="1404206"/>
              <a:ext cx="150854" cy="61830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直線コネクタ 615">
              <a:extLst>
                <a:ext uri="{FF2B5EF4-FFF2-40B4-BE49-F238E27FC236}">
                  <a16:creationId xmlns:a16="http://schemas.microsoft.com/office/drawing/2014/main" id="{21ED0961-D85C-0395-4DF5-2CC05C290CC7}"/>
                </a:ext>
              </a:extLst>
            </p:cNvPr>
            <p:cNvCxnSpPr>
              <a:cxnSpLocks/>
              <a:stCxn id="594" idx="2"/>
              <a:endCxn id="595" idx="0"/>
            </p:cNvCxnSpPr>
            <p:nvPr/>
          </p:nvCxnSpPr>
          <p:spPr>
            <a:xfrm flipH="1">
              <a:off x="626733" y="1413238"/>
              <a:ext cx="160839" cy="52798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直線コネクタ 616">
              <a:extLst>
                <a:ext uri="{FF2B5EF4-FFF2-40B4-BE49-F238E27FC236}">
                  <a16:creationId xmlns:a16="http://schemas.microsoft.com/office/drawing/2014/main" id="{C7198775-0CBD-CCDC-0B28-06FDEA0C4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571" y="328253"/>
              <a:ext cx="0" cy="226278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8" name="直線コネクタ 617">
              <a:extLst>
                <a:ext uri="{FF2B5EF4-FFF2-40B4-BE49-F238E27FC236}">
                  <a16:creationId xmlns:a16="http://schemas.microsoft.com/office/drawing/2014/main" id="{D246C51D-3FBE-6633-F404-12766C440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859" y="328253"/>
              <a:ext cx="0" cy="226278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9" name="直線コネクタ 618">
              <a:extLst>
                <a:ext uri="{FF2B5EF4-FFF2-40B4-BE49-F238E27FC236}">
                  <a16:creationId xmlns:a16="http://schemas.microsoft.com/office/drawing/2014/main" id="{BAFD6907-7DFC-DAAC-1282-47EDB1633A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014" y="328253"/>
              <a:ext cx="0" cy="226278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0" name="直線コネクタ 619">
              <a:extLst>
                <a:ext uri="{FF2B5EF4-FFF2-40B4-BE49-F238E27FC236}">
                  <a16:creationId xmlns:a16="http://schemas.microsoft.com/office/drawing/2014/main" id="{EDD456D6-DD2F-B4B8-6EE4-DDB5CB1C3ECE}"/>
                </a:ext>
              </a:extLst>
            </p:cNvPr>
            <p:cNvCxnSpPr>
              <a:cxnSpLocks/>
            </p:cNvCxnSpPr>
            <p:nvPr/>
          </p:nvCxnSpPr>
          <p:spPr>
            <a:xfrm>
              <a:off x="223571" y="335324"/>
              <a:ext cx="633265" cy="0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1" name="楕円 620">
              <a:extLst>
                <a:ext uri="{FF2B5EF4-FFF2-40B4-BE49-F238E27FC236}">
                  <a16:creationId xmlns:a16="http://schemas.microsoft.com/office/drawing/2014/main" id="{A494E02F-26FF-8DBE-D1CF-2ADCC1A1ED05}"/>
                </a:ext>
              </a:extLst>
            </p:cNvPr>
            <p:cNvSpPr/>
            <p:nvPr/>
          </p:nvSpPr>
          <p:spPr>
            <a:xfrm>
              <a:off x="540203" y="328253"/>
              <a:ext cx="7312" cy="14141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sp>
          <p:nvSpPr>
            <p:cNvPr id="622" name="楕円 621">
              <a:extLst>
                <a:ext uri="{FF2B5EF4-FFF2-40B4-BE49-F238E27FC236}">
                  <a16:creationId xmlns:a16="http://schemas.microsoft.com/office/drawing/2014/main" id="{D8CE5512-1A8C-5E28-709B-5728C3B4FD50}"/>
                </a:ext>
              </a:extLst>
            </p:cNvPr>
            <p:cNvSpPr/>
            <p:nvPr/>
          </p:nvSpPr>
          <p:spPr>
            <a:xfrm>
              <a:off x="219916" y="328253"/>
              <a:ext cx="7312" cy="14141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cxnSp>
          <p:nvCxnSpPr>
            <p:cNvPr id="623" name="直線コネクタ 622">
              <a:extLst>
                <a:ext uri="{FF2B5EF4-FFF2-40B4-BE49-F238E27FC236}">
                  <a16:creationId xmlns:a16="http://schemas.microsoft.com/office/drawing/2014/main" id="{63B36531-AE03-9A20-EA2C-6703D9551236}"/>
                </a:ext>
              </a:extLst>
            </p:cNvPr>
            <p:cNvCxnSpPr>
              <a:cxnSpLocks/>
              <a:endCxn id="582" idx="2"/>
            </p:cNvCxnSpPr>
            <p:nvPr/>
          </p:nvCxnSpPr>
          <p:spPr>
            <a:xfrm flipH="1" flipV="1">
              <a:off x="223571" y="299967"/>
              <a:ext cx="108" cy="28286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4" name="直線コネクタ 623">
              <a:extLst>
                <a:ext uri="{FF2B5EF4-FFF2-40B4-BE49-F238E27FC236}">
                  <a16:creationId xmlns:a16="http://schemas.microsoft.com/office/drawing/2014/main" id="{31E75EC8-733D-361C-118E-DC5F05A3532E}"/>
                </a:ext>
              </a:extLst>
            </p:cNvPr>
            <p:cNvCxnSpPr>
              <a:cxnSpLocks/>
            </p:cNvCxnSpPr>
            <p:nvPr/>
          </p:nvCxnSpPr>
          <p:spPr>
            <a:xfrm>
              <a:off x="381887" y="356538"/>
              <a:ext cx="306738" cy="0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5" name="直線コネクタ 624">
              <a:extLst>
                <a:ext uri="{FF2B5EF4-FFF2-40B4-BE49-F238E27FC236}">
                  <a16:creationId xmlns:a16="http://schemas.microsoft.com/office/drawing/2014/main" id="{2834CC53-D3A3-B60C-4B7D-B496F15FE341}"/>
                </a:ext>
              </a:extLst>
            </p:cNvPr>
            <p:cNvCxnSpPr>
              <a:cxnSpLocks/>
              <a:stCxn id="586" idx="0"/>
            </p:cNvCxnSpPr>
            <p:nvPr/>
          </p:nvCxnSpPr>
          <p:spPr>
            <a:xfrm flipV="1">
              <a:off x="380755" y="347109"/>
              <a:ext cx="0" cy="37713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6" name="直線コネクタ 625">
              <a:extLst>
                <a:ext uri="{FF2B5EF4-FFF2-40B4-BE49-F238E27FC236}">
                  <a16:creationId xmlns:a16="http://schemas.microsoft.com/office/drawing/2014/main" id="{0D0AA0F9-F123-CC60-90F2-CA917BFC96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803" y="347109"/>
              <a:ext cx="0" cy="37713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7" name="楕円 626">
              <a:extLst>
                <a:ext uri="{FF2B5EF4-FFF2-40B4-BE49-F238E27FC236}">
                  <a16:creationId xmlns:a16="http://schemas.microsoft.com/office/drawing/2014/main" id="{7778B10D-4BEB-0C7A-D749-B65F9280A6C7}"/>
                </a:ext>
              </a:extLst>
            </p:cNvPr>
            <p:cNvSpPr/>
            <p:nvPr/>
          </p:nvSpPr>
          <p:spPr>
            <a:xfrm>
              <a:off x="640598" y="349467"/>
              <a:ext cx="7312" cy="14141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noFill/>
              </a:endParaRPr>
            </a:p>
          </p:txBody>
        </p:sp>
        <p:cxnSp>
          <p:nvCxnSpPr>
            <p:cNvPr id="628" name="直線コネクタ 627">
              <a:extLst>
                <a:ext uri="{FF2B5EF4-FFF2-40B4-BE49-F238E27FC236}">
                  <a16:creationId xmlns:a16="http://schemas.microsoft.com/office/drawing/2014/main" id="{E0B87499-437A-B3A1-1F4F-5C650C1E9A63}"/>
                </a:ext>
              </a:extLst>
            </p:cNvPr>
            <p:cNvCxnSpPr>
              <a:cxnSpLocks/>
              <a:stCxn id="627" idx="0"/>
              <a:endCxn id="583" idx="2"/>
            </p:cNvCxnSpPr>
            <p:nvPr/>
          </p:nvCxnSpPr>
          <p:spPr>
            <a:xfrm flipH="1" flipV="1">
              <a:off x="644098" y="301945"/>
              <a:ext cx="155" cy="47524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9" name="直線コネクタ 628">
              <a:extLst>
                <a:ext uri="{FF2B5EF4-FFF2-40B4-BE49-F238E27FC236}">
                  <a16:creationId xmlns:a16="http://schemas.microsoft.com/office/drawing/2014/main" id="{6E98108B-0E50-66F3-DB81-527EF73746AE}"/>
                </a:ext>
              </a:extLst>
            </p:cNvPr>
            <p:cNvCxnSpPr>
              <a:cxnSpLocks/>
              <a:endCxn id="584" idx="2"/>
            </p:cNvCxnSpPr>
            <p:nvPr/>
          </p:nvCxnSpPr>
          <p:spPr>
            <a:xfrm flipV="1">
              <a:off x="1040935" y="296069"/>
              <a:ext cx="0" cy="258462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0" name="直線コネクタ 629">
              <a:extLst>
                <a:ext uri="{FF2B5EF4-FFF2-40B4-BE49-F238E27FC236}">
                  <a16:creationId xmlns:a16="http://schemas.microsoft.com/office/drawing/2014/main" id="{B7EC74EC-F258-ADC6-9777-B425B0DD238F}"/>
                </a:ext>
              </a:extLst>
            </p:cNvPr>
            <p:cNvCxnSpPr>
              <a:cxnSpLocks/>
              <a:endCxn id="585" idx="2"/>
            </p:cNvCxnSpPr>
            <p:nvPr/>
          </p:nvCxnSpPr>
          <p:spPr>
            <a:xfrm flipV="1">
              <a:off x="103701" y="512355"/>
              <a:ext cx="0" cy="42175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1" name="直線コネクタ 630">
              <a:extLst>
                <a:ext uri="{FF2B5EF4-FFF2-40B4-BE49-F238E27FC236}">
                  <a16:creationId xmlns:a16="http://schemas.microsoft.com/office/drawing/2014/main" id="{93CC8757-E476-5054-9AF0-F025B92AB4A7}"/>
                </a:ext>
              </a:extLst>
            </p:cNvPr>
            <p:cNvCxnSpPr>
              <a:cxnSpLocks/>
              <a:endCxn id="586" idx="2"/>
            </p:cNvCxnSpPr>
            <p:nvPr/>
          </p:nvCxnSpPr>
          <p:spPr>
            <a:xfrm flipV="1">
              <a:off x="380755" y="512355"/>
              <a:ext cx="0" cy="42175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2" name="直線コネクタ 631">
              <a:extLst>
                <a:ext uri="{FF2B5EF4-FFF2-40B4-BE49-F238E27FC236}">
                  <a16:creationId xmlns:a16="http://schemas.microsoft.com/office/drawing/2014/main" id="{26038C60-DA69-50E1-1405-0665A57303E1}"/>
                </a:ext>
              </a:extLst>
            </p:cNvPr>
            <p:cNvCxnSpPr>
              <a:cxnSpLocks/>
              <a:endCxn id="587" idx="2"/>
            </p:cNvCxnSpPr>
            <p:nvPr/>
          </p:nvCxnSpPr>
          <p:spPr>
            <a:xfrm flipV="1">
              <a:off x="688671" y="512355"/>
              <a:ext cx="0" cy="42175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3" name="直線コネクタ 632">
              <a:extLst>
                <a:ext uri="{FF2B5EF4-FFF2-40B4-BE49-F238E27FC236}">
                  <a16:creationId xmlns:a16="http://schemas.microsoft.com/office/drawing/2014/main" id="{F9E54DF7-B78C-E9A2-986C-C997A4E5579C}"/>
                </a:ext>
              </a:extLst>
            </p:cNvPr>
            <p:cNvCxnSpPr>
              <a:cxnSpLocks/>
              <a:endCxn id="588" idx="2"/>
            </p:cNvCxnSpPr>
            <p:nvPr/>
          </p:nvCxnSpPr>
          <p:spPr>
            <a:xfrm flipV="1">
              <a:off x="1152545" y="512355"/>
              <a:ext cx="0" cy="42175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4" name="直線コネクタ 633">
              <a:extLst>
                <a:ext uri="{FF2B5EF4-FFF2-40B4-BE49-F238E27FC236}">
                  <a16:creationId xmlns:a16="http://schemas.microsoft.com/office/drawing/2014/main" id="{C7FD4007-BD24-7359-4AA4-D1D4FCDB0142}"/>
                </a:ext>
              </a:extLst>
            </p:cNvPr>
            <p:cNvCxnSpPr>
              <a:cxnSpLocks/>
            </p:cNvCxnSpPr>
            <p:nvPr/>
          </p:nvCxnSpPr>
          <p:spPr>
            <a:xfrm>
              <a:off x="1213047" y="907969"/>
              <a:ext cx="29684" cy="0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5" name="直線コネクタ 634">
              <a:extLst>
                <a:ext uri="{FF2B5EF4-FFF2-40B4-BE49-F238E27FC236}">
                  <a16:creationId xmlns:a16="http://schemas.microsoft.com/office/drawing/2014/main" id="{3E5F908F-0C5D-248B-9AAE-6701D5D68768}"/>
                </a:ext>
              </a:extLst>
            </p:cNvPr>
            <p:cNvCxnSpPr>
              <a:cxnSpLocks/>
            </p:cNvCxnSpPr>
            <p:nvPr/>
          </p:nvCxnSpPr>
          <p:spPr>
            <a:xfrm>
              <a:off x="1241567" y="441392"/>
              <a:ext cx="0" cy="466577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6" name="直線コネクタ 635">
              <a:extLst>
                <a:ext uri="{FF2B5EF4-FFF2-40B4-BE49-F238E27FC236}">
                  <a16:creationId xmlns:a16="http://schemas.microsoft.com/office/drawing/2014/main" id="{786F3690-A4BB-E331-5AF3-9790BE3E4841}"/>
                </a:ext>
              </a:extLst>
            </p:cNvPr>
            <p:cNvCxnSpPr>
              <a:cxnSpLocks/>
            </p:cNvCxnSpPr>
            <p:nvPr/>
          </p:nvCxnSpPr>
          <p:spPr>
            <a:xfrm>
              <a:off x="1203152" y="441392"/>
              <a:ext cx="38415" cy="0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7" name="直線コネクタ 636">
              <a:extLst>
                <a:ext uri="{FF2B5EF4-FFF2-40B4-BE49-F238E27FC236}">
                  <a16:creationId xmlns:a16="http://schemas.microsoft.com/office/drawing/2014/main" id="{2AAEC743-DA53-5F8F-26E8-1834204D5E60}"/>
                </a:ext>
              </a:extLst>
            </p:cNvPr>
            <p:cNvCxnSpPr>
              <a:cxnSpLocks/>
              <a:endCxn id="596" idx="0"/>
            </p:cNvCxnSpPr>
            <p:nvPr/>
          </p:nvCxnSpPr>
          <p:spPr>
            <a:xfrm>
              <a:off x="114721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8" name="直線コネクタ 637">
              <a:extLst>
                <a:ext uri="{FF2B5EF4-FFF2-40B4-BE49-F238E27FC236}">
                  <a16:creationId xmlns:a16="http://schemas.microsoft.com/office/drawing/2014/main" id="{A38DE949-E8D9-F832-F85B-3DD88A4964D7}"/>
                </a:ext>
              </a:extLst>
            </p:cNvPr>
            <p:cNvCxnSpPr>
              <a:cxnSpLocks/>
              <a:endCxn id="597" idx="0"/>
            </p:cNvCxnSpPr>
            <p:nvPr/>
          </p:nvCxnSpPr>
          <p:spPr>
            <a:xfrm>
              <a:off x="235143" y="705384"/>
              <a:ext cx="0" cy="129405"/>
            </a:xfrm>
            <a:prstGeom prst="line">
              <a:avLst/>
            </a:prstGeom>
            <a:ln w="317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9" name="直線コネクタ 638">
              <a:extLst>
                <a:ext uri="{FF2B5EF4-FFF2-40B4-BE49-F238E27FC236}">
                  <a16:creationId xmlns:a16="http://schemas.microsoft.com/office/drawing/2014/main" id="{0C591FD8-5466-BCD1-77A7-D42536F9566D}"/>
                </a:ext>
              </a:extLst>
            </p:cNvPr>
            <p:cNvCxnSpPr>
              <a:cxnSpLocks/>
              <a:endCxn id="598" idx="0"/>
            </p:cNvCxnSpPr>
            <p:nvPr/>
          </p:nvCxnSpPr>
          <p:spPr>
            <a:xfrm>
              <a:off x="393893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0" name="直線コネクタ 639">
              <a:extLst>
                <a:ext uri="{FF2B5EF4-FFF2-40B4-BE49-F238E27FC236}">
                  <a16:creationId xmlns:a16="http://schemas.microsoft.com/office/drawing/2014/main" id="{2E180AC4-612E-EC29-AEAA-D6CD6A0358F6}"/>
                </a:ext>
              </a:extLst>
            </p:cNvPr>
            <p:cNvCxnSpPr>
              <a:cxnSpLocks/>
              <a:endCxn id="599" idx="0"/>
            </p:cNvCxnSpPr>
            <p:nvPr/>
          </p:nvCxnSpPr>
          <p:spPr>
            <a:xfrm>
              <a:off x="562539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1" name="直線コネクタ 640">
              <a:extLst>
                <a:ext uri="{FF2B5EF4-FFF2-40B4-BE49-F238E27FC236}">
                  <a16:creationId xmlns:a16="http://schemas.microsoft.com/office/drawing/2014/main" id="{4930511F-F701-B5C5-B10D-3D477DF80124}"/>
                </a:ext>
              </a:extLst>
            </p:cNvPr>
            <p:cNvCxnSpPr>
              <a:cxnSpLocks/>
              <a:endCxn id="600" idx="0"/>
            </p:cNvCxnSpPr>
            <p:nvPr/>
          </p:nvCxnSpPr>
          <p:spPr>
            <a:xfrm>
              <a:off x="702679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2" name="直線コネクタ 641">
              <a:extLst>
                <a:ext uri="{FF2B5EF4-FFF2-40B4-BE49-F238E27FC236}">
                  <a16:creationId xmlns:a16="http://schemas.microsoft.com/office/drawing/2014/main" id="{0215FA4D-A14B-671C-9542-5F5EF95EA11A}"/>
                </a:ext>
              </a:extLst>
            </p:cNvPr>
            <p:cNvCxnSpPr>
              <a:cxnSpLocks/>
              <a:endCxn id="601" idx="0"/>
            </p:cNvCxnSpPr>
            <p:nvPr/>
          </p:nvCxnSpPr>
          <p:spPr>
            <a:xfrm>
              <a:off x="871324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3" name="直線コネクタ 642">
              <a:extLst>
                <a:ext uri="{FF2B5EF4-FFF2-40B4-BE49-F238E27FC236}">
                  <a16:creationId xmlns:a16="http://schemas.microsoft.com/office/drawing/2014/main" id="{36A3B067-4F3C-D49D-7A34-049099DD8018}"/>
                </a:ext>
              </a:extLst>
            </p:cNvPr>
            <p:cNvCxnSpPr>
              <a:cxnSpLocks/>
              <a:endCxn id="602" idx="0"/>
            </p:cNvCxnSpPr>
            <p:nvPr/>
          </p:nvCxnSpPr>
          <p:spPr>
            <a:xfrm>
              <a:off x="1011477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4" name="直線コネクタ 643">
              <a:extLst>
                <a:ext uri="{FF2B5EF4-FFF2-40B4-BE49-F238E27FC236}">
                  <a16:creationId xmlns:a16="http://schemas.microsoft.com/office/drawing/2014/main" id="{1EC48052-4DDA-3B67-AF24-87C71F87D5B9}"/>
                </a:ext>
              </a:extLst>
            </p:cNvPr>
            <p:cNvCxnSpPr>
              <a:cxnSpLocks/>
              <a:endCxn id="603" idx="0"/>
            </p:cNvCxnSpPr>
            <p:nvPr/>
          </p:nvCxnSpPr>
          <p:spPr>
            <a:xfrm>
              <a:off x="1146853" y="705384"/>
              <a:ext cx="0" cy="129405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5" name="正方形/長方形 644">
              <a:extLst>
                <a:ext uri="{FF2B5EF4-FFF2-40B4-BE49-F238E27FC236}">
                  <a16:creationId xmlns:a16="http://schemas.microsoft.com/office/drawing/2014/main" id="{1FC54E48-87E4-6DBE-DA84-E7DB275EDC37}"/>
                </a:ext>
              </a:extLst>
            </p:cNvPr>
            <p:cNvSpPr/>
            <p:nvPr/>
          </p:nvSpPr>
          <p:spPr>
            <a:xfrm>
              <a:off x="55360" y="556776"/>
              <a:ext cx="237474" cy="1486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VQA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646" name="正方形/長方形 645">
              <a:extLst>
                <a:ext uri="{FF2B5EF4-FFF2-40B4-BE49-F238E27FC236}">
                  <a16:creationId xmlns:a16="http://schemas.microsoft.com/office/drawing/2014/main" id="{7041315A-4056-14FC-35F0-3595DED149D1}"/>
                </a:ext>
              </a:extLst>
            </p:cNvPr>
            <p:cNvSpPr/>
            <p:nvPr/>
          </p:nvSpPr>
          <p:spPr>
            <a:xfrm>
              <a:off x="332414" y="556776"/>
              <a:ext cx="286948" cy="148606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Pose similarity evaluator</a:t>
              </a:r>
            </a:p>
          </p:txBody>
        </p:sp>
        <p:sp>
          <p:nvSpPr>
            <p:cNvPr id="647" name="正方形/長方形 646">
              <a:extLst>
                <a:ext uri="{FF2B5EF4-FFF2-40B4-BE49-F238E27FC236}">
                  <a16:creationId xmlns:a16="http://schemas.microsoft.com/office/drawing/2014/main" id="{92470433-32C8-9DFA-33DE-A291B0958EF5}"/>
                </a:ext>
              </a:extLst>
            </p:cNvPr>
            <p:cNvSpPr/>
            <p:nvPr/>
          </p:nvSpPr>
          <p:spPr>
            <a:xfrm>
              <a:off x="640329" y="552607"/>
              <a:ext cx="286948" cy="148606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VQA</a:t>
              </a:r>
              <a:endParaRPr kumimoji="1" lang="ja-JP" altLang="en-US" sz="1200" dirty="0">
                <a:noFill/>
              </a:endParaRPr>
            </a:p>
          </p:txBody>
        </p:sp>
        <p:sp>
          <p:nvSpPr>
            <p:cNvPr id="648" name="正方形/長方形 647">
              <a:extLst>
                <a:ext uri="{FF2B5EF4-FFF2-40B4-BE49-F238E27FC236}">
                  <a16:creationId xmlns:a16="http://schemas.microsoft.com/office/drawing/2014/main" id="{4FE93F2A-4973-A6DA-ACEB-99098348BCD2}"/>
                </a:ext>
              </a:extLst>
            </p:cNvPr>
            <p:cNvSpPr/>
            <p:nvPr/>
          </p:nvSpPr>
          <p:spPr>
            <a:xfrm>
              <a:off x="955783" y="556776"/>
              <a:ext cx="247369" cy="148606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noFill/>
                </a:rPr>
                <a:t>Relative position calculator</a:t>
              </a:r>
              <a:endParaRPr kumimoji="1" lang="ja-JP" altLang="en-US" sz="1200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8124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FE6C9-402D-864B-C0DA-F312C1E8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　事前処理　動作特徴量　姿勢特徴定義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62B4E0-E425-7D79-A1D9-5C087804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66</a:t>
            </a:fld>
            <a:endParaRPr lang="ja-JP" altLang="en-US"/>
          </a:p>
        </p:txBody>
      </p:sp>
      <p:pic>
        <p:nvPicPr>
          <p:cNvPr id="4" name="図 3" descr="屋内, 人, 男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C07529DE-B9AE-DB22-B071-503CCD5CB4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1" t="19610" b="17704"/>
          <a:stretch/>
        </p:blipFill>
        <p:spPr>
          <a:xfrm rot="5400000">
            <a:off x="1180764" y="1959013"/>
            <a:ext cx="1956569" cy="1296144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2053928-926F-2B69-6EF9-7822E01245AA}"/>
              </a:ext>
            </a:extLst>
          </p:cNvPr>
          <p:cNvCxnSpPr>
            <a:cxnSpLocks/>
          </p:cNvCxnSpPr>
          <p:nvPr/>
        </p:nvCxnSpPr>
        <p:spPr>
          <a:xfrm flipH="1">
            <a:off x="2375073" y="2060844"/>
            <a:ext cx="72008" cy="7200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0F0C29D-F27E-A890-68E2-C867C14D2606}"/>
              </a:ext>
            </a:extLst>
          </p:cNvPr>
          <p:cNvCxnSpPr>
            <a:cxnSpLocks/>
          </p:cNvCxnSpPr>
          <p:nvPr/>
        </p:nvCxnSpPr>
        <p:spPr>
          <a:xfrm flipH="1">
            <a:off x="1654993" y="2780924"/>
            <a:ext cx="720080" cy="720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71B77B6-4D87-B35E-D198-56DB3EE701A9}"/>
              </a:ext>
            </a:extLst>
          </p:cNvPr>
          <p:cNvCxnSpPr>
            <a:cxnSpLocks/>
          </p:cNvCxnSpPr>
          <p:nvPr/>
        </p:nvCxnSpPr>
        <p:spPr>
          <a:xfrm>
            <a:off x="1654993" y="2852932"/>
            <a:ext cx="72008" cy="6480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8BE051F-8292-83A2-8948-BF3A420F59C7}"/>
              </a:ext>
            </a:extLst>
          </p:cNvPr>
          <p:cNvCxnSpPr>
            <a:cxnSpLocks/>
          </p:cNvCxnSpPr>
          <p:nvPr/>
        </p:nvCxnSpPr>
        <p:spPr>
          <a:xfrm>
            <a:off x="1515372" y="1629113"/>
            <a:ext cx="0" cy="36004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EC5C645-07DB-F5CA-7405-91A46B64293B}"/>
              </a:ext>
            </a:extLst>
          </p:cNvPr>
          <p:cNvCxnSpPr>
            <a:cxnSpLocks/>
          </p:cNvCxnSpPr>
          <p:nvPr/>
        </p:nvCxnSpPr>
        <p:spPr>
          <a:xfrm>
            <a:off x="1515372" y="1629113"/>
            <a:ext cx="35770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8FF1E6-820D-6494-ED3B-2AB40B31117F}"/>
              </a:ext>
            </a:extLst>
          </p:cNvPr>
          <p:cNvSpPr txBox="1"/>
          <p:nvPr/>
        </p:nvSpPr>
        <p:spPr>
          <a:xfrm>
            <a:off x="1515371" y="179615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X</a:t>
            </a:r>
            <a:endParaRPr kumimoji="1" lang="ja-JP" altLang="en-US" i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2532FBD-E0A5-E037-675C-132DE5D86CF3}"/>
              </a:ext>
            </a:extLst>
          </p:cNvPr>
          <p:cNvSpPr txBox="1"/>
          <p:nvPr/>
        </p:nvSpPr>
        <p:spPr>
          <a:xfrm>
            <a:off x="1746231" y="162502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Y</a:t>
            </a:r>
            <a:endParaRPr kumimoji="1" lang="ja-JP" altLang="en-US" i="1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B8A6D2F-26E7-D44C-86AF-0B43CEABB53F}"/>
              </a:ext>
            </a:extLst>
          </p:cNvPr>
          <p:cNvSpPr/>
          <p:nvPr/>
        </p:nvSpPr>
        <p:spPr>
          <a:xfrm>
            <a:off x="1618989" y="2815043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07F463E9-677E-3B49-9D8D-EA70A2C7C6B1}"/>
              </a:ext>
            </a:extLst>
          </p:cNvPr>
          <p:cNvSpPr/>
          <p:nvPr/>
        </p:nvSpPr>
        <p:spPr>
          <a:xfrm>
            <a:off x="2339069" y="2740484"/>
            <a:ext cx="72008" cy="72008"/>
          </a:xfrm>
          <a:prstGeom prst="ellipse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FDC7362-A544-74BB-E07C-A18D7BE3EE01}"/>
              </a:ext>
            </a:extLst>
          </p:cNvPr>
          <p:cNvSpPr/>
          <p:nvPr/>
        </p:nvSpPr>
        <p:spPr>
          <a:xfrm>
            <a:off x="1690997" y="3465000"/>
            <a:ext cx="72008" cy="720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8291DB1-34D6-91E2-6CBE-997FD790DF8B}"/>
              </a:ext>
            </a:extLst>
          </p:cNvPr>
          <p:cNvCxnSpPr>
            <a:stCxn id="13" idx="6"/>
          </p:cNvCxnSpPr>
          <p:nvPr/>
        </p:nvCxnSpPr>
        <p:spPr>
          <a:xfrm>
            <a:off x="2411077" y="2776488"/>
            <a:ext cx="252028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38ADDD9-3247-0E98-BCB8-80FAA66F3D76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1690997" y="2851047"/>
            <a:ext cx="972108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37D5E37-1B51-F9BB-3626-C496F25BAB27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1763005" y="3501004"/>
            <a:ext cx="90010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862A03F9-2D47-BF00-DA94-42D13AF457AB}"/>
              </a:ext>
            </a:extLst>
          </p:cNvPr>
          <p:cNvSpPr/>
          <p:nvPr/>
        </p:nvSpPr>
        <p:spPr>
          <a:xfrm>
            <a:off x="2159049" y="1772813"/>
            <a:ext cx="169292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02EBC38-9AAB-EAD4-79EF-B1A2E2003CFA}"/>
              </a:ext>
            </a:extLst>
          </p:cNvPr>
          <p:cNvCxnSpPr>
            <a:cxnSpLocks/>
          </p:cNvCxnSpPr>
          <p:nvPr/>
        </p:nvCxnSpPr>
        <p:spPr>
          <a:xfrm>
            <a:off x="2575153" y="2851047"/>
            <a:ext cx="0" cy="153337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A182B0F-9D02-46AD-25F9-921FB6721C75}"/>
              </a:ext>
            </a:extLst>
          </p:cNvPr>
          <p:cNvCxnSpPr>
            <a:cxnSpLocks/>
          </p:cNvCxnSpPr>
          <p:nvPr/>
        </p:nvCxnSpPr>
        <p:spPr>
          <a:xfrm>
            <a:off x="2503145" y="2851047"/>
            <a:ext cx="0" cy="649957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9120344-4D3C-A44E-720E-6A7E1D1B0C54}"/>
              </a:ext>
            </a:extLst>
          </p:cNvPr>
          <p:cNvCxnSpPr>
            <a:cxnSpLocks/>
          </p:cNvCxnSpPr>
          <p:nvPr/>
        </p:nvCxnSpPr>
        <p:spPr>
          <a:xfrm>
            <a:off x="2575153" y="2623151"/>
            <a:ext cx="0" cy="15333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C4E9CCC-C976-0625-E5C4-988D4005E64A}"/>
              </a:ext>
            </a:extLst>
          </p:cNvPr>
          <p:cNvCxnSpPr>
            <a:cxnSpLocks/>
          </p:cNvCxnSpPr>
          <p:nvPr/>
        </p:nvCxnSpPr>
        <p:spPr>
          <a:xfrm>
            <a:off x="2575153" y="2776488"/>
            <a:ext cx="0" cy="7455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69E3B52-D3DA-11F0-3A6D-7882D1F6C601}"/>
              </a:ext>
            </a:extLst>
          </p:cNvPr>
          <p:cNvSpPr txBox="1"/>
          <p:nvPr/>
        </p:nvSpPr>
        <p:spPr>
          <a:xfrm>
            <a:off x="2146999" y="2991360"/>
            <a:ext cx="30008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i="1" dirty="0"/>
              <a:t>a</a:t>
            </a:r>
            <a:endParaRPr kumimoji="1" lang="ja-JP" altLang="en-US" i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9034D1E-187B-6B35-A5A0-9AE377F5FEDF}"/>
              </a:ext>
            </a:extLst>
          </p:cNvPr>
          <p:cNvSpPr txBox="1"/>
          <p:nvPr/>
        </p:nvSpPr>
        <p:spPr>
          <a:xfrm>
            <a:off x="2477060" y="2203213"/>
            <a:ext cx="30008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i="1" dirty="0"/>
              <a:t>b</a:t>
            </a:r>
            <a:endParaRPr kumimoji="1" lang="ja-JP" altLang="en-US" i="1" dirty="0"/>
          </a:p>
        </p:txBody>
      </p:sp>
      <p:pic>
        <p:nvPicPr>
          <p:cNvPr id="25" name="図 24" descr="屋内, 男, テーブル, 持つ が含まれている画像&#10;&#10;自動的に生成された説明">
            <a:extLst>
              <a:ext uri="{FF2B5EF4-FFF2-40B4-BE49-F238E27FC236}">
                <a16:creationId xmlns:a16="http://schemas.microsoft.com/office/drawing/2014/main" id="{E9A77A48-139D-6CF9-32E6-449DE4ADB2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50" t="20601" b="15001"/>
          <a:stretch/>
        </p:blipFill>
        <p:spPr>
          <a:xfrm rot="5400000">
            <a:off x="3590033" y="1791752"/>
            <a:ext cx="1956571" cy="1589593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5FC14251-C95D-0C7A-F450-84E717AE3CC5}"/>
              </a:ext>
            </a:extLst>
          </p:cNvPr>
          <p:cNvSpPr/>
          <p:nvPr/>
        </p:nvSpPr>
        <p:spPr>
          <a:xfrm>
            <a:off x="3914316" y="2083264"/>
            <a:ext cx="303305" cy="13765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7526E8A-2B1F-BB11-9991-BE4871297462}"/>
              </a:ext>
            </a:extLst>
          </p:cNvPr>
          <p:cNvCxnSpPr>
            <a:cxnSpLocks/>
          </p:cNvCxnSpPr>
          <p:nvPr/>
        </p:nvCxnSpPr>
        <p:spPr>
          <a:xfrm>
            <a:off x="4346364" y="1972071"/>
            <a:ext cx="397808" cy="6634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C99BEAE0-C2F6-AEA4-1FFD-A58EDC1B1AB6}"/>
              </a:ext>
            </a:extLst>
          </p:cNvPr>
          <p:cNvCxnSpPr>
            <a:cxnSpLocks/>
          </p:cNvCxnSpPr>
          <p:nvPr/>
        </p:nvCxnSpPr>
        <p:spPr>
          <a:xfrm flipH="1">
            <a:off x="3952084" y="2635538"/>
            <a:ext cx="792088" cy="2804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0F1E915-6D34-8C9C-9B20-16EEE9FECE32}"/>
              </a:ext>
            </a:extLst>
          </p:cNvPr>
          <p:cNvCxnSpPr>
            <a:cxnSpLocks/>
          </p:cNvCxnSpPr>
          <p:nvPr/>
        </p:nvCxnSpPr>
        <p:spPr>
          <a:xfrm flipH="1">
            <a:off x="3893584" y="2663582"/>
            <a:ext cx="58500" cy="7846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05DE562-58A5-1274-2025-21515B7779E8}"/>
              </a:ext>
            </a:extLst>
          </p:cNvPr>
          <p:cNvCxnSpPr>
            <a:cxnSpLocks/>
          </p:cNvCxnSpPr>
          <p:nvPr/>
        </p:nvCxnSpPr>
        <p:spPr>
          <a:xfrm>
            <a:off x="4744172" y="1756047"/>
            <a:ext cx="0" cy="881282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円弧 30">
            <a:extLst>
              <a:ext uri="{FF2B5EF4-FFF2-40B4-BE49-F238E27FC236}">
                <a16:creationId xmlns:a16="http://schemas.microsoft.com/office/drawing/2014/main" id="{FD813B58-A4B9-4291-E4D8-1625B6E8D55B}"/>
              </a:ext>
            </a:extLst>
          </p:cNvPr>
          <p:cNvSpPr/>
          <p:nvPr/>
        </p:nvSpPr>
        <p:spPr>
          <a:xfrm rot="17100000">
            <a:off x="4548148" y="2286702"/>
            <a:ext cx="472515" cy="472515"/>
          </a:xfrm>
          <a:prstGeom prst="arc">
            <a:avLst>
              <a:gd name="adj1" fmla="val 14384599"/>
              <a:gd name="adj2" fmla="val 1187092"/>
            </a:avLst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C978B78F-0B92-817F-52BF-35A3A1B3DECF}"/>
              </a:ext>
            </a:extLst>
          </p:cNvPr>
          <p:cNvSpPr/>
          <p:nvPr/>
        </p:nvSpPr>
        <p:spPr>
          <a:xfrm rot="16925342">
            <a:off x="4753724" y="2232006"/>
            <a:ext cx="102020" cy="10202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A7812137-6168-9F93-C0FA-5954D22396F5}"/>
              </a:ext>
            </a:extLst>
          </p:cNvPr>
          <p:cNvSpPr/>
          <p:nvPr/>
        </p:nvSpPr>
        <p:spPr>
          <a:xfrm rot="1417059">
            <a:off x="4517308" y="2375470"/>
            <a:ext cx="102020" cy="10202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855AA3D-93A8-E94E-2FFC-8BA2BBD4777A}"/>
              </a:ext>
            </a:extLst>
          </p:cNvPr>
          <p:cNvCxnSpPr>
            <a:cxnSpLocks/>
          </p:cNvCxnSpPr>
          <p:nvPr/>
        </p:nvCxnSpPr>
        <p:spPr>
          <a:xfrm>
            <a:off x="3787999" y="1612347"/>
            <a:ext cx="0" cy="36004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7CA8B20A-B36A-76A7-2D8D-04062CF4183E}"/>
              </a:ext>
            </a:extLst>
          </p:cNvPr>
          <p:cNvCxnSpPr>
            <a:cxnSpLocks/>
          </p:cNvCxnSpPr>
          <p:nvPr/>
        </p:nvCxnSpPr>
        <p:spPr>
          <a:xfrm>
            <a:off x="3787999" y="1612347"/>
            <a:ext cx="35770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E2F3AFB-F06A-4B88-116D-3D8A798B26F5}"/>
              </a:ext>
            </a:extLst>
          </p:cNvPr>
          <p:cNvSpPr txBox="1"/>
          <p:nvPr/>
        </p:nvSpPr>
        <p:spPr>
          <a:xfrm>
            <a:off x="3787998" y="177939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X</a:t>
            </a:r>
            <a:endParaRPr kumimoji="1" lang="ja-JP" altLang="en-US" i="1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13918D0-0ED6-E30A-25C1-985A8936A939}"/>
              </a:ext>
            </a:extLst>
          </p:cNvPr>
          <p:cNvSpPr txBox="1"/>
          <p:nvPr/>
        </p:nvSpPr>
        <p:spPr>
          <a:xfrm>
            <a:off x="4018858" y="160826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Y</a:t>
            </a:r>
            <a:endParaRPr kumimoji="1" lang="ja-JP" altLang="en-US" i="1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6ECA262-9E4B-FEE5-EB3A-F0D3D6E68258}"/>
              </a:ext>
            </a:extLst>
          </p:cNvPr>
          <p:cNvSpPr txBox="1"/>
          <p:nvPr/>
        </p:nvSpPr>
        <p:spPr>
          <a:xfrm>
            <a:off x="4806519" y="1838253"/>
            <a:ext cx="298480" cy="36933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i="1" dirty="0"/>
              <a:t>θ</a:t>
            </a:r>
            <a:endParaRPr kumimoji="1" lang="ja-JP" altLang="en-US" i="1" dirty="0"/>
          </a:p>
        </p:txBody>
      </p:sp>
      <p:pic>
        <p:nvPicPr>
          <p:cNvPr id="39" name="図 38" descr="屋内, 人, テーブル, 男 が含まれている画像&#10;&#10;自動的に生成された説明">
            <a:extLst>
              <a:ext uri="{FF2B5EF4-FFF2-40B4-BE49-F238E27FC236}">
                <a16:creationId xmlns:a16="http://schemas.microsoft.com/office/drawing/2014/main" id="{09864DF1-7752-A970-B220-9F942237860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2" t="26817" r="30701" b="15687"/>
          <a:stretch/>
        </p:blipFill>
        <p:spPr>
          <a:xfrm rot="5400000">
            <a:off x="5847279" y="1691933"/>
            <a:ext cx="1939162" cy="1847713"/>
          </a:xfrm>
          <a:prstGeom prst="rect">
            <a:avLst/>
          </a:prstGeom>
        </p:spPr>
      </p:pic>
      <p:sp>
        <p:nvSpPr>
          <p:cNvPr id="40" name="楕円 39">
            <a:extLst>
              <a:ext uri="{FF2B5EF4-FFF2-40B4-BE49-F238E27FC236}">
                <a16:creationId xmlns:a16="http://schemas.microsoft.com/office/drawing/2014/main" id="{2CC8F593-D9AD-2BA0-ADF0-34B5882A18B7}"/>
              </a:ext>
            </a:extLst>
          </p:cNvPr>
          <p:cNvSpPr/>
          <p:nvPr/>
        </p:nvSpPr>
        <p:spPr>
          <a:xfrm>
            <a:off x="6635681" y="1992607"/>
            <a:ext cx="169292" cy="32721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E8762DE8-A89C-261E-5124-B18285F80293}"/>
              </a:ext>
            </a:extLst>
          </p:cNvPr>
          <p:cNvCxnSpPr>
            <a:cxnSpLocks/>
          </p:cNvCxnSpPr>
          <p:nvPr/>
        </p:nvCxnSpPr>
        <p:spPr>
          <a:xfrm flipV="1">
            <a:off x="6821484" y="2514190"/>
            <a:ext cx="439672" cy="79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7C9F86B8-D306-4C4D-01B0-70EBCA0B2240}"/>
              </a:ext>
            </a:extLst>
          </p:cNvPr>
          <p:cNvCxnSpPr>
            <a:cxnSpLocks/>
          </p:cNvCxnSpPr>
          <p:nvPr/>
        </p:nvCxnSpPr>
        <p:spPr>
          <a:xfrm flipH="1">
            <a:off x="6541076" y="2590390"/>
            <a:ext cx="280408" cy="4974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8D8E35BB-0651-8087-797B-3D1568E5A784}"/>
              </a:ext>
            </a:extLst>
          </p:cNvPr>
          <p:cNvCxnSpPr>
            <a:cxnSpLocks/>
          </p:cNvCxnSpPr>
          <p:nvPr/>
        </p:nvCxnSpPr>
        <p:spPr>
          <a:xfrm>
            <a:off x="6109028" y="2703589"/>
            <a:ext cx="432048" cy="3842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428B30A-2394-7FC6-E062-3EA37D26BCC7}"/>
              </a:ext>
            </a:extLst>
          </p:cNvPr>
          <p:cNvCxnSpPr>
            <a:cxnSpLocks/>
          </p:cNvCxnSpPr>
          <p:nvPr/>
        </p:nvCxnSpPr>
        <p:spPr>
          <a:xfrm>
            <a:off x="7264570" y="2514190"/>
            <a:ext cx="68594" cy="8857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01062E67-DBB7-A6EE-66EA-5D8CFAD395B9}"/>
              </a:ext>
            </a:extLst>
          </p:cNvPr>
          <p:cNvCxnSpPr>
            <a:cxnSpLocks/>
          </p:cNvCxnSpPr>
          <p:nvPr/>
        </p:nvCxnSpPr>
        <p:spPr>
          <a:xfrm flipV="1">
            <a:off x="6818070" y="3399944"/>
            <a:ext cx="515094" cy="1854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499FFCD-B2C0-F9EF-59CA-4556CBE0A3BD}"/>
              </a:ext>
            </a:extLst>
          </p:cNvPr>
          <p:cNvCxnSpPr>
            <a:cxnSpLocks/>
          </p:cNvCxnSpPr>
          <p:nvPr/>
        </p:nvCxnSpPr>
        <p:spPr>
          <a:xfrm flipH="1">
            <a:off x="6681280" y="2590389"/>
            <a:ext cx="136790" cy="8770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518E562-A361-FC7B-7EE9-5DC9D868A7B4}"/>
              </a:ext>
            </a:extLst>
          </p:cNvPr>
          <p:cNvCxnSpPr>
            <a:cxnSpLocks/>
          </p:cNvCxnSpPr>
          <p:nvPr/>
        </p:nvCxnSpPr>
        <p:spPr>
          <a:xfrm flipH="1">
            <a:off x="6953208" y="2514189"/>
            <a:ext cx="307948" cy="107118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B81A59DD-8BAA-AC9F-3A96-9FB105E48231}"/>
              </a:ext>
            </a:extLst>
          </p:cNvPr>
          <p:cNvCxnSpPr>
            <a:cxnSpLocks/>
          </p:cNvCxnSpPr>
          <p:nvPr/>
        </p:nvCxnSpPr>
        <p:spPr>
          <a:xfrm flipH="1">
            <a:off x="6749675" y="2076803"/>
            <a:ext cx="2170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639D7583-0083-7CFA-31E1-2863FD2D217A}"/>
              </a:ext>
            </a:extLst>
          </p:cNvPr>
          <p:cNvCxnSpPr>
            <a:cxnSpLocks/>
          </p:cNvCxnSpPr>
          <p:nvPr/>
        </p:nvCxnSpPr>
        <p:spPr>
          <a:xfrm flipV="1">
            <a:off x="6681280" y="2076803"/>
            <a:ext cx="68395" cy="1206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B2A09A5-020F-0418-22DE-EC7F93AE7906}"/>
              </a:ext>
            </a:extLst>
          </p:cNvPr>
          <p:cNvCxnSpPr>
            <a:cxnSpLocks/>
          </p:cNvCxnSpPr>
          <p:nvPr/>
        </p:nvCxnSpPr>
        <p:spPr>
          <a:xfrm flipV="1">
            <a:off x="6681280" y="2092898"/>
            <a:ext cx="29192" cy="1018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3AE5393-11EA-B7ED-B520-F50FA62E58D2}"/>
              </a:ext>
            </a:extLst>
          </p:cNvPr>
          <p:cNvCxnSpPr>
            <a:cxnSpLocks/>
          </p:cNvCxnSpPr>
          <p:nvPr/>
        </p:nvCxnSpPr>
        <p:spPr>
          <a:xfrm flipH="1">
            <a:off x="6709568" y="2092898"/>
            <a:ext cx="21700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A07705C4-ABD8-7DD9-F70B-C28EBA874FA7}"/>
              </a:ext>
            </a:extLst>
          </p:cNvPr>
          <p:cNvCxnSpPr>
            <a:cxnSpLocks/>
          </p:cNvCxnSpPr>
          <p:nvPr/>
        </p:nvCxnSpPr>
        <p:spPr>
          <a:xfrm flipH="1">
            <a:off x="6813247" y="2092897"/>
            <a:ext cx="113319" cy="4927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EEDFEB5-727C-56DE-7E27-8FB49B7AFE2F}"/>
              </a:ext>
            </a:extLst>
          </p:cNvPr>
          <p:cNvCxnSpPr>
            <a:cxnSpLocks/>
          </p:cNvCxnSpPr>
          <p:nvPr/>
        </p:nvCxnSpPr>
        <p:spPr>
          <a:xfrm>
            <a:off x="6970336" y="2068347"/>
            <a:ext cx="284761" cy="4458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5DBCBD29-B499-7238-2B92-9A1843F3B20A}"/>
              </a:ext>
            </a:extLst>
          </p:cNvPr>
          <p:cNvCxnSpPr>
            <a:cxnSpLocks/>
          </p:cNvCxnSpPr>
          <p:nvPr/>
        </p:nvCxnSpPr>
        <p:spPr>
          <a:xfrm>
            <a:off x="6681280" y="2189932"/>
            <a:ext cx="101192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E0C6A055-36DA-C01B-F8BA-2F274CDB50C6}"/>
              </a:ext>
            </a:extLst>
          </p:cNvPr>
          <p:cNvCxnSpPr>
            <a:cxnSpLocks/>
          </p:cNvCxnSpPr>
          <p:nvPr/>
        </p:nvCxnSpPr>
        <p:spPr>
          <a:xfrm>
            <a:off x="6681280" y="3464770"/>
            <a:ext cx="101192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BFE796DD-5D96-9291-D296-139D8545E868}"/>
              </a:ext>
            </a:extLst>
          </p:cNvPr>
          <p:cNvCxnSpPr>
            <a:cxnSpLocks/>
          </p:cNvCxnSpPr>
          <p:nvPr/>
        </p:nvCxnSpPr>
        <p:spPr>
          <a:xfrm flipV="1">
            <a:off x="6109028" y="2590388"/>
            <a:ext cx="712456" cy="115345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178452F5-0EBF-EF65-85A9-F0BAA008B986}"/>
              </a:ext>
            </a:extLst>
          </p:cNvPr>
          <p:cNvCxnSpPr>
            <a:cxnSpLocks/>
          </p:cNvCxnSpPr>
          <p:nvPr/>
        </p:nvCxnSpPr>
        <p:spPr>
          <a:xfrm flipV="1">
            <a:off x="7533940" y="2192128"/>
            <a:ext cx="0" cy="1269949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CBCAFA09-3971-8045-66A0-2292C37BB1F4}"/>
              </a:ext>
            </a:extLst>
          </p:cNvPr>
          <p:cNvSpPr txBox="1"/>
          <p:nvPr/>
        </p:nvSpPr>
        <p:spPr>
          <a:xfrm>
            <a:off x="7184155" y="2748644"/>
            <a:ext cx="300082" cy="36933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i="1" dirty="0"/>
              <a:t>d</a:t>
            </a:r>
            <a:endParaRPr kumimoji="1" lang="ja-JP" altLang="en-US" i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FB41335-32E7-CD62-E50B-09DBFA1BA2F0}"/>
              </a:ext>
            </a:extLst>
          </p:cNvPr>
          <p:cNvSpPr txBox="1"/>
          <p:nvPr/>
        </p:nvSpPr>
        <p:spPr>
          <a:xfrm>
            <a:off x="6306978" y="2206983"/>
            <a:ext cx="287258" cy="36933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i="1" dirty="0"/>
              <a:t>c</a:t>
            </a:r>
            <a:endParaRPr kumimoji="1" lang="ja-JP" altLang="en-US" i="1" dirty="0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BAFF97E9-7EBB-D876-8681-B31592F22075}"/>
              </a:ext>
            </a:extLst>
          </p:cNvPr>
          <p:cNvCxnSpPr>
            <a:cxnSpLocks/>
          </p:cNvCxnSpPr>
          <p:nvPr/>
        </p:nvCxnSpPr>
        <p:spPr>
          <a:xfrm>
            <a:off x="5905163" y="1632883"/>
            <a:ext cx="0" cy="36004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BBF8839-B595-10B2-FB2C-CE52028ADAFC}"/>
              </a:ext>
            </a:extLst>
          </p:cNvPr>
          <p:cNvCxnSpPr>
            <a:cxnSpLocks/>
          </p:cNvCxnSpPr>
          <p:nvPr/>
        </p:nvCxnSpPr>
        <p:spPr>
          <a:xfrm>
            <a:off x="5905163" y="1632883"/>
            <a:ext cx="35770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8C15F7C-FD23-C2D2-ECBF-9D6DD3706F88}"/>
              </a:ext>
            </a:extLst>
          </p:cNvPr>
          <p:cNvSpPr txBox="1"/>
          <p:nvPr/>
        </p:nvSpPr>
        <p:spPr>
          <a:xfrm>
            <a:off x="5905162" y="179992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X</a:t>
            </a:r>
            <a:endParaRPr kumimoji="1" lang="ja-JP" altLang="en-US" i="1" dirty="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6E427FD-E3D7-84A8-1D8E-03EC80E0E1F5}"/>
              </a:ext>
            </a:extLst>
          </p:cNvPr>
          <p:cNvSpPr txBox="1"/>
          <p:nvPr/>
        </p:nvSpPr>
        <p:spPr>
          <a:xfrm>
            <a:off x="6136022" y="162879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Y</a:t>
            </a:r>
            <a:endParaRPr kumimoji="1" lang="ja-JP" altLang="en-US" i="1" dirty="0"/>
          </a:p>
        </p:txBody>
      </p:sp>
      <p:pic>
        <p:nvPicPr>
          <p:cNvPr id="64" name="図 63" descr="人, 屋内, 男, テレビ が含まれている画像&#10;&#10;自動的に生成された説明">
            <a:extLst>
              <a:ext uri="{FF2B5EF4-FFF2-40B4-BE49-F238E27FC236}">
                <a16:creationId xmlns:a16="http://schemas.microsoft.com/office/drawing/2014/main" id="{445EC49C-F14D-66D2-22D6-88B7FB5CD7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1" r="3800"/>
          <a:stretch/>
        </p:blipFill>
        <p:spPr>
          <a:xfrm rot="5400000">
            <a:off x="8054337" y="1669956"/>
            <a:ext cx="1939163" cy="1923800"/>
          </a:xfrm>
          <a:prstGeom prst="rect">
            <a:avLst/>
          </a:prstGeom>
        </p:spPr>
      </p:pic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2D27E5C-E9F3-E4CE-CB7E-1BCF984F8949}"/>
              </a:ext>
            </a:extLst>
          </p:cNvPr>
          <p:cNvCxnSpPr>
            <a:cxnSpLocks/>
          </p:cNvCxnSpPr>
          <p:nvPr/>
        </p:nvCxnSpPr>
        <p:spPr>
          <a:xfrm flipH="1">
            <a:off x="8062018" y="3271993"/>
            <a:ext cx="771967" cy="2488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7B16B908-2A47-CD74-7DC4-2EEC4C9C1093}"/>
              </a:ext>
            </a:extLst>
          </p:cNvPr>
          <p:cNvCxnSpPr>
            <a:cxnSpLocks/>
          </p:cNvCxnSpPr>
          <p:nvPr/>
        </p:nvCxnSpPr>
        <p:spPr>
          <a:xfrm flipH="1">
            <a:off x="8833985" y="3152766"/>
            <a:ext cx="839847" cy="120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7782C5A4-60C1-6620-736C-FA71E9F61216}"/>
              </a:ext>
            </a:extLst>
          </p:cNvPr>
          <p:cNvCxnSpPr>
            <a:cxnSpLocks/>
          </p:cNvCxnSpPr>
          <p:nvPr/>
        </p:nvCxnSpPr>
        <p:spPr>
          <a:xfrm flipH="1">
            <a:off x="8809736" y="3007946"/>
            <a:ext cx="648072" cy="728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DCB75E83-ACA2-3F22-66ED-87E10F5E86B5}"/>
              </a:ext>
            </a:extLst>
          </p:cNvPr>
          <p:cNvCxnSpPr>
            <a:cxnSpLocks/>
          </p:cNvCxnSpPr>
          <p:nvPr/>
        </p:nvCxnSpPr>
        <p:spPr>
          <a:xfrm>
            <a:off x="9457808" y="3007946"/>
            <a:ext cx="212802" cy="1414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554719B2-BA0C-8601-2BA0-7BE7E3787B37}"/>
              </a:ext>
            </a:extLst>
          </p:cNvPr>
          <p:cNvCxnSpPr>
            <a:cxnSpLocks/>
          </p:cNvCxnSpPr>
          <p:nvPr/>
        </p:nvCxnSpPr>
        <p:spPr>
          <a:xfrm flipH="1">
            <a:off x="9457063" y="2335889"/>
            <a:ext cx="97446" cy="6687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717BF564-6EA6-792F-2BD4-36A6EFBC35F7}"/>
              </a:ext>
            </a:extLst>
          </p:cNvPr>
          <p:cNvCxnSpPr>
            <a:cxnSpLocks/>
          </p:cNvCxnSpPr>
          <p:nvPr/>
        </p:nvCxnSpPr>
        <p:spPr>
          <a:xfrm flipV="1">
            <a:off x="9546646" y="2270205"/>
            <a:ext cx="343210" cy="615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F7268634-FC47-AA32-BA74-6610A23B6570}"/>
              </a:ext>
            </a:extLst>
          </p:cNvPr>
          <p:cNvCxnSpPr>
            <a:cxnSpLocks/>
          </p:cNvCxnSpPr>
          <p:nvPr/>
        </p:nvCxnSpPr>
        <p:spPr>
          <a:xfrm flipH="1">
            <a:off x="9670610" y="2262031"/>
            <a:ext cx="218505" cy="8874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4E92F33B-7C24-971C-AEF0-5451A6719E0C}"/>
              </a:ext>
            </a:extLst>
          </p:cNvPr>
          <p:cNvCxnSpPr>
            <a:cxnSpLocks/>
          </p:cNvCxnSpPr>
          <p:nvPr/>
        </p:nvCxnSpPr>
        <p:spPr>
          <a:xfrm flipH="1">
            <a:off x="8121921" y="3082536"/>
            <a:ext cx="687815" cy="1894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BE1A1ACE-E10F-A003-3254-BC952136A822}"/>
              </a:ext>
            </a:extLst>
          </p:cNvPr>
          <p:cNvSpPr/>
          <p:nvPr/>
        </p:nvSpPr>
        <p:spPr>
          <a:xfrm>
            <a:off x="9406003" y="1895588"/>
            <a:ext cx="169292" cy="32721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2C7931F5-3C47-67BF-7E55-61BCDFCEE8CE}"/>
              </a:ext>
            </a:extLst>
          </p:cNvPr>
          <p:cNvCxnSpPr>
            <a:cxnSpLocks/>
          </p:cNvCxnSpPr>
          <p:nvPr/>
        </p:nvCxnSpPr>
        <p:spPr>
          <a:xfrm flipH="1">
            <a:off x="9510250" y="1933658"/>
            <a:ext cx="208001" cy="503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F8B4D154-AF72-77CE-91C6-C4E9C35EFAB0}"/>
              </a:ext>
            </a:extLst>
          </p:cNvPr>
          <p:cNvCxnSpPr>
            <a:cxnSpLocks/>
          </p:cNvCxnSpPr>
          <p:nvPr/>
        </p:nvCxnSpPr>
        <p:spPr>
          <a:xfrm flipV="1">
            <a:off x="9461945" y="1985904"/>
            <a:ext cx="47978" cy="926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1F90D02C-7483-D7E8-A5A8-F14D96054D03}"/>
              </a:ext>
            </a:extLst>
          </p:cNvPr>
          <p:cNvCxnSpPr>
            <a:cxnSpLocks/>
          </p:cNvCxnSpPr>
          <p:nvPr/>
        </p:nvCxnSpPr>
        <p:spPr>
          <a:xfrm flipV="1">
            <a:off x="9461945" y="2001267"/>
            <a:ext cx="24169" cy="751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B5242442-BAA7-2ABA-43EA-EC730ABC94BD}"/>
              </a:ext>
            </a:extLst>
          </p:cNvPr>
          <p:cNvCxnSpPr>
            <a:cxnSpLocks/>
          </p:cNvCxnSpPr>
          <p:nvPr/>
        </p:nvCxnSpPr>
        <p:spPr>
          <a:xfrm flipH="1">
            <a:off x="9476738" y="1972605"/>
            <a:ext cx="197094" cy="321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67D1D882-0811-EFBC-263B-474D2BE87D51}"/>
              </a:ext>
            </a:extLst>
          </p:cNvPr>
          <p:cNvCxnSpPr>
            <a:cxnSpLocks/>
          </p:cNvCxnSpPr>
          <p:nvPr/>
        </p:nvCxnSpPr>
        <p:spPr>
          <a:xfrm flipH="1" flipV="1">
            <a:off x="9718251" y="1937262"/>
            <a:ext cx="171605" cy="3288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A201233F-7703-2BBC-6CEC-9951896C32F6}"/>
              </a:ext>
            </a:extLst>
          </p:cNvPr>
          <p:cNvCxnSpPr>
            <a:cxnSpLocks/>
          </p:cNvCxnSpPr>
          <p:nvPr/>
        </p:nvCxnSpPr>
        <p:spPr>
          <a:xfrm flipV="1">
            <a:off x="9546646" y="1972166"/>
            <a:ext cx="123223" cy="3593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A176394B-7759-1CB7-63BF-6F1428E2E431}"/>
              </a:ext>
            </a:extLst>
          </p:cNvPr>
          <p:cNvCxnSpPr>
            <a:cxnSpLocks/>
          </p:cNvCxnSpPr>
          <p:nvPr/>
        </p:nvCxnSpPr>
        <p:spPr>
          <a:xfrm flipV="1">
            <a:off x="8062018" y="3149445"/>
            <a:ext cx="1608592" cy="37139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EDB8A3BB-2405-A396-D5BC-556008EDCF32}"/>
              </a:ext>
            </a:extLst>
          </p:cNvPr>
          <p:cNvSpPr txBox="1"/>
          <p:nvPr/>
        </p:nvSpPr>
        <p:spPr>
          <a:xfrm>
            <a:off x="9488562" y="3221453"/>
            <a:ext cx="287258" cy="369332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i="1" dirty="0"/>
              <a:t>e</a:t>
            </a:r>
            <a:endParaRPr kumimoji="1" lang="ja-JP" altLang="en-US" i="1" dirty="0"/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AC6082BA-FF0E-5414-5C69-20FFEC78137F}"/>
              </a:ext>
            </a:extLst>
          </p:cNvPr>
          <p:cNvCxnSpPr>
            <a:cxnSpLocks/>
          </p:cNvCxnSpPr>
          <p:nvPr/>
        </p:nvCxnSpPr>
        <p:spPr>
          <a:xfrm>
            <a:off x="9674098" y="3157939"/>
            <a:ext cx="35977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8984FFC8-90E3-9525-4984-2DB7A846A331}"/>
              </a:ext>
            </a:extLst>
          </p:cNvPr>
          <p:cNvCxnSpPr>
            <a:cxnSpLocks/>
          </p:cNvCxnSpPr>
          <p:nvPr/>
        </p:nvCxnSpPr>
        <p:spPr>
          <a:xfrm>
            <a:off x="9889115" y="2270205"/>
            <a:ext cx="144757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5DACF6F9-5DEA-F7E5-0F4B-819EF9F26A6B}"/>
              </a:ext>
            </a:extLst>
          </p:cNvPr>
          <p:cNvCxnSpPr>
            <a:cxnSpLocks/>
          </p:cNvCxnSpPr>
          <p:nvPr/>
        </p:nvCxnSpPr>
        <p:spPr>
          <a:xfrm flipV="1">
            <a:off x="9961864" y="2271911"/>
            <a:ext cx="0" cy="877534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1699401-E435-CE87-6FF0-7C6052263FD4}"/>
              </a:ext>
            </a:extLst>
          </p:cNvPr>
          <p:cNvSpPr txBox="1"/>
          <p:nvPr/>
        </p:nvSpPr>
        <p:spPr>
          <a:xfrm>
            <a:off x="9601824" y="2548654"/>
            <a:ext cx="300082" cy="369332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i="1" dirty="0"/>
              <a:t>d</a:t>
            </a:r>
            <a:endParaRPr kumimoji="1" lang="ja-JP" altLang="en-US" i="1" dirty="0"/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B9A26E55-37F5-252A-BF00-53343D779F03}"/>
              </a:ext>
            </a:extLst>
          </p:cNvPr>
          <p:cNvCxnSpPr>
            <a:cxnSpLocks/>
          </p:cNvCxnSpPr>
          <p:nvPr/>
        </p:nvCxnSpPr>
        <p:spPr>
          <a:xfrm>
            <a:off x="8070573" y="1648948"/>
            <a:ext cx="0" cy="36004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DF00DE0D-BA3A-A0BB-3BB1-595A3C675B09}"/>
              </a:ext>
            </a:extLst>
          </p:cNvPr>
          <p:cNvCxnSpPr>
            <a:cxnSpLocks/>
          </p:cNvCxnSpPr>
          <p:nvPr/>
        </p:nvCxnSpPr>
        <p:spPr>
          <a:xfrm>
            <a:off x="8070573" y="1648948"/>
            <a:ext cx="35770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AD8FF2D1-750C-83E5-C72C-2B12CE9F0255}"/>
              </a:ext>
            </a:extLst>
          </p:cNvPr>
          <p:cNvSpPr txBox="1"/>
          <p:nvPr/>
        </p:nvSpPr>
        <p:spPr>
          <a:xfrm>
            <a:off x="8070572" y="181599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X</a:t>
            </a:r>
            <a:endParaRPr kumimoji="1" lang="ja-JP" altLang="en-US" i="1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07D5065C-A5A1-A6DC-AF36-797123A68217}"/>
              </a:ext>
            </a:extLst>
          </p:cNvPr>
          <p:cNvSpPr txBox="1"/>
          <p:nvPr/>
        </p:nvSpPr>
        <p:spPr>
          <a:xfrm>
            <a:off x="8301432" y="164486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i="1" dirty="0"/>
              <a:t>Y</a:t>
            </a:r>
            <a:endParaRPr kumimoji="1" lang="ja-JP" altLang="en-US" i="1" dirty="0"/>
          </a:p>
        </p:txBody>
      </p:sp>
      <p:graphicFrame>
        <p:nvGraphicFramePr>
          <p:cNvPr id="90" name="オブジェクト 89">
            <a:extLst>
              <a:ext uri="{FF2B5EF4-FFF2-40B4-BE49-F238E27FC236}">
                <a16:creationId xmlns:a16="http://schemas.microsoft.com/office/drawing/2014/main" id="{69279832-25C4-3121-60B8-C876105FB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644709"/>
              </p:ext>
            </p:extLst>
          </p:nvPr>
        </p:nvGraphicFramePr>
        <p:xfrm>
          <a:off x="1184671" y="3549650"/>
          <a:ext cx="1879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571320" progId="Equation.DSMT4">
                  <p:embed/>
                </p:oleObj>
              </mc:Choice>
              <mc:Fallback>
                <p:oleObj name="Equation" r:id="rId6" imgW="1879560" imgH="571320" progId="Equation.DSMT4">
                  <p:embed/>
                  <p:pic>
                    <p:nvPicPr>
                      <p:cNvPr id="90" name="オブジェクト 89">
                        <a:extLst>
                          <a:ext uri="{FF2B5EF4-FFF2-40B4-BE49-F238E27FC236}">
                            <a16:creationId xmlns:a16="http://schemas.microsoft.com/office/drawing/2014/main" id="{69279832-25C4-3121-60B8-C876105FB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4671" y="3549650"/>
                        <a:ext cx="18796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オブジェクト 90">
            <a:extLst>
              <a:ext uri="{FF2B5EF4-FFF2-40B4-BE49-F238E27FC236}">
                <a16:creationId xmlns:a16="http://schemas.microsoft.com/office/drawing/2014/main" id="{35DFD13B-E63E-173C-1E14-C5DF811F2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32326"/>
              </p:ext>
            </p:extLst>
          </p:nvPr>
        </p:nvGraphicFramePr>
        <p:xfrm>
          <a:off x="3666539" y="3638550"/>
          <a:ext cx="182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393480" progId="Equation.DSMT4">
                  <p:embed/>
                </p:oleObj>
              </mc:Choice>
              <mc:Fallback>
                <p:oleObj name="Equation" r:id="rId8" imgW="1828800" imgH="393480" progId="Equation.DSMT4">
                  <p:embed/>
                  <p:pic>
                    <p:nvPicPr>
                      <p:cNvPr id="91" name="オブジェクト 90">
                        <a:extLst>
                          <a:ext uri="{FF2B5EF4-FFF2-40B4-BE49-F238E27FC236}">
                            <a16:creationId xmlns:a16="http://schemas.microsoft.com/office/drawing/2014/main" id="{35DFD13B-E63E-173C-1E14-C5DF811F22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66539" y="3638550"/>
                        <a:ext cx="1828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オブジェクト 91">
            <a:extLst>
              <a:ext uri="{FF2B5EF4-FFF2-40B4-BE49-F238E27FC236}">
                <a16:creationId xmlns:a16="http://schemas.microsoft.com/office/drawing/2014/main" id="{098932A5-DB44-6DE6-BADC-197F593AE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59524"/>
              </p:ext>
            </p:extLst>
          </p:nvPr>
        </p:nvGraphicFramePr>
        <p:xfrm>
          <a:off x="5885854" y="3549650"/>
          <a:ext cx="1892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160" imgH="571320" progId="Equation.DSMT4">
                  <p:embed/>
                </p:oleObj>
              </mc:Choice>
              <mc:Fallback>
                <p:oleObj name="Equation" r:id="rId10" imgW="1892160" imgH="571320" progId="Equation.DSMT4">
                  <p:embed/>
                  <p:pic>
                    <p:nvPicPr>
                      <p:cNvPr id="92" name="オブジェクト 91">
                        <a:extLst>
                          <a:ext uri="{FF2B5EF4-FFF2-40B4-BE49-F238E27FC236}">
                            <a16:creationId xmlns:a16="http://schemas.microsoft.com/office/drawing/2014/main" id="{098932A5-DB44-6DE6-BADC-197F593AE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85854" y="3549650"/>
                        <a:ext cx="18923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オブジェクト 92">
            <a:extLst>
              <a:ext uri="{FF2B5EF4-FFF2-40B4-BE49-F238E27FC236}">
                <a16:creationId xmlns:a16="http://schemas.microsoft.com/office/drawing/2014/main" id="{14885F33-409F-9C96-86CC-3BC888B1E2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391289"/>
              </p:ext>
            </p:extLst>
          </p:nvPr>
        </p:nvGraphicFramePr>
        <p:xfrm>
          <a:off x="8060073" y="3549650"/>
          <a:ext cx="1892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2160" imgH="571320" progId="Equation.DSMT4">
                  <p:embed/>
                </p:oleObj>
              </mc:Choice>
              <mc:Fallback>
                <p:oleObj name="Equation" r:id="rId12" imgW="1892160" imgH="571320" progId="Equation.DSMT4">
                  <p:embed/>
                  <p:pic>
                    <p:nvPicPr>
                      <p:cNvPr id="93" name="オブジェクト 92">
                        <a:extLst>
                          <a:ext uri="{FF2B5EF4-FFF2-40B4-BE49-F238E27FC236}">
                            <a16:creationId xmlns:a16="http://schemas.microsoft.com/office/drawing/2014/main" id="{14885F33-409F-9C96-86CC-3BC888B1E2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60073" y="3549650"/>
                        <a:ext cx="18923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5" name="図 94">
            <a:extLst>
              <a:ext uri="{FF2B5EF4-FFF2-40B4-BE49-F238E27FC236}">
                <a16:creationId xmlns:a16="http://schemas.microsoft.com/office/drawing/2014/main" id="{CF99086F-4806-83F1-CBC3-73F54001E6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0976" y="4592109"/>
            <a:ext cx="1476581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897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CF2666-BB60-97D8-7CA5-76A8E977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　事前処理　物体特徴量　システム図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D90CF1-65AA-7B30-0B56-339E1E92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67</a:t>
            </a:fld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3DB78B-26FD-D9BA-94DE-32A34E8E159F}"/>
              </a:ext>
            </a:extLst>
          </p:cNvPr>
          <p:cNvSpPr txBox="1"/>
          <p:nvPr/>
        </p:nvSpPr>
        <p:spPr>
          <a:xfrm>
            <a:off x="1209433" y="1960523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Segmented RGB image</a:t>
            </a:r>
            <a:endParaRPr kumimoji="1" lang="ja-JP" altLang="en-US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92ECE55-4954-AE9D-0225-672572105B3A}"/>
              </a:ext>
            </a:extLst>
          </p:cNvPr>
          <p:cNvCxnSpPr>
            <a:cxnSpLocks/>
          </p:cNvCxnSpPr>
          <p:nvPr/>
        </p:nvCxnSpPr>
        <p:spPr>
          <a:xfrm flipH="1">
            <a:off x="1180619" y="1946380"/>
            <a:ext cx="262555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200B6260-A966-E8AC-CB95-9D6DEFB081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683216"/>
              </p:ext>
            </p:extLst>
          </p:nvPr>
        </p:nvGraphicFramePr>
        <p:xfrm>
          <a:off x="2577709" y="2248555"/>
          <a:ext cx="215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330120" progId="Equation.DSMT4">
                  <p:embed/>
                </p:oleObj>
              </mc:Choice>
              <mc:Fallback>
                <p:oleObj name="Equation" r:id="rId2" imgW="215640" imgH="33012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200B6260-A966-E8AC-CB95-9D6DEFB081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7709" y="2248555"/>
                        <a:ext cx="215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6A76C09-1041-EA0F-CE76-503EF5E840D8}"/>
              </a:ext>
            </a:extLst>
          </p:cNvPr>
          <p:cNvSpPr/>
          <p:nvPr/>
        </p:nvSpPr>
        <p:spPr>
          <a:xfrm>
            <a:off x="3806172" y="1124744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BLIP-2 VQA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38053DE-A163-60A5-0231-2CCB6FB81E24}"/>
              </a:ext>
            </a:extLst>
          </p:cNvPr>
          <p:cNvSpPr/>
          <p:nvPr/>
        </p:nvSpPr>
        <p:spPr>
          <a:xfrm>
            <a:off x="3806172" y="2901383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BLIP-2 VQA</a:t>
            </a:r>
            <a:endParaRPr kumimoji="1" lang="ja-JP" alt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C648729-C41A-DC1B-BE03-EEC939F690FE}"/>
              </a:ext>
            </a:extLst>
          </p:cNvPr>
          <p:cNvCxnSpPr>
            <a:cxnSpLocks/>
          </p:cNvCxnSpPr>
          <p:nvPr/>
        </p:nvCxnSpPr>
        <p:spPr>
          <a:xfrm flipV="1">
            <a:off x="3365567" y="1946380"/>
            <a:ext cx="0" cy="12430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9426038-539C-1E17-182E-0B60EAEA0BB6}"/>
              </a:ext>
            </a:extLst>
          </p:cNvPr>
          <p:cNvCxnSpPr>
            <a:cxnSpLocks/>
          </p:cNvCxnSpPr>
          <p:nvPr/>
        </p:nvCxnSpPr>
        <p:spPr>
          <a:xfrm flipH="1" flipV="1">
            <a:off x="3365567" y="3189415"/>
            <a:ext cx="440605" cy="7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CBCFCC78-C483-4180-A2A4-1D3A38F2400C}"/>
              </a:ext>
            </a:extLst>
          </p:cNvPr>
          <p:cNvSpPr/>
          <p:nvPr/>
        </p:nvSpPr>
        <p:spPr>
          <a:xfrm>
            <a:off x="3325793" y="1909014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E8821D3-4B4B-7762-6575-559873781902}"/>
              </a:ext>
            </a:extLst>
          </p:cNvPr>
          <p:cNvCxnSpPr>
            <a:cxnSpLocks/>
          </p:cNvCxnSpPr>
          <p:nvPr/>
        </p:nvCxnSpPr>
        <p:spPr>
          <a:xfrm flipH="1">
            <a:off x="2577709" y="1447175"/>
            <a:ext cx="122846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0FFB40F-697C-969F-2721-CBF0CB54B175}"/>
              </a:ext>
            </a:extLst>
          </p:cNvPr>
          <p:cNvSpPr txBox="1"/>
          <p:nvPr/>
        </p:nvSpPr>
        <p:spPr>
          <a:xfrm>
            <a:off x="2595321" y="1447175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Question 3</a:t>
            </a:r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5955208-8E9B-FDA6-8E4F-D9026061059C}"/>
              </a:ext>
            </a:extLst>
          </p:cNvPr>
          <p:cNvCxnSpPr>
            <a:cxnSpLocks/>
          </p:cNvCxnSpPr>
          <p:nvPr/>
        </p:nvCxnSpPr>
        <p:spPr>
          <a:xfrm flipH="1">
            <a:off x="2577709" y="3651828"/>
            <a:ext cx="122846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F8BE14-F75F-A94C-F0A7-8C9E7B42ED03}"/>
              </a:ext>
            </a:extLst>
          </p:cNvPr>
          <p:cNvSpPr txBox="1"/>
          <p:nvPr/>
        </p:nvSpPr>
        <p:spPr>
          <a:xfrm>
            <a:off x="2595321" y="365182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Question 4</a:t>
            </a:r>
            <a:endParaRPr kumimoji="1" lang="ja-JP" altLang="en-US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C6D9DE5-6F80-7422-2E42-3D2713D09797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5094736" y="1663104"/>
            <a:ext cx="144698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DA9D464-E396-726E-F841-0AD7D49A7449}"/>
              </a:ext>
            </a:extLst>
          </p:cNvPr>
          <p:cNvSpPr txBox="1"/>
          <p:nvPr/>
        </p:nvSpPr>
        <p:spPr>
          <a:xfrm>
            <a:off x="5050639" y="1663103"/>
            <a:ext cx="152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Answer (Text)</a:t>
            </a:r>
            <a:endParaRPr kumimoji="1" lang="ja-JP" altLang="en-US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7DC4427-0F5F-AC7A-8553-EB32DEE0DA37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5094736" y="3439742"/>
            <a:ext cx="1446984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2165FD-BDCB-6F12-FF00-46A81C3B5B08}"/>
              </a:ext>
            </a:extLst>
          </p:cNvPr>
          <p:cNvSpPr txBox="1"/>
          <p:nvPr/>
        </p:nvSpPr>
        <p:spPr>
          <a:xfrm>
            <a:off x="5050639" y="3442080"/>
            <a:ext cx="152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Answer (Text)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A2B3B65-F8BF-D39C-B9ED-EFEFFED99AE8}"/>
              </a:ext>
            </a:extLst>
          </p:cNvPr>
          <p:cNvSpPr/>
          <p:nvPr/>
        </p:nvSpPr>
        <p:spPr>
          <a:xfrm>
            <a:off x="6528048" y="1124744"/>
            <a:ext cx="144698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Binary encoding</a:t>
            </a:r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7429349-61C0-C7ED-BC57-B137FF54DB20}"/>
              </a:ext>
            </a:extLst>
          </p:cNvPr>
          <p:cNvSpPr/>
          <p:nvPr/>
        </p:nvSpPr>
        <p:spPr>
          <a:xfrm>
            <a:off x="6528048" y="2901383"/>
            <a:ext cx="144698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Binary encoding</a:t>
            </a:r>
            <a:endParaRPr kumimoji="1" lang="ja-JP" altLang="en-US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01077DA-4AE7-0956-C858-D674F6EB51A0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7975032" y="1663104"/>
            <a:ext cx="2153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4FD7BBA-A5E9-BE1C-20FE-E0818A39E950}"/>
              </a:ext>
            </a:extLst>
          </p:cNvPr>
          <p:cNvSpPr txBox="1"/>
          <p:nvPr/>
        </p:nvSpPr>
        <p:spPr>
          <a:xfrm>
            <a:off x="7974238" y="1663103"/>
            <a:ext cx="189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Feature value        </a:t>
            </a:r>
          </a:p>
          <a:p>
            <a:pPr algn="ctr"/>
            <a:r>
              <a:rPr kumimoji="1" lang="en-US" altLang="ja-JP" dirty="0"/>
              <a:t> (Binary)</a:t>
            </a:r>
            <a:endParaRPr kumimoji="1" lang="ja-JP" altLang="en-US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43BB542-F682-9B0D-A480-4B3E94F8CA33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7975032" y="3439743"/>
            <a:ext cx="2153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オブジェクト 24">
            <a:extLst>
              <a:ext uri="{FF2B5EF4-FFF2-40B4-BE49-F238E27FC236}">
                <a16:creationId xmlns:a16="http://schemas.microsoft.com/office/drawing/2014/main" id="{A21E356C-0241-4CDE-7550-B7DD230E4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481973"/>
              </p:ext>
            </p:extLst>
          </p:nvPr>
        </p:nvGraphicFramePr>
        <p:xfrm>
          <a:off x="9378950" y="1695450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355320" progId="Equation.DSMT4">
                  <p:embed/>
                </p:oleObj>
              </mc:Choice>
              <mc:Fallback>
                <p:oleObj name="Equation" r:id="rId4" imgW="622080" imgH="355320" progId="Equation.DSMT4">
                  <p:embed/>
                  <p:pic>
                    <p:nvPicPr>
                      <p:cNvPr id="25" name="オブジェクト 24">
                        <a:extLst>
                          <a:ext uri="{FF2B5EF4-FFF2-40B4-BE49-F238E27FC236}">
                            <a16:creationId xmlns:a16="http://schemas.microsoft.com/office/drawing/2014/main" id="{A21E356C-0241-4CDE-7550-B7DD230E4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78950" y="1695450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48F5AC4-C391-6268-C6CB-E579B8AEB0DE}"/>
              </a:ext>
            </a:extLst>
          </p:cNvPr>
          <p:cNvSpPr txBox="1"/>
          <p:nvPr/>
        </p:nvSpPr>
        <p:spPr>
          <a:xfrm>
            <a:off x="7974238" y="3439742"/>
            <a:ext cx="189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Feature value        </a:t>
            </a:r>
          </a:p>
          <a:p>
            <a:pPr algn="ctr"/>
            <a:r>
              <a:rPr kumimoji="1" lang="en-US" altLang="ja-JP" dirty="0"/>
              <a:t> (Binary)</a:t>
            </a:r>
            <a:endParaRPr kumimoji="1" lang="ja-JP" altLang="en-US" dirty="0"/>
          </a:p>
        </p:txBody>
      </p:sp>
      <p:graphicFrame>
        <p:nvGraphicFramePr>
          <p:cNvPr id="27" name="オブジェクト 26">
            <a:extLst>
              <a:ext uri="{FF2B5EF4-FFF2-40B4-BE49-F238E27FC236}">
                <a16:creationId xmlns:a16="http://schemas.microsoft.com/office/drawing/2014/main" id="{6A0B0550-7294-BF2D-D39F-932776B9FE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565540"/>
              </p:ext>
            </p:extLst>
          </p:nvPr>
        </p:nvGraphicFramePr>
        <p:xfrm>
          <a:off x="9378950" y="3470275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355320" progId="Equation.DSMT4">
                  <p:embed/>
                </p:oleObj>
              </mc:Choice>
              <mc:Fallback>
                <p:oleObj name="Equation" r:id="rId6" imgW="622080" imgH="355320" progId="Equation.DSMT4">
                  <p:embed/>
                  <p:pic>
                    <p:nvPicPr>
                      <p:cNvPr id="27" name="オブジェクト 26">
                        <a:extLst>
                          <a:ext uri="{FF2B5EF4-FFF2-40B4-BE49-F238E27FC236}">
                            <a16:creationId xmlns:a16="http://schemas.microsoft.com/office/drawing/2014/main" id="{6A0B0550-7294-BF2D-D39F-932776B9FE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78950" y="3470275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3BDAB98-21FC-144E-7B58-80413FE64DB4}"/>
              </a:ext>
            </a:extLst>
          </p:cNvPr>
          <p:cNvSpPr/>
          <p:nvPr/>
        </p:nvSpPr>
        <p:spPr>
          <a:xfrm>
            <a:off x="3806172" y="5051175"/>
            <a:ext cx="1288564" cy="6709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Find closest handrail</a:t>
            </a:r>
            <a:endParaRPr kumimoji="1" lang="ja-JP" altLang="en-US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AED3C45-BBF4-738D-D9C6-8D306BE337E5}"/>
              </a:ext>
            </a:extLst>
          </p:cNvPr>
          <p:cNvCxnSpPr>
            <a:cxnSpLocks/>
          </p:cNvCxnSpPr>
          <p:nvPr/>
        </p:nvCxnSpPr>
        <p:spPr>
          <a:xfrm flipH="1">
            <a:off x="2577709" y="5557132"/>
            <a:ext cx="1228463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9F0CABD-85ED-7A46-3867-82083A95B896}"/>
              </a:ext>
            </a:extLst>
          </p:cNvPr>
          <p:cNvSpPr txBox="1"/>
          <p:nvPr/>
        </p:nvSpPr>
        <p:spPr>
          <a:xfrm>
            <a:off x="2518380" y="5557132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Facility map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1AF5E1A-DCF0-FC08-93CD-9E6CAAC71EEE}"/>
              </a:ext>
            </a:extLst>
          </p:cNvPr>
          <p:cNvSpPr txBox="1"/>
          <p:nvPr/>
        </p:nvSpPr>
        <p:spPr>
          <a:xfrm>
            <a:off x="1410910" y="4889771"/>
            <a:ext cx="1444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620B2FD1-70FC-EE7B-6666-CF52770243C9}"/>
              </a:ext>
            </a:extLst>
          </p:cNvPr>
          <p:cNvCxnSpPr>
            <a:cxnSpLocks/>
          </p:cNvCxnSpPr>
          <p:nvPr/>
        </p:nvCxnSpPr>
        <p:spPr>
          <a:xfrm flipH="1">
            <a:off x="1180619" y="4924758"/>
            <a:ext cx="5347429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4" name="オブジェクト 33">
            <a:extLst>
              <a:ext uri="{FF2B5EF4-FFF2-40B4-BE49-F238E27FC236}">
                <a16:creationId xmlns:a16="http://schemas.microsoft.com/office/drawing/2014/main" id="{D49E98CE-E7E3-3C10-FA42-50C56E631A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802525"/>
              </p:ext>
            </p:extLst>
          </p:nvPr>
        </p:nvGraphicFramePr>
        <p:xfrm>
          <a:off x="2489920" y="5202312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330120" progId="Equation.DSMT4">
                  <p:embed/>
                </p:oleObj>
              </mc:Choice>
              <mc:Fallback>
                <p:oleObj name="Equation" r:id="rId8" imgW="304560" imgH="330120" progId="Equation.DSMT4">
                  <p:embed/>
                  <p:pic>
                    <p:nvPicPr>
                      <p:cNvPr id="34" name="オブジェクト 33">
                        <a:extLst>
                          <a:ext uri="{FF2B5EF4-FFF2-40B4-BE49-F238E27FC236}">
                            <a16:creationId xmlns:a16="http://schemas.microsoft.com/office/drawing/2014/main" id="{D49E98CE-E7E3-3C10-FA42-50C56E631A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89920" y="5202312"/>
                        <a:ext cx="304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87BC129-7326-035A-744B-92DEAA695F34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7974238" y="5183771"/>
            <a:ext cx="2153416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F0D7389-FD3A-8C2B-1D27-43F668040AEA}"/>
              </a:ext>
            </a:extLst>
          </p:cNvPr>
          <p:cNvSpPr txBox="1"/>
          <p:nvPr/>
        </p:nvSpPr>
        <p:spPr>
          <a:xfrm>
            <a:off x="7974238" y="5202312"/>
            <a:ext cx="244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Feature value	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(Normalized distance)</a:t>
            </a:r>
            <a:endParaRPr kumimoji="1" lang="ja-JP" altLang="en-US" dirty="0"/>
          </a:p>
        </p:txBody>
      </p:sp>
      <p:graphicFrame>
        <p:nvGraphicFramePr>
          <p:cNvPr id="38" name="オブジェクト 37">
            <a:extLst>
              <a:ext uri="{FF2B5EF4-FFF2-40B4-BE49-F238E27FC236}">
                <a16:creationId xmlns:a16="http://schemas.microsoft.com/office/drawing/2014/main" id="{D29EF4F2-4D23-20DE-EFAD-7CA7B91C4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92836"/>
              </p:ext>
            </p:extLst>
          </p:nvPr>
        </p:nvGraphicFramePr>
        <p:xfrm>
          <a:off x="9378950" y="5209598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355320" progId="Equation.DSMT4">
                  <p:embed/>
                </p:oleObj>
              </mc:Choice>
              <mc:Fallback>
                <p:oleObj name="Equation" r:id="rId10" imgW="622080" imgH="355320" progId="Equation.DSMT4">
                  <p:embed/>
                  <p:pic>
                    <p:nvPicPr>
                      <p:cNvPr id="38" name="オブジェクト 37">
                        <a:extLst>
                          <a:ext uri="{FF2B5EF4-FFF2-40B4-BE49-F238E27FC236}">
                            <a16:creationId xmlns:a16="http://schemas.microsoft.com/office/drawing/2014/main" id="{D29EF4F2-4D23-20DE-EFAD-7CA7B91C43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78950" y="5209598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F7CD53F-A24E-2419-877A-D3BB4AA42CFB}"/>
              </a:ext>
            </a:extLst>
          </p:cNvPr>
          <p:cNvSpPr/>
          <p:nvPr/>
        </p:nvSpPr>
        <p:spPr>
          <a:xfrm>
            <a:off x="6541720" y="4645411"/>
            <a:ext cx="1432518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Find closest handrail</a:t>
            </a:r>
            <a:endParaRPr kumimoji="1" lang="ja-JP" altLang="en-US" dirty="0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5D980624-6590-1A94-3AA9-21B99E8F8DBA}"/>
              </a:ext>
            </a:extLst>
          </p:cNvPr>
          <p:cNvCxnSpPr>
            <a:cxnSpLocks/>
          </p:cNvCxnSpPr>
          <p:nvPr/>
        </p:nvCxnSpPr>
        <p:spPr>
          <a:xfrm flipV="1">
            <a:off x="3365567" y="4897765"/>
            <a:ext cx="0" cy="355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FBE908A7-EE54-3C2B-F6F9-36309DABDF56}"/>
              </a:ext>
            </a:extLst>
          </p:cNvPr>
          <p:cNvCxnSpPr>
            <a:cxnSpLocks/>
          </p:cNvCxnSpPr>
          <p:nvPr/>
        </p:nvCxnSpPr>
        <p:spPr>
          <a:xfrm flipH="1" flipV="1">
            <a:off x="3365567" y="5253365"/>
            <a:ext cx="440605" cy="7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CC9FAC6E-3586-8A48-0C69-0B009E04F26A}"/>
              </a:ext>
            </a:extLst>
          </p:cNvPr>
          <p:cNvSpPr/>
          <p:nvPr/>
        </p:nvSpPr>
        <p:spPr>
          <a:xfrm>
            <a:off x="3325793" y="4888622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5E6F7BFB-C9AE-7C8F-E4D3-050DF268D910}"/>
              </a:ext>
            </a:extLst>
          </p:cNvPr>
          <p:cNvCxnSpPr>
            <a:cxnSpLocks/>
          </p:cNvCxnSpPr>
          <p:nvPr/>
        </p:nvCxnSpPr>
        <p:spPr>
          <a:xfrm flipH="1">
            <a:off x="5094736" y="5454966"/>
            <a:ext cx="144698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4F95B6B-E2A1-5D96-F88D-B41EA02C9645}"/>
              </a:ext>
            </a:extLst>
          </p:cNvPr>
          <p:cNvSpPr txBox="1"/>
          <p:nvPr/>
        </p:nvSpPr>
        <p:spPr>
          <a:xfrm>
            <a:off x="5092083" y="5472982"/>
            <a:ext cx="1446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Position of the closest handrail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77596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46C819-C688-D1B1-EFCC-6F708D3D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　事前処理　人員特徴量　システム図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F87844C-4AFB-DE7A-2725-A417937E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68</a:t>
            </a:fld>
            <a:endParaRPr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B47A2E2-81F8-6A15-8D89-29EEAD3566D5}"/>
              </a:ext>
            </a:extLst>
          </p:cNvPr>
          <p:cNvCxnSpPr>
            <a:cxnSpLocks/>
          </p:cNvCxnSpPr>
          <p:nvPr/>
        </p:nvCxnSpPr>
        <p:spPr>
          <a:xfrm flipH="1">
            <a:off x="0" y="2174541"/>
            <a:ext cx="324449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3F5380-AD5F-CE1F-FB7F-0E1AD3E1BE86}"/>
              </a:ext>
            </a:extLst>
          </p:cNvPr>
          <p:cNvSpPr txBox="1"/>
          <p:nvPr/>
        </p:nvSpPr>
        <p:spPr>
          <a:xfrm>
            <a:off x="110726" y="2161169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Position of the patient</a:t>
            </a:r>
            <a:endParaRPr kumimoji="1" lang="ja-JP" altLang="en-US" dirty="0"/>
          </a:p>
        </p:txBody>
      </p:sp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E0AC0C5C-069C-E177-F397-D802F5298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07608"/>
              </p:ext>
            </p:extLst>
          </p:nvPr>
        </p:nvGraphicFramePr>
        <p:xfrm>
          <a:off x="2203436" y="2191381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680" imgH="355320" progId="Equation.DSMT4">
                  <p:embed/>
                </p:oleObj>
              </mc:Choice>
              <mc:Fallback>
                <p:oleObj name="Equation" r:id="rId2" imgW="634680" imgH="355320" progId="Equation.DSMT4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E0AC0C5C-069C-E177-F397-D802F52985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3436" y="2191381"/>
                        <a:ext cx="635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3FD2AC1-9CD6-0C4B-9783-3E2832A29A45}"/>
              </a:ext>
            </a:extLst>
          </p:cNvPr>
          <p:cNvSpPr/>
          <p:nvPr/>
        </p:nvSpPr>
        <p:spPr>
          <a:xfrm>
            <a:off x="3244494" y="1895900"/>
            <a:ext cx="1724402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Calculate relative position vector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6D3E1CB-9F70-C44F-B1C9-08E0ACEE56F5}"/>
              </a:ext>
            </a:extLst>
          </p:cNvPr>
          <p:cNvSpPr/>
          <p:nvPr/>
        </p:nvSpPr>
        <p:spPr>
          <a:xfrm>
            <a:off x="6096000" y="4293096"/>
            <a:ext cx="1724402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Calculate relative angle</a:t>
            </a:r>
            <a:endParaRPr kumimoji="1" lang="ja-JP" alt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FA5067A-3003-8E97-46FF-FDF1D634964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81912" y="4831456"/>
            <a:ext cx="316258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338E64-1687-5064-9710-0C414BF3A280}"/>
              </a:ext>
            </a:extLst>
          </p:cNvPr>
          <p:cNvSpPr txBox="1"/>
          <p:nvPr/>
        </p:nvSpPr>
        <p:spPr>
          <a:xfrm>
            <a:off x="110726" y="4839627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Position of the nurse</a:t>
            </a:r>
            <a:endParaRPr kumimoji="1" lang="ja-JP" altLang="en-US" dirty="0"/>
          </a:p>
        </p:txBody>
      </p:sp>
      <p:graphicFrame>
        <p:nvGraphicFramePr>
          <p:cNvPr id="11" name="オブジェクト 10">
            <a:extLst>
              <a:ext uri="{FF2B5EF4-FFF2-40B4-BE49-F238E27FC236}">
                <a16:creationId xmlns:a16="http://schemas.microsoft.com/office/drawing/2014/main" id="{1705807B-3E4E-1406-B32A-884D05E56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689648"/>
              </p:ext>
            </p:extLst>
          </p:nvPr>
        </p:nvGraphicFramePr>
        <p:xfrm>
          <a:off x="2199759" y="4869932"/>
          <a:ext cx="876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355320" progId="Equation.DSMT4">
                  <p:embed/>
                </p:oleObj>
              </mc:Choice>
              <mc:Fallback>
                <p:oleObj name="Equation" r:id="rId4" imgW="876240" imgH="355320" progId="Equation.DSMT4">
                  <p:embed/>
                  <p:pic>
                    <p:nvPicPr>
                      <p:cNvPr id="11" name="オブジェクト 10">
                        <a:extLst>
                          <a:ext uri="{FF2B5EF4-FFF2-40B4-BE49-F238E27FC236}">
                            <a16:creationId xmlns:a16="http://schemas.microsoft.com/office/drawing/2014/main" id="{1705807B-3E4E-1406-B32A-884D05E56A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9759" y="4869932"/>
                        <a:ext cx="876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4F63289-3076-CDA6-F9F6-64E14AB862A0}"/>
              </a:ext>
            </a:extLst>
          </p:cNvPr>
          <p:cNvSpPr/>
          <p:nvPr/>
        </p:nvSpPr>
        <p:spPr>
          <a:xfrm>
            <a:off x="3244494" y="4293096"/>
            <a:ext cx="1724402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Calculate velocity vector</a:t>
            </a:r>
            <a:endParaRPr kumimoji="1"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3C9A9D4-7884-8040-AC18-568C0B794378}"/>
              </a:ext>
            </a:extLst>
          </p:cNvPr>
          <p:cNvCxnSpPr>
            <a:cxnSpLocks/>
          </p:cNvCxnSpPr>
          <p:nvPr/>
        </p:nvCxnSpPr>
        <p:spPr>
          <a:xfrm flipH="1">
            <a:off x="4968896" y="5085184"/>
            <a:ext cx="112710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223A8F8E-55BC-90DD-B736-AF5FF199AB14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2539254" y="2708920"/>
            <a:ext cx="0" cy="20851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816AF05-6468-8027-70DE-AB8BC9E175C6}"/>
              </a:ext>
            </a:extLst>
          </p:cNvPr>
          <p:cNvCxnSpPr>
            <a:cxnSpLocks/>
          </p:cNvCxnSpPr>
          <p:nvPr/>
        </p:nvCxnSpPr>
        <p:spPr>
          <a:xfrm flipH="1">
            <a:off x="2539254" y="2708920"/>
            <a:ext cx="705240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53528DF2-BB95-D985-EBC0-92BCBB630E48}"/>
              </a:ext>
            </a:extLst>
          </p:cNvPr>
          <p:cNvSpPr/>
          <p:nvPr/>
        </p:nvSpPr>
        <p:spPr>
          <a:xfrm>
            <a:off x="2501888" y="4794089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589B29B7-60FD-487A-0364-E2055D51CEE6}"/>
              </a:ext>
            </a:extLst>
          </p:cNvPr>
          <p:cNvSpPr/>
          <p:nvPr/>
        </p:nvSpPr>
        <p:spPr>
          <a:xfrm>
            <a:off x="5303912" y="2392116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A2713F54-E000-7711-3E7D-393CF7CE9AF4}"/>
              </a:ext>
            </a:extLst>
          </p:cNvPr>
          <p:cNvCxnSpPr>
            <a:cxnSpLocks/>
            <a:endCxn id="34" idx="4"/>
          </p:cNvCxnSpPr>
          <p:nvPr/>
        </p:nvCxnSpPr>
        <p:spPr>
          <a:xfrm flipV="1">
            <a:off x="5341278" y="2466848"/>
            <a:ext cx="0" cy="21142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5D42F1B-E237-5CE2-9681-33FF19212011}"/>
              </a:ext>
            </a:extLst>
          </p:cNvPr>
          <p:cNvCxnSpPr>
            <a:cxnSpLocks/>
          </p:cNvCxnSpPr>
          <p:nvPr/>
        </p:nvCxnSpPr>
        <p:spPr>
          <a:xfrm flipH="1">
            <a:off x="5341278" y="4581128"/>
            <a:ext cx="75472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4397703-D1CD-E74A-91D0-A046844AAC97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968896" y="2434259"/>
            <a:ext cx="1127104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2E66CA7-4902-B828-A0AD-22E40DF4F2E9}"/>
              </a:ext>
            </a:extLst>
          </p:cNvPr>
          <p:cNvSpPr/>
          <p:nvPr/>
        </p:nvSpPr>
        <p:spPr>
          <a:xfrm>
            <a:off x="6096000" y="1895900"/>
            <a:ext cx="1724402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Calculate distance</a:t>
            </a:r>
            <a:endParaRPr kumimoji="1" lang="ja-JP" altLang="en-US" dirty="0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C6BCC86-BE32-13EF-F423-757B74159F2E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7820402" y="2434260"/>
            <a:ext cx="223603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FF38DC9E-0E1D-8EE4-8568-2888A3095210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7820402" y="4831456"/>
            <a:ext cx="223603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71F2D66-64B0-EAB7-87A4-DE5B7BFE368B}"/>
              </a:ext>
            </a:extLst>
          </p:cNvPr>
          <p:cNvSpPr txBox="1"/>
          <p:nvPr/>
        </p:nvSpPr>
        <p:spPr>
          <a:xfrm>
            <a:off x="7820402" y="4878693"/>
            <a:ext cx="244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Feature value	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(Normalized angle)</a:t>
            </a:r>
            <a:endParaRPr kumimoji="1" lang="ja-JP" altLang="en-US" dirty="0"/>
          </a:p>
        </p:txBody>
      </p:sp>
      <p:graphicFrame>
        <p:nvGraphicFramePr>
          <p:cNvPr id="52" name="オブジェクト 51">
            <a:extLst>
              <a:ext uri="{FF2B5EF4-FFF2-40B4-BE49-F238E27FC236}">
                <a16:creationId xmlns:a16="http://schemas.microsoft.com/office/drawing/2014/main" id="{4A547E04-77CF-3B18-4BA3-63107E564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417437"/>
              </p:ext>
            </p:extLst>
          </p:nvPr>
        </p:nvGraphicFramePr>
        <p:xfrm>
          <a:off x="9231313" y="4886325"/>
          <a:ext cx="609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355320" progId="Equation.DSMT4">
                  <p:embed/>
                </p:oleObj>
              </mc:Choice>
              <mc:Fallback>
                <p:oleObj name="Equation" r:id="rId6" imgW="609480" imgH="355320" progId="Equation.DSMT4">
                  <p:embed/>
                  <p:pic>
                    <p:nvPicPr>
                      <p:cNvPr id="52" name="オブジェクト 51">
                        <a:extLst>
                          <a:ext uri="{FF2B5EF4-FFF2-40B4-BE49-F238E27FC236}">
                            <a16:creationId xmlns:a16="http://schemas.microsoft.com/office/drawing/2014/main" id="{4A547E04-77CF-3B18-4BA3-63107E5640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31313" y="4886325"/>
                        <a:ext cx="609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4875A56-8326-CCD0-C9B5-9486E6C76420}"/>
              </a:ext>
            </a:extLst>
          </p:cNvPr>
          <p:cNvSpPr txBox="1"/>
          <p:nvPr/>
        </p:nvSpPr>
        <p:spPr>
          <a:xfrm>
            <a:off x="7820402" y="2431705"/>
            <a:ext cx="244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Feature value	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(Normalized distance)</a:t>
            </a:r>
            <a:endParaRPr kumimoji="1" lang="ja-JP" altLang="en-US" dirty="0"/>
          </a:p>
        </p:txBody>
      </p:sp>
      <p:graphicFrame>
        <p:nvGraphicFramePr>
          <p:cNvPr id="56" name="オブジェクト 55">
            <a:extLst>
              <a:ext uri="{FF2B5EF4-FFF2-40B4-BE49-F238E27FC236}">
                <a16:creationId xmlns:a16="http://schemas.microsoft.com/office/drawing/2014/main" id="{47688FC3-C2DF-A164-FBBF-E0F4011B08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069105"/>
              </p:ext>
            </p:extLst>
          </p:nvPr>
        </p:nvGraphicFramePr>
        <p:xfrm>
          <a:off x="9224963" y="2439988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355320" progId="Equation.DSMT4">
                  <p:embed/>
                </p:oleObj>
              </mc:Choice>
              <mc:Fallback>
                <p:oleObj name="Equation" r:id="rId8" imgW="622080" imgH="355320" progId="Equation.DSMT4">
                  <p:embed/>
                  <p:pic>
                    <p:nvPicPr>
                      <p:cNvPr id="56" name="オブジェクト 55">
                        <a:extLst>
                          <a:ext uri="{FF2B5EF4-FFF2-40B4-BE49-F238E27FC236}">
                            <a16:creationId xmlns:a16="http://schemas.microsoft.com/office/drawing/2014/main" id="{47688FC3-C2DF-A164-FBBF-E0F4011B08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24963" y="2439988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29088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二等辺三角形 53">
            <a:extLst>
              <a:ext uri="{FF2B5EF4-FFF2-40B4-BE49-F238E27FC236}">
                <a16:creationId xmlns:a16="http://schemas.microsoft.com/office/drawing/2014/main" id="{4765E0A8-7700-5626-CCF0-F2FCC317FC4B}"/>
              </a:ext>
            </a:extLst>
          </p:cNvPr>
          <p:cNvSpPr/>
          <p:nvPr/>
        </p:nvSpPr>
        <p:spPr>
          <a:xfrm>
            <a:off x="2495600" y="2026825"/>
            <a:ext cx="1288151" cy="1402175"/>
          </a:xfrm>
          <a:prstGeom prst="triangle">
            <a:avLst>
              <a:gd name="adj" fmla="val 5425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22CED31-67A1-07E7-19FC-26E8EC39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　危険度評価　属性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049F2F-8998-1527-C099-B480F66E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69</a:t>
            </a:fld>
            <a:endParaRPr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98BC746-0754-5F4A-98BE-401149E9D74B}"/>
              </a:ext>
            </a:extLst>
          </p:cNvPr>
          <p:cNvCxnSpPr>
            <a:cxnSpLocks/>
          </p:cNvCxnSpPr>
          <p:nvPr/>
        </p:nvCxnSpPr>
        <p:spPr>
          <a:xfrm>
            <a:off x="695400" y="3429000"/>
            <a:ext cx="468052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58A6452-0BD5-2036-D414-1574403584F1}"/>
              </a:ext>
            </a:extLst>
          </p:cNvPr>
          <p:cNvCxnSpPr>
            <a:cxnSpLocks/>
          </p:cNvCxnSpPr>
          <p:nvPr/>
        </p:nvCxnSpPr>
        <p:spPr>
          <a:xfrm flipV="1">
            <a:off x="1055440" y="908720"/>
            <a:ext cx="0" cy="288032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62B7674-A83A-5406-8288-35D1C8309777}"/>
              </a:ext>
            </a:extLst>
          </p:cNvPr>
          <p:cNvCxnSpPr>
            <a:cxnSpLocks/>
          </p:cNvCxnSpPr>
          <p:nvPr/>
        </p:nvCxnSpPr>
        <p:spPr>
          <a:xfrm flipH="1">
            <a:off x="2495600" y="1268760"/>
            <a:ext cx="108012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A0E00E2-049A-406B-DFBB-100918593120}"/>
              </a:ext>
            </a:extLst>
          </p:cNvPr>
          <p:cNvCxnSpPr>
            <a:cxnSpLocks/>
          </p:cNvCxnSpPr>
          <p:nvPr/>
        </p:nvCxnSpPr>
        <p:spPr>
          <a:xfrm>
            <a:off x="3573364" y="1268760"/>
            <a:ext cx="108012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8296A6-3CD6-DD74-BE3C-E3FA2CE20497}"/>
              </a:ext>
            </a:extLst>
          </p:cNvPr>
          <p:cNvSpPr txBox="1"/>
          <p:nvPr/>
        </p:nvSpPr>
        <p:spPr>
          <a:xfrm>
            <a:off x="5110462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59B4B12-B161-8E2E-D5B4-E09FC5D374C8}"/>
              </a:ext>
            </a:extLst>
          </p:cNvPr>
          <p:cNvCxnSpPr/>
          <p:nvPr/>
        </p:nvCxnSpPr>
        <p:spPr>
          <a:xfrm>
            <a:off x="3573364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E2528E2-FD48-2F83-2562-BD0DAFFBCA78}"/>
              </a:ext>
            </a:extLst>
          </p:cNvPr>
          <p:cNvCxnSpPr>
            <a:cxnSpLocks/>
          </p:cNvCxnSpPr>
          <p:nvPr/>
        </p:nvCxnSpPr>
        <p:spPr>
          <a:xfrm flipH="1">
            <a:off x="1053754" y="1268760"/>
            <a:ext cx="251961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C3E863-A992-2DAE-7AA8-5F9EA324EC02}"/>
              </a:ext>
            </a:extLst>
          </p:cNvPr>
          <p:cNvSpPr txBox="1"/>
          <p:nvPr/>
        </p:nvSpPr>
        <p:spPr>
          <a:xfrm>
            <a:off x="708037" y="10840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6712E6A-724A-EFB0-4BE6-F7C06001A1ED}"/>
              </a:ext>
            </a:extLst>
          </p:cNvPr>
          <p:cNvSpPr txBox="1"/>
          <p:nvPr/>
        </p:nvSpPr>
        <p:spPr>
          <a:xfrm>
            <a:off x="2254955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0.4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02A1ED-2C2E-E817-2117-49E0F18709E5}"/>
              </a:ext>
            </a:extLst>
          </p:cNvPr>
          <p:cNvSpPr txBox="1"/>
          <p:nvPr/>
        </p:nvSpPr>
        <p:spPr>
          <a:xfrm>
            <a:off x="3333168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0.7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DC6AFE8-2B27-2A63-C4F2-EF1B2057DA43}"/>
              </a:ext>
            </a:extLst>
          </p:cNvPr>
          <p:cNvSpPr txBox="1"/>
          <p:nvPr/>
        </p:nvSpPr>
        <p:spPr>
          <a:xfrm>
            <a:off x="4423369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E4711E8-0CAF-934D-E591-7A446048838C}"/>
              </a:ext>
            </a:extLst>
          </p:cNvPr>
          <p:cNvSpPr txBox="1"/>
          <p:nvPr/>
        </p:nvSpPr>
        <p:spPr>
          <a:xfrm>
            <a:off x="3311956" y="908720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1"/>
                </a:solidFill>
              </a:rPr>
              <a:t>Yes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8069F7F-6216-96A6-15E1-449B52D82937}"/>
              </a:ext>
            </a:extLst>
          </p:cNvPr>
          <p:cNvSpPr txBox="1"/>
          <p:nvPr/>
        </p:nvSpPr>
        <p:spPr>
          <a:xfrm>
            <a:off x="74904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3A37D1-ABBE-B35B-D365-227C304DCECC}"/>
              </a:ext>
            </a:extLst>
          </p:cNvPr>
          <p:cNvCxnSpPr>
            <a:cxnSpLocks/>
          </p:cNvCxnSpPr>
          <p:nvPr/>
        </p:nvCxnSpPr>
        <p:spPr>
          <a:xfrm>
            <a:off x="6460175" y="3429000"/>
            <a:ext cx="468052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BF9E86B-E747-61D3-DCA3-1C8A4F188D2D}"/>
              </a:ext>
            </a:extLst>
          </p:cNvPr>
          <p:cNvCxnSpPr>
            <a:cxnSpLocks/>
          </p:cNvCxnSpPr>
          <p:nvPr/>
        </p:nvCxnSpPr>
        <p:spPr>
          <a:xfrm flipV="1">
            <a:off x="6820215" y="908720"/>
            <a:ext cx="0" cy="288032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DCF633F-EE0A-961F-AA84-52E8D1895C0F}"/>
              </a:ext>
            </a:extLst>
          </p:cNvPr>
          <p:cNvCxnSpPr>
            <a:cxnSpLocks/>
          </p:cNvCxnSpPr>
          <p:nvPr/>
        </p:nvCxnSpPr>
        <p:spPr>
          <a:xfrm flipH="1">
            <a:off x="6820215" y="1267914"/>
            <a:ext cx="895584" cy="21610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8346F140-6044-6C03-8335-34639F041265}"/>
              </a:ext>
            </a:extLst>
          </p:cNvPr>
          <p:cNvCxnSpPr>
            <a:cxnSpLocks/>
          </p:cNvCxnSpPr>
          <p:nvPr/>
        </p:nvCxnSpPr>
        <p:spPr>
          <a:xfrm>
            <a:off x="7714621" y="1267914"/>
            <a:ext cx="903533" cy="21686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E629182-19A1-9436-9730-9788E8F20CE9}"/>
              </a:ext>
            </a:extLst>
          </p:cNvPr>
          <p:cNvSpPr txBox="1"/>
          <p:nvPr/>
        </p:nvSpPr>
        <p:spPr>
          <a:xfrm>
            <a:off x="10875237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001DF4B-3912-1AC0-1E64-E36661425E97}"/>
              </a:ext>
            </a:extLst>
          </p:cNvPr>
          <p:cNvCxnSpPr/>
          <p:nvPr/>
        </p:nvCxnSpPr>
        <p:spPr>
          <a:xfrm>
            <a:off x="7714621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6516004-88F6-A79B-5EA2-6A25089A2697}"/>
              </a:ext>
            </a:extLst>
          </p:cNvPr>
          <p:cNvCxnSpPr>
            <a:cxnSpLocks/>
          </p:cNvCxnSpPr>
          <p:nvPr/>
        </p:nvCxnSpPr>
        <p:spPr>
          <a:xfrm flipH="1">
            <a:off x="6818529" y="1268760"/>
            <a:ext cx="270830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4B681BA-7949-1283-4ECA-180A5F323E33}"/>
              </a:ext>
            </a:extLst>
          </p:cNvPr>
          <p:cNvSpPr txBox="1"/>
          <p:nvPr/>
        </p:nvSpPr>
        <p:spPr>
          <a:xfrm>
            <a:off x="6472812" y="10840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CB78E79-9FD3-AD70-FEB4-14746B30F92D}"/>
              </a:ext>
            </a:extLst>
          </p:cNvPr>
          <p:cNvSpPr txBox="1"/>
          <p:nvPr/>
        </p:nvSpPr>
        <p:spPr>
          <a:xfrm>
            <a:off x="7645242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0.3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B7405A7-5B5F-6741-B907-DBD514ADC954}"/>
              </a:ext>
            </a:extLst>
          </p:cNvPr>
          <p:cNvSpPr txBox="1"/>
          <p:nvPr/>
        </p:nvSpPr>
        <p:spPr>
          <a:xfrm>
            <a:off x="8019730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0.4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44B2E97-FE06-A652-0226-03E43A3AB675}"/>
              </a:ext>
            </a:extLst>
          </p:cNvPr>
          <p:cNvSpPr txBox="1"/>
          <p:nvPr/>
        </p:nvSpPr>
        <p:spPr>
          <a:xfrm>
            <a:off x="9097943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0.7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4F52625-6B45-E37E-A635-E5329E255BAC}"/>
              </a:ext>
            </a:extLst>
          </p:cNvPr>
          <p:cNvSpPr txBox="1"/>
          <p:nvPr/>
        </p:nvSpPr>
        <p:spPr>
          <a:xfrm>
            <a:off x="10188144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25FB6DA-D367-6813-C5A9-B3DB2FF2B565}"/>
              </a:ext>
            </a:extLst>
          </p:cNvPr>
          <p:cNvSpPr txBox="1"/>
          <p:nvPr/>
        </p:nvSpPr>
        <p:spPr>
          <a:xfrm>
            <a:off x="7316989" y="908720"/>
            <a:ext cx="81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2"/>
                </a:solidFill>
              </a:rPr>
              <a:t>Young</a:t>
            </a:r>
            <a:endParaRPr kumimoji="1" lang="ja-JP" altLang="en-US" b="1" dirty="0">
              <a:solidFill>
                <a:schemeClr val="accent2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B0556ED-0DCA-6ACF-17E4-4114128BD47B}"/>
              </a:ext>
            </a:extLst>
          </p:cNvPr>
          <p:cNvSpPr txBox="1"/>
          <p:nvPr/>
        </p:nvSpPr>
        <p:spPr>
          <a:xfrm>
            <a:off x="9277900" y="90872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1"/>
                </a:solidFill>
              </a:rPr>
              <a:t>Old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F1D06F4-EDF9-E0C6-A95D-AD8408ACE3EE}"/>
              </a:ext>
            </a:extLst>
          </p:cNvPr>
          <p:cNvSpPr txBox="1"/>
          <p:nvPr/>
        </p:nvSpPr>
        <p:spPr>
          <a:xfrm>
            <a:off x="6513822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40EEAD4-C6D1-2962-25D3-7847B76F351D}"/>
              </a:ext>
            </a:extLst>
          </p:cNvPr>
          <p:cNvCxnSpPr>
            <a:cxnSpLocks/>
          </p:cNvCxnSpPr>
          <p:nvPr/>
        </p:nvCxnSpPr>
        <p:spPr>
          <a:xfrm flipH="1">
            <a:off x="7717817" y="1267914"/>
            <a:ext cx="895584" cy="216108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40172DA-FF89-DCD9-0C0F-6966AE1360E7}"/>
              </a:ext>
            </a:extLst>
          </p:cNvPr>
          <p:cNvCxnSpPr>
            <a:cxnSpLocks/>
          </p:cNvCxnSpPr>
          <p:nvPr/>
        </p:nvCxnSpPr>
        <p:spPr>
          <a:xfrm>
            <a:off x="8612223" y="1267914"/>
            <a:ext cx="903533" cy="216868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8082AD2C-CBC7-1102-1E9E-4845EB0F8D1D}"/>
              </a:ext>
            </a:extLst>
          </p:cNvPr>
          <p:cNvCxnSpPr/>
          <p:nvPr/>
        </p:nvCxnSpPr>
        <p:spPr>
          <a:xfrm>
            <a:off x="8612223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C24BB06-D1CC-6DA9-1B1D-7BA7F3881B40}"/>
              </a:ext>
            </a:extLst>
          </p:cNvPr>
          <p:cNvCxnSpPr>
            <a:cxnSpLocks/>
          </p:cNvCxnSpPr>
          <p:nvPr/>
        </p:nvCxnSpPr>
        <p:spPr>
          <a:xfrm flipH="1">
            <a:off x="8632430" y="1267914"/>
            <a:ext cx="895584" cy="2161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B6B25140-CA0E-67D0-3EBA-A049D02A18AE}"/>
              </a:ext>
            </a:extLst>
          </p:cNvPr>
          <p:cNvCxnSpPr>
            <a:cxnSpLocks/>
          </p:cNvCxnSpPr>
          <p:nvPr/>
        </p:nvCxnSpPr>
        <p:spPr>
          <a:xfrm>
            <a:off x="9526836" y="1267914"/>
            <a:ext cx="903533" cy="2168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A517310-B5B3-3118-397C-1725D165AC1B}"/>
              </a:ext>
            </a:extLst>
          </p:cNvPr>
          <p:cNvCxnSpPr/>
          <p:nvPr/>
        </p:nvCxnSpPr>
        <p:spPr>
          <a:xfrm>
            <a:off x="9526836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8499DA3-71D7-D1FE-3FF4-A8D37687F8F5}"/>
              </a:ext>
            </a:extLst>
          </p:cNvPr>
          <p:cNvSpPr txBox="1"/>
          <p:nvPr/>
        </p:nvSpPr>
        <p:spPr>
          <a:xfrm>
            <a:off x="8168410" y="9087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3"/>
                </a:solidFill>
              </a:rPr>
              <a:t>Middle</a:t>
            </a:r>
            <a:endParaRPr kumimoji="1" lang="ja-JP" altLang="en-US" b="1" dirty="0">
              <a:solidFill>
                <a:schemeClr val="accent3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BE16160-C475-8491-35C8-0083903ADFA9}"/>
              </a:ext>
            </a:extLst>
          </p:cNvPr>
          <p:cNvSpPr txBox="1"/>
          <p:nvPr/>
        </p:nvSpPr>
        <p:spPr>
          <a:xfrm rot="16200000">
            <a:off x="5182048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5CEC7C0-D0E0-E64B-FE7E-51469DB7273F}"/>
              </a:ext>
            </a:extLst>
          </p:cNvPr>
          <p:cNvSpPr txBox="1"/>
          <p:nvPr/>
        </p:nvSpPr>
        <p:spPr>
          <a:xfrm rot="16200000">
            <a:off x="-594344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4E26A28-06BD-ABD6-F478-C4303A10AF46}"/>
              </a:ext>
            </a:extLst>
          </p:cNvPr>
          <p:cNvCxnSpPr>
            <a:cxnSpLocks/>
          </p:cNvCxnSpPr>
          <p:nvPr/>
        </p:nvCxnSpPr>
        <p:spPr>
          <a:xfrm flipH="1">
            <a:off x="1985004" y="1267914"/>
            <a:ext cx="895584" cy="216108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78AFEE8-3805-F889-D3D0-CEA75A8347EE}"/>
              </a:ext>
            </a:extLst>
          </p:cNvPr>
          <p:cNvCxnSpPr>
            <a:cxnSpLocks/>
          </p:cNvCxnSpPr>
          <p:nvPr/>
        </p:nvCxnSpPr>
        <p:spPr>
          <a:xfrm>
            <a:off x="2879410" y="1267914"/>
            <a:ext cx="903533" cy="216868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93A0C2AE-CFA2-1503-A05E-994966770B5C}"/>
              </a:ext>
            </a:extLst>
          </p:cNvPr>
          <p:cNvCxnSpPr/>
          <p:nvPr/>
        </p:nvCxnSpPr>
        <p:spPr>
          <a:xfrm>
            <a:off x="2879410" y="1268760"/>
            <a:ext cx="0" cy="216024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ECFD3C6-D7B3-D901-140B-5DA4AC329881}"/>
              </a:ext>
            </a:extLst>
          </p:cNvPr>
          <p:cNvSpPr txBox="1"/>
          <p:nvPr/>
        </p:nvSpPr>
        <p:spPr>
          <a:xfrm>
            <a:off x="2435597" y="9087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dirty="0">
                <a:solidFill>
                  <a:schemeClr val="accent3"/>
                </a:solidFill>
              </a:rPr>
              <a:t>Middle</a:t>
            </a:r>
            <a:endParaRPr kumimoji="1" lang="ja-JP" altLang="en-US" b="1" dirty="0">
              <a:solidFill>
                <a:schemeClr val="accent3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C19ED44-8159-DEE5-4964-8D86AB158197}"/>
              </a:ext>
            </a:extLst>
          </p:cNvPr>
          <p:cNvSpPr txBox="1"/>
          <p:nvPr/>
        </p:nvSpPr>
        <p:spPr>
          <a:xfrm>
            <a:off x="1694038" y="3427306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0.25</a:t>
            </a:r>
            <a:endParaRPr kumimoji="1" lang="ja-JP" altLang="en-US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DCD20541-E9C2-DC72-FCF8-AA6AEFCD8CAD}"/>
              </a:ext>
            </a:extLst>
          </p:cNvPr>
          <p:cNvSpPr txBox="1"/>
          <p:nvPr/>
        </p:nvSpPr>
        <p:spPr>
          <a:xfrm>
            <a:off x="2657171" y="342730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054E9280-B32C-76AF-E791-EACA9835F663}"/>
              </a:ext>
            </a:extLst>
          </p:cNvPr>
          <p:cNvGrpSpPr/>
          <p:nvPr/>
        </p:nvGrpSpPr>
        <p:grpSpPr>
          <a:xfrm>
            <a:off x="3083857" y="3305861"/>
            <a:ext cx="243486" cy="246280"/>
            <a:chOff x="-1253893" y="1833658"/>
            <a:chExt cx="550527" cy="556851"/>
          </a:xfrm>
        </p:grpSpPr>
        <p:sp>
          <p:nvSpPr>
            <p:cNvPr id="56" name="円弧 55">
              <a:extLst>
                <a:ext uri="{FF2B5EF4-FFF2-40B4-BE49-F238E27FC236}">
                  <a16:creationId xmlns:a16="http://schemas.microsoft.com/office/drawing/2014/main" id="{4EEF5377-2EA7-06EC-3015-4A36D2ECAFB2}"/>
                </a:ext>
              </a:extLst>
            </p:cNvPr>
            <p:cNvSpPr/>
            <p:nvPr/>
          </p:nvSpPr>
          <p:spPr>
            <a:xfrm>
              <a:off x="-1251471" y="1844824"/>
              <a:ext cx="545685" cy="545685"/>
            </a:xfrm>
            <a:prstGeom prst="arc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57" name="円弧 56">
              <a:extLst>
                <a:ext uri="{FF2B5EF4-FFF2-40B4-BE49-F238E27FC236}">
                  <a16:creationId xmlns:a16="http://schemas.microsoft.com/office/drawing/2014/main" id="{D9AEAD95-FDD9-6C8F-153C-B012190261C8}"/>
                </a:ext>
              </a:extLst>
            </p:cNvPr>
            <p:cNvSpPr/>
            <p:nvPr/>
          </p:nvSpPr>
          <p:spPr>
            <a:xfrm rot="10800000">
              <a:off x="-1249053" y="1833658"/>
              <a:ext cx="545685" cy="545685"/>
            </a:xfrm>
            <a:prstGeom prst="arc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58" name="円弧 57">
              <a:extLst>
                <a:ext uri="{FF2B5EF4-FFF2-40B4-BE49-F238E27FC236}">
                  <a16:creationId xmlns:a16="http://schemas.microsoft.com/office/drawing/2014/main" id="{F1564153-4813-1689-BE75-DBA7434D54E8}"/>
                </a:ext>
              </a:extLst>
            </p:cNvPr>
            <p:cNvSpPr/>
            <p:nvPr/>
          </p:nvSpPr>
          <p:spPr>
            <a:xfrm rot="5400000">
              <a:off x="-1253893" y="1833658"/>
              <a:ext cx="545685" cy="545685"/>
            </a:xfrm>
            <a:prstGeom prst="arc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59" name="円弧 58">
              <a:extLst>
                <a:ext uri="{FF2B5EF4-FFF2-40B4-BE49-F238E27FC236}">
                  <a16:creationId xmlns:a16="http://schemas.microsoft.com/office/drawing/2014/main" id="{F7ABCD28-2267-797F-8B4D-9F762F8CC3A4}"/>
                </a:ext>
              </a:extLst>
            </p:cNvPr>
            <p:cNvSpPr/>
            <p:nvPr/>
          </p:nvSpPr>
          <p:spPr>
            <a:xfrm rot="16200000">
              <a:off x="-1249051" y="1844823"/>
              <a:ext cx="545685" cy="545685"/>
            </a:xfrm>
            <a:prstGeom prst="arc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378373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866E44-2BD1-ED59-52C2-6C171F8E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　危険度評価　人員　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731866-2961-55EC-AE6C-FC4C9CE9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70</a:t>
            </a:fld>
            <a:endParaRPr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23ACC59-CB97-0E0E-2C46-FA9A7216421B}"/>
              </a:ext>
            </a:extLst>
          </p:cNvPr>
          <p:cNvCxnSpPr>
            <a:cxnSpLocks/>
          </p:cNvCxnSpPr>
          <p:nvPr/>
        </p:nvCxnSpPr>
        <p:spPr>
          <a:xfrm>
            <a:off x="695400" y="9174948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B8967A3-287D-77A4-EF7A-2AE8C96285F8}"/>
              </a:ext>
            </a:extLst>
          </p:cNvPr>
          <p:cNvCxnSpPr>
            <a:cxnSpLocks/>
          </p:cNvCxnSpPr>
          <p:nvPr/>
        </p:nvCxnSpPr>
        <p:spPr>
          <a:xfrm flipV="1">
            <a:off x="1055440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DC1D02-EAF7-8A1B-A726-BFE2034FF389}"/>
              </a:ext>
            </a:extLst>
          </p:cNvPr>
          <p:cNvSpPr txBox="1"/>
          <p:nvPr/>
        </p:nvSpPr>
        <p:spPr>
          <a:xfrm>
            <a:off x="3020435" y="91616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C519DD-99FB-9AD5-4132-7A17CFFCB644}"/>
              </a:ext>
            </a:extLst>
          </p:cNvPr>
          <p:cNvSpPr txBox="1"/>
          <p:nvPr/>
        </p:nvSpPr>
        <p:spPr>
          <a:xfrm>
            <a:off x="708037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EBCF62-CEAC-9D33-DEEE-CA34C4A11787}"/>
              </a:ext>
            </a:extLst>
          </p:cNvPr>
          <p:cNvSpPr txBox="1"/>
          <p:nvPr/>
        </p:nvSpPr>
        <p:spPr>
          <a:xfrm>
            <a:off x="2614078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7035E0-CE91-1F02-538C-E919F972E6CB}"/>
              </a:ext>
            </a:extLst>
          </p:cNvPr>
          <p:cNvSpPr txBox="1"/>
          <p:nvPr/>
        </p:nvSpPr>
        <p:spPr>
          <a:xfrm>
            <a:off x="749047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627572-94FC-CC0A-FB57-51ADF82D35BB}"/>
              </a:ext>
            </a:extLst>
          </p:cNvPr>
          <p:cNvSpPr txBox="1"/>
          <p:nvPr/>
        </p:nvSpPr>
        <p:spPr>
          <a:xfrm rot="16200000">
            <a:off x="-594344" y="79148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34F592F-2681-3BA7-DF66-C61FAB6DD537}"/>
              </a:ext>
            </a:extLst>
          </p:cNvPr>
          <p:cNvCxnSpPr>
            <a:cxnSpLocks/>
          </p:cNvCxnSpPr>
          <p:nvPr/>
        </p:nvCxnSpPr>
        <p:spPr>
          <a:xfrm>
            <a:off x="2855640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0505D5F-FC19-BBBE-E950-EA678E7326A7}"/>
              </a:ext>
            </a:extLst>
          </p:cNvPr>
          <p:cNvCxnSpPr>
            <a:cxnSpLocks/>
          </p:cNvCxnSpPr>
          <p:nvPr/>
        </p:nvCxnSpPr>
        <p:spPr>
          <a:xfrm>
            <a:off x="1055440" y="737474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AF79E2B-B75F-44AF-D241-CC032B68A8A3}"/>
              </a:ext>
            </a:extLst>
          </p:cNvPr>
          <p:cNvCxnSpPr>
            <a:cxnSpLocks/>
          </p:cNvCxnSpPr>
          <p:nvPr/>
        </p:nvCxnSpPr>
        <p:spPr>
          <a:xfrm>
            <a:off x="1054269" y="7374748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7B26E3A-0CC1-D778-B358-12A461721A9D}"/>
              </a:ext>
            </a:extLst>
          </p:cNvPr>
          <p:cNvCxnSpPr>
            <a:cxnSpLocks/>
          </p:cNvCxnSpPr>
          <p:nvPr/>
        </p:nvCxnSpPr>
        <p:spPr>
          <a:xfrm>
            <a:off x="2853019" y="918653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A97504C-F1F3-7A33-6A80-FDABDA5D8B74}"/>
              </a:ext>
            </a:extLst>
          </p:cNvPr>
          <p:cNvCxnSpPr>
            <a:cxnSpLocks/>
          </p:cNvCxnSpPr>
          <p:nvPr/>
        </p:nvCxnSpPr>
        <p:spPr>
          <a:xfrm>
            <a:off x="695400" y="7374748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7AA03D5-596B-634C-AC3E-B97684F4E059}"/>
              </a:ext>
            </a:extLst>
          </p:cNvPr>
          <p:cNvCxnSpPr>
            <a:cxnSpLocks/>
          </p:cNvCxnSpPr>
          <p:nvPr/>
        </p:nvCxnSpPr>
        <p:spPr>
          <a:xfrm>
            <a:off x="4292007" y="9174948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7B3AD80-0C68-0F8A-19A7-F61339194B96}"/>
              </a:ext>
            </a:extLst>
          </p:cNvPr>
          <p:cNvCxnSpPr>
            <a:cxnSpLocks/>
          </p:cNvCxnSpPr>
          <p:nvPr/>
        </p:nvCxnSpPr>
        <p:spPr>
          <a:xfrm flipV="1">
            <a:off x="4652047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E9B8C1A-15BF-1C3D-2FD2-138A7A5A0311}"/>
              </a:ext>
            </a:extLst>
          </p:cNvPr>
          <p:cNvSpPr txBox="1"/>
          <p:nvPr/>
        </p:nvSpPr>
        <p:spPr>
          <a:xfrm>
            <a:off x="6617042" y="91616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26FBDC1-1808-8639-0FD1-DB9D1BB69E74}"/>
              </a:ext>
            </a:extLst>
          </p:cNvPr>
          <p:cNvSpPr txBox="1"/>
          <p:nvPr/>
        </p:nvSpPr>
        <p:spPr>
          <a:xfrm>
            <a:off x="4304644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5C777E4-2E94-48E3-119F-CAF9E10EB98D}"/>
              </a:ext>
            </a:extLst>
          </p:cNvPr>
          <p:cNvSpPr txBox="1"/>
          <p:nvPr/>
        </p:nvSpPr>
        <p:spPr>
          <a:xfrm>
            <a:off x="6210685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E28C0D5-DDAF-97DC-CB5C-2CF94E80E460}"/>
              </a:ext>
            </a:extLst>
          </p:cNvPr>
          <p:cNvSpPr txBox="1"/>
          <p:nvPr/>
        </p:nvSpPr>
        <p:spPr>
          <a:xfrm>
            <a:off x="4345654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9E46ABA-D1E9-3513-B30E-4D8C44A67621}"/>
              </a:ext>
            </a:extLst>
          </p:cNvPr>
          <p:cNvSpPr txBox="1"/>
          <p:nvPr/>
        </p:nvSpPr>
        <p:spPr>
          <a:xfrm rot="16200000">
            <a:off x="3002263" y="79148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34A0DF0-28B7-6F2E-C7C2-8D2548DAD64D}"/>
              </a:ext>
            </a:extLst>
          </p:cNvPr>
          <p:cNvCxnSpPr>
            <a:cxnSpLocks/>
          </p:cNvCxnSpPr>
          <p:nvPr/>
        </p:nvCxnSpPr>
        <p:spPr>
          <a:xfrm>
            <a:off x="6452247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9BDF12D-6A2C-1E9B-1CED-9F303AF41354}"/>
              </a:ext>
            </a:extLst>
          </p:cNvPr>
          <p:cNvCxnSpPr>
            <a:cxnSpLocks/>
          </p:cNvCxnSpPr>
          <p:nvPr/>
        </p:nvCxnSpPr>
        <p:spPr>
          <a:xfrm>
            <a:off x="4652047" y="737474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A6FFD261-DDA9-0D40-5636-B9CF7ED3620E}"/>
              </a:ext>
            </a:extLst>
          </p:cNvPr>
          <p:cNvCxnSpPr>
            <a:cxnSpLocks/>
          </p:cNvCxnSpPr>
          <p:nvPr/>
        </p:nvCxnSpPr>
        <p:spPr>
          <a:xfrm flipV="1">
            <a:off x="4650876" y="7374748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BD91700-3C43-3F5E-B882-38C639485096}"/>
              </a:ext>
            </a:extLst>
          </p:cNvPr>
          <p:cNvCxnSpPr>
            <a:cxnSpLocks/>
          </p:cNvCxnSpPr>
          <p:nvPr/>
        </p:nvCxnSpPr>
        <p:spPr>
          <a:xfrm>
            <a:off x="6449626" y="737951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5844AE0-0CFB-E05E-068D-83C6DD300338}"/>
              </a:ext>
            </a:extLst>
          </p:cNvPr>
          <p:cNvCxnSpPr>
            <a:cxnSpLocks/>
          </p:cNvCxnSpPr>
          <p:nvPr/>
        </p:nvCxnSpPr>
        <p:spPr>
          <a:xfrm>
            <a:off x="4292007" y="9174948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8C8D54AD-56A7-2261-7C19-A459618D805C}"/>
              </a:ext>
            </a:extLst>
          </p:cNvPr>
          <p:cNvCxnSpPr>
            <a:cxnSpLocks/>
          </p:cNvCxnSpPr>
          <p:nvPr/>
        </p:nvCxnSpPr>
        <p:spPr>
          <a:xfrm>
            <a:off x="9336360" y="9174948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D3A8CD58-62F0-ABCE-6B5A-E0FE0F686B2F}"/>
              </a:ext>
            </a:extLst>
          </p:cNvPr>
          <p:cNvCxnSpPr>
            <a:cxnSpLocks/>
          </p:cNvCxnSpPr>
          <p:nvPr/>
        </p:nvCxnSpPr>
        <p:spPr>
          <a:xfrm flipV="1">
            <a:off x="9696400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AB68280-FCA9-C32E-6B3F-31D476BA9B47}"/>
              </a:ext>
            </a:extLst>
          </p:cNvPr>
          <p:cNvSpPr txBox="1"/>
          <p:nvPr/>
        </p:nvSpPr>
        <p:spPr>
          <a:xfrm>
            <a:off x="11758606" y="879233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52B1C31-5DB7-6F7D-C892-F1156534F436}"/>
              </a:ext>
            </a:extLst>
          </p:cNvPr>
          <p:cNvSpPr txBox="1"/>
          <p:nvPr/>
        </p:nvSpPr>
        <p:spPr>
          <a:xfrm>
            <a:off x="9348997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B41DFAE-85D4-8186-9605-163E792EF88B}"/>
              </a:ext>
            </a:extLst>
          </p:cNvPr>
          <p:cNvSpPr txBox="1"/>
          <p:nvPr/>
        </p:nvSpPr>
        <p:spPr>
          <a:xfrm>
            <a:off x="10905362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A321AD2-1882-5ED7-CA07-4C1CC11DFF79}"/>
              </a:ext>
            </a:extLst>
          </p:cNvPr>
          <p:cNvSpPr txBox="1"/>
          <p:nvPr/>
        </p:nvSpPr>
        <p:spPr>
          <a:xfrm>
            <a:off x="9390007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FD9DCDE-82FB-A678-5877-8ACF7C425323}"/>
              </a:ext>
            </a:extLst>
          </p:cNvPr>
          <p:cNvSpPr txBox="1"/>
          <p:nvPr/>
        </p:nvSpPr>
        <p:spPr>
          <a:xfrm rot="16200000">
            <a:off x="7627664" y="791480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689638B-D311-9219-20BF-057C719C56FA}"/>
              </a:ext>
            </a:extLst>
          </p:cNvPr>
          <p:cNvCxnSpPr>
            <a:cxnSpLocks/>
          </p:cNvCxnSpPr>
          <p:nvPr/>
        </p:nvCxnSpPr>
        <p:spPr>
          <a:xfrm>
            <a:off x="9696400" y="7374748"/>
            <a:ext cx="72730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65B622CB-54F2-147D-5A28-23F96E76AEDD}"/>
              </a:ext>
            </a:extLst>
          </p:cNvPr>
          <p:cNvCxnSpPr>
            <a:cxnSpLocks/>
          </p:cNvCxnSpPr>
          <p:nvPr/>
        </p:nvCxnSpPr>
        <p:spPr>
          <a:xfrm flipV="1">
            <a:off x="9696399" y="7386330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A3F2729-50D9-C8B0-8A1B-B2FD6B30C57B}"/>
              </a:ext>
            </a:extLst>
          </p:cNvPr>
          <p:cNvSpPr txBox="1"/>
          <p:nvPr/>
        </p:nvSpPr>
        <p:spPr>
          <a:xfrm>
            <a:off x="10174744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0FACA6CF-33F6-2A1C-0EED-5547D57505FF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7386330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E206C7C-BA74-3FC9-5A03-DE659C40717F}"/>
              </a:ext>
            </a:extLst>
          </p:cNvPr>
          <p:cNvSpPr/>
          <p:nvPr/>
        </p:nvSpPr>
        <p:spPr>
          <a:xfrm>
            <a:off x="7521097" y="7386330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163D5944-D9A5-5CD7-8E41-7E84C78384C3}"/>
              </a:ext>
            </a:extLst>
          </p:cNvPr>
          <p:cNvCxnSpPr>
            <a:cxnSpLocks/>
          </p:cNvCxnSpPr>
          <p:nvPr/>
        </p:nvCxnSpPr>
        <p:spPr>
          <a:xfrm>
            <a:off x="695400" y="12053713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E433CE2B-4C30-ADB7-11F6-C66BFAFE465C}"/>
              </a:ext>
            </a:extLst>
          </p:cNvPr>
          <p:cNvCxnSpPr>
            <a:cxnSpLocks/>
          </p:cNvCxnSpPr>
          <p:nvPr/>
        </p:nvCxnSpPr>
        <p:spPr>
          <a:xfrm flipV="1">
            <a:off x="1055440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024963B-C2BE-13EE-62EE-AF0796D3918B}"/>
              </a:ext>
            </a:extLst>
          </p:cNvPr>
          <p:cNvSpPr txBox="1"/>
          <p:nvPr/>
        </p:nvSpPr>
        <p:spPr>
          <a:xfrm>
            <a:off x="3020435" y="120404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77A61492-7560-6FEE-1D4B-5BE7A4386A4D}"/>
              </a:ext>
            </a:extLst>
          </p:cNvPr>
          <p:cNvSpPr txBox="1"/>
          <p:nvPr/>
        </p:nvSpPr>
        <p:spPr>
          <a:xfrm>
            <a:off x="708037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ED1A362-BAFA-6A29-8B7F-506F50870454}"/>
              </a:ext>
            </a:extLst>
          </p:cNvPr>
          <p:cNvSpPr txBox="1"/>
          <p:nvPr/>
        </p:nvSpPr>
        <p:spPr>
          <a:xfrm>
            <a:off x="2614078" y="1205201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35B4A45-81D8-8C17-B136-7A33EA23A903}"/>
              </a:ext>
            </a:extLst>
          </p:cNvPr>
          <p:cNvSpPr txBox="1"/>
          <p:nvPr/>
        </p:nvSpPr>
        <p:spPr>
          <a:xfrm>
            <a:off x="749047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BED3AC26-660C-0028-94A7-C19FC9000EA5}"/>
              </a:ext>
            </a:extLst>
          </p:cNvPr>
          <p:cNvSpPr txBox="1"/>
          <p:nvPr/>
        </p:nvSpPr>
        <p:spPr>
          <a:xfrm rot="16200000">
            <a:off x="-594344" y="1079357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58080A12-E285-D2FC-8FAE-0B5015BF411F}"/>
              </a:ext>
            </a:extLst>
          </p:cNvPr>
          <p:cNvCxnSpPr>
            <a:cxnSpLocks/>
          </p:cNvCxnSpPr>
          <p:nvPr/>
        </p:nvCxnSpPr>
        <p:spPr>
          <a:xfrm>
            <a:off x="2855640" y="10253513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1BD536F3-FF3B-B356-1C68-891A85C4AACD}"/>
              </a:ext>
            </a:extLst>
          </p:cNvPr>
          <p:cNvCxnSpPr>
            <a:cxnSpLocks/>
          </p:cNvCxnSpPr>
          <p:nvPr/>
        </p:nvCxnSpPr>
        <p:spPr>
          <a:xfrm>
            <a:off x="1055440" y="10253513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6C80D577-6D84-8A3A-6806-5B62B232453C}"/>
              </a:ext>
            </a:extLst>
          </p:cNvPr>
          <p:cNvCxnSpPr>
            <a:cxnSpLocks/>
          </p:cNvCxnSpPr>
          <p:nvPr/>
        </p:nvCxnSpPr>
        <p:spPr>
          <a:xfrm>
            <a:off x="1054269" y="10253513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A2099810-7E72-4C06-B6F1-C349FCB4BC3B}"/>
              </a:ext>
            </a:extLst>
          </p:cNvPr>
          <p:cNvCxnSpPr>
            <a:cxnSpLocks/>
          </p:cNvCxnSpPr>
          <p:nvPr/>
        </p:nvCxnSpPr>
        <p:spPr>
          <a:xfrm>
            <a:off x="2853019" y="12065295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07373D63-847C-2B0E-E89A-4C5DA2576A11}"/>
              </a:ext>
            </a:extLst>
          </p:cNvPr>
          <p:cNvCxnSpPr>
            <a:cxnSpLocks/>
          </p:cNvCxnSpPr>
          <p:nvPr/>
        </p:nvCxnSpPr>
        <p:spPr>
          <a:xfrm>
            <a:off x="695400" y="10253513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D6239156-5DC1-1D8B-88DF-88D8ACB2D824}"/>
              </a:ext>
            </a:extLst>
          </p:cNvPr>
          <p:cNvCxnSpPr>
            <a:cxnSpLocks/>
          </p:cNvCxnSpPr>
          <p:nvPr/>
        </p:nvCxnSpPr>
        <p:spPr>
          <a:xfrm>
            <a:off x="4292007" y="12053713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2FD7E446-88F2-EB3E-DE18-F671D669E53D}"/>
              </a:ext>
            </a:extLst>
          </p:cNvPr>
          <p:cNvCxnSpPr>
            <a:cxnSpLocks/>
          </p:cNvCxnSpPr>
          <p:nvPr/>
        </p:nvCxnSpPr>
        <p:spPr>
          <a:xfrm flipV="1">
            <a:off x="4652047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A81364E-AACD-6D78-A591-CEA3F64A2A4C}"/>
              </a:ext>
            </a:extLst>
          </p:cNvPr>
          <p:cNvSpPr txBox="1"/>
          <p:nvPr/>
        </p:nvSpPr>
        <p:spPr>
          <a:xfrm>
            <a:off x="6617042" y="120404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CC9E9C3-99F1-8C9C-BE0F-186BE6A1E10E}"/>
              </a:ext>
            </a:extLst>
          </p:cNvPr>
          <p:cNvSpPr txBox="1"/>
          <p:nvPr/>
        </p:nvSpPr>
        <p:spPr>
          <a:xfrm>
            <a:off x="4304644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E65ABE4-C076-9432-3445-18328D0400AE}"/>
              </a:ext>
            </a:extLst>
          </p:cNvPr>
          <p:cNvSpPr txBox="1"/>
          <p:nvPr/>
        </p:nvSpPr>
        <p:spPr>
          <a:xfrm>
            <a:off x="6210685" y="1205201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107BCDA3-B214-9E46-27AB-B0297F284705}"/>
              </a:ext>
            </a:extLst>
          </p:cNvPr>
          <p:cNvSpPr txBox="1"/>
          <p:nvPr/>
        </p:nvSpPr>
        <p:spPr>
          <a:xfrm>
            <a:off x="4345654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D2380F05-AEED-69F8-F727-CBEB964B7815}"/>
              </a:ext>
            </a:extLst>
          </p:cNvPr>
          <p:cNvSpPr txBox="1"/>
          <p:nvPr/>
        </p:nvSpPr>
        <p:spPr>
          <a:xfrm rot="16200000">
            <a:off x="3002263" y="1079357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D5F88B69-F9E1-C333-1645-0E57059C1626}"/>
              </a:ext>
            </a:extLst>
          </p:cNvPr>
          <p:cNvCxnSpPr>
            <a:cxnSpLocks/>
          </p:cNvCxnSpPr>
          <p:nvPr/>
        </p:nvCxnSpPr>
        <p:spPr>
          <a:xfrm>
            <a:off x="6452247" y="10253513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96C9666D-8445-FBB0-EE1B-17BAF6752788}"/>
              </a:ext>
            </a:extLst>
          </p:cNvPr>
          <p:cNvCxnSpPr>
            <a:cxnSpLocks/>
          </p:cNvCxnSpPr>
          <p:nvPr/>
        </p:nvCxnSpPr>
        <p:spPr>
          <a:xfrm>
            <a:off x="4652047" y="10253513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18A381AD-6CD8-F0F0-13A4-59DFD3A61CBC}"/>
              </a:ext>
            </a:extLst>
          </p:cNvPr>
          <p:cNvCxnSpPr>
            <a:cxnSpLocks/>
          </p:cNvCxnSpPr>
          <p:nvPr/>
        </p:nvCxnSpPr>
        <p:spPr>
          <a:xfrm>
            <a:off x="4650876" y="10253513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C293F425-71B7-DEBD-9274-C9ED635D2488}"/>
              </a:ext>
            </a:extLst>
          </p:cNvPr>
          <p:cNvCxnSpPr>
            <a:cxnSpLocks/>
          </p:cNvCxnSpPr>
          <p:nvPr/>
        </p:nvCxnSpPr>
        <p:spPr>
          <a:xfrm>
            <a:off x="6449626" y="12055268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207A13D7-3416-DA4B-ACCD-E09B3EC0292D}"/>
              </a:ext>
            </a:extLst>
          </p:cNvPr>
          <p:cNvCxnSpPr>
            <a:cxnSpLocks/>
          </p:cNvCxnSpPr>
          <p:nvPr/>
        </p:nvCxnSpPr>
        <p:spPr>
          <a:xfrm>
            <a:off x="4292007" y="10265095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CD806A02-F6A4-9F49-3FA1-DA2650D1A304}"/>
              </a:ext>
            </a:extLst>
          </p:cNvPr>
          <p:cNvCxnSpPr>
            <a:cxnSpLocks/>
          </p:cNvCxnSpPr>
          <p:nvPr/>
        </p:nvCxnSpPr>
        <p:spPr>
          <a:xfrm>
            <a:off x="8904312" y="12053713"/>
            <a:ext cx="328768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30596D43-5B5B-0E46-687C-556E489361BF}"/>
              </a:ext>
            </a:extLst>
          </p:cNvPr>
          <p:cNvCxnSpPr>
            <a:cxnSpLocks/>
          </p:cNvCxnSpPr>
          <p:nvPr/>
        </p:nvCxnSpPr>
        <p:spPr>
          <a:xfrm flipV="1">
            <a:off x="9696400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46943B69-7BA9-16B5-A997-057C764F6C02}"/>
              </a:ext>
            </a:extLst>
          </p:cNvPr>
          <p:cNvSpPr txBox="1"/>
          <p:nvPr/>
        </p:nvSpPr>
        <p:spPr>
          <a:xfrm>
            <a:off x="11758606" y="1167110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7A01D1CF-EB1C-F588-9E26-662BF8E30B84}"/>
              </a:ext>
            </a:extLst>
          </p:cNvPr>
          <p:cNvSpPr txBox="1"/>
          <p:nvPr/>
        </p:nvSpPr>
        <p:spPr>
          <a:xfrm>
            <a:off x="9348997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C0145762-2092-B5DD-B27E-15DD66A9A8CB}"/>
              </a:ext>
            </a:extLst>
          </p:cNvPr>
          <p:cNvSpPr txBox="1"/>
          <p:nvPr/>
        </p:nvSpPr>
        <p:spPr>
          <a:xfrm>
            <a:off x="9390007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FEB64171-3754-8C26-F43A-BB587909318F}"/>
              </a:ext>
            </a:extLst>
          </p:cNvPr>
          <p:cNvSpPr txBox="1"/>
          <p:nvPr/>
        </p:nvSpPr>
        <p:spPr>
          <a:xfrm rot="16200000">
            <a:off x="7627664" y="10793573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350530A7-6F94-AA81-2EC9-4951D99B7C96}"/>
              </a:ext>
            </a:extLst>
          </p:cNvPr>
          <p:cNvCxnSpPr>
            <a:cxnSpLocks/>
          </p:cNvCxnSpPr>
          <p:nvPr/>
        </p:nvCxnSpPr>
        <p:spPr>
          <a:xfrm flipV="1">
            <a:off x="8976320" y="10265095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55045CD6-3092-E261-A6E8-B5D9C4DBD9F2}"/>
              </a:ext>
            </a:extLst>
          </p:cNvPr>
          <p:cNvSpPr txBox="1"/>
          <p:nvPr/>
        </p:nvSpPr>
        <p:spPr>
          <a:xfrm>
            <a:off x="10324517" y="1205201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78FB8D52-51CB-7044-FC66-8E1E57E59B25}"/>
              </a:ext>
            </a:extLst>
          </p:cNvPr>
          <p:cNvCxnSpPr>
            <a:cxnSpLocks/>
          </p:cNvCxnSpPr>
          <p:nvPr/>
        </p:nvCxnSpPr>
        <p:spPr>
          <a:xfrm flipH="1" flipV="1">
            <a:off x="9703624" y="10265095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7C8DEADD-8949-EB63-C20E-1FFED40C1769}"/>
              </a:ext>
            </a:extLst>
          </p:cNvPr>
          <p:cNvSpPr/>
          <p:nvPr/>
        </p:nvSpPr>
        <p:spPr>
          <a:xfrm>
            <a:off x="7521097" y="10265095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922C8ECA-39E5-F179-86F8-5F18D710409F}"/>
              </a:ext>
            </a:extLst>
          </p:cNvPr>
          <p:cNvCxnSpPr>
            <a:cxnSpLocks/>
          </p:cNvCxnSpPr>
          <p:nvPr/>
        </p:nvCxnSpPr>
        <p:spPr>
          <a:xfrm>
            <a:off x="695400" y="3429000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B2E211DC-8ABF-A271-5B34-36A4E779DF6B}"/>
              </a:ext>
            </a:extLst>
          </p:cNvPr>
          <p:cNvCxnSpPr>
            <a:cxnSpLocks/>
          </p:cNvCxnSpPr>
          <p:nvPr/>
        </p:nvCxnSpPr>
        <p:spPr>
          <a:xfrm flipV="1">
            <a:off x="1055440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E8B59F20-270D-CE51-C7B8-AB0DE07C1A6C}"/>
              </a:ext>
            </a:extLst>
          </p:cNvPr>
          <p:cNvSpPr txBox="1"/>
          <p:nvPr/>
        </p:nvSpPr>
        <p:spPr>
          <a:xfrm>
            <a:off x="3020435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F1D9206E-2D59-C11A-089A-5588A060A254}"/>
              </a:ext>
            </a:extLst>
          </p:cNvPr>
          <p:cNvSpPr txBox="1"/>
          <p:nvPr/>
        </p:nvSpPr>
        <p:spPr>
          <a:xfrm>
            <a:off x="708037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3A543B9A-E1CD-E83D-EF4A-468341E4782E}"/>
              </a:ext>
            </a:extLst>
          </p:cNvPr>
          <p:cNvSpPr txBox="1"/>
          <p:nvPr/>
        </p:nvSpPr>
        <p:spPr>
          <a:xfrm>
            <a:off x="2614078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AA8B808E-C2FC-CB58-178C-1FA65F8D70EB}"/>
              </a:ext>
            </a:extLst>
          </p:cNvPr>
          <p:cNvSpPr txBox="1"/>
          <p:nvPr/>
        </p:nvSpPr>
        <p:spPr>
          <a:xfrm>
            <a:off x="74904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541ABCD9-0A8C-7951-7502-0AC4DEB92AB9}"/>
              </a:ext>
            </a:extLst>
          </p:cNvPr>
          <p:cNvSpPr txBox="1"/>
          <p:nvPr/>
        </p:nvSpPr>
        <p:spPr>
          <a:xfrm rot="16200000">
            <a:off x="-594344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36D82300-7116-55C7-465F-19DAFF6F430A}"/>
              </a:ext>
            </a:extLst>
          </p:cNvPr>
          <p:cNvCxnSpPr>
            <a:cxnSpLocks/>
          </p:cNvCxnSpPr>
          <p:nvPr/>
        </p:nvCxnSpPr>
        <p:spPr>
          <a:xfrm>
            <a:off x="2855640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F5AD6C63-2090-D5BC-8859-BB84F00E82C6}"/>
              </a:ext>
            </a:extLst>
          </p:cNvPr>
          <p:cNvCxnSpPr>
            <a:cxnSpLocks/>
          </p:cNvCxnSpPr>
          <p:nvPr/>
        </p:nvCxnSpPr>
        <p:spPr>
          <a:xfrm>
            <a:off x="1055440" y="1628800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2CBA6C96-ED57-488F-1722-89E09BFFA0FA}"/>
              </a:ext>
            </a:extLst>
          </p:cNvPr>
          <p:cNvCxnSpPr>
            <a:cxnSpLocks/>
          </p:cNvCxnSpPr>
          <p:nvPr/>
        </p:nvCxnSpPr>
        <p:spPr>
          <a:xfrm flipV="1">
            <a:off x="1054269" y="1628800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ED9A905C-8DE7-8BD7-E14D-0899BC506BD8}"/>
              </a:ext>
            </a:extLst>
          </p:cNvPr>
          <p:cNvCxnSpPr>
            <a:cxnSpLocks/>
          </p:cNvCxnSpPr>
          <p:nvPr/>
        </p:nvCxnSpPr>
        <p:spPr>
          <a:xfrm>
            <a:off x="2853019" y="1633562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CE4937BE-1960-A51A-1F24-9BE526B4EDC1}"/>
              </a:ext>
            </a:extLst>
          </p:cNvPr>
          <p:cNvCxnSpPr>
            <a:cxnSpLocks/>
          </p:cNvCxnSpPr>
          <p:nvPr/>
        </p:nvCxnSpPr>
        <p:spPr>
          <a:xfrm>
            <a:off x="695400" y="342900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90A6137D-9620-2520-DA00-05CF4515C285}"/>
              </a:ext>
            </a:extLst>
          </p:cNvPr>
          <p:cNvCxnSpPr>
            <a:cxnSpLocks/>
          </p:cNvCxnSpPr>
          <p:nvPr/>
        </p:nvCxnSpPr>
        <p:spPr>
          <a:xfrm>
            <a:off x="4292007" y="3429000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19B0F6E0-4102-E46E-F41F-84EAC66BD152}"/>
              </a:ext>
            </a:extLst>
          </p:cNvPr>
          <p:cNvCxnSpPr>
            <a:cxnSpLocks/>
          </p:cNvCxnSpPr>
          <p:nvPr/>
        </p:nvCxnSpPr>
        <p:spPr>
          <a:xfrm flipV="1">
            <a:off x="4652047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3A219126-7DFA-74A1-DAE6-76913ABEC2C2}"/>
              </a:ext>
            </a:extLst>
          </p:cNvPr>
          <p:cNvSpPr txBox="1"/>
          <p:nvPr/>
        </p:nvSpPr>
        <p:spPr>
          <a:xfrm>
            <a:off x="6617042" y="3415722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2352929A-81DB-2FC1-14E9-3D0A16B4C592}"/>
              </a:ext>
            </a:extLst>
          </p:cNvPr>
          <p:cNvSpPr txBox="1"/>
          <p:nvPr/>
        </p:nvSpPr>
        <p:spPr>
          <a:xfrm>
            <a:off x="4304644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C032E3B4-FE69-E5B3-0C94-4BF765F00536}"/>
              </a:ext>
            </a:extLst>
          </p:cNvPr>
          <p:cNvSpPr txBox="1"/>
          <p:nvPr/>
        </p:nvSpPr>
        <p:spPr>
          <a:xfrm>
            <a:off x="6210685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B0F21AD1-323F-09DD-FDE1-9000BD2FFFEE}"/>
              </a:ext>
            </a:extLst>
          </p:cNvPr>
          <p:cNvSpPr txBox="1"/>
          <p:nvPr/>
        </p:nvSpPr>
        <p:spPr>
          <a:xfrm>
            <a:off x="4345654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1CBCFC51-E2FF-9D54-EED8-59B6CDC1E575}"/>
              </a:ext>
            </a:extLst>
          </p:cNvPr>
          <p:cNvSpPr txBox="1"/>
          <p:nvPr/>
        </p:nvSpPr>
        <p:spPr>
          <a:xfrm rot="16200000">
            <a:off x="3002263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8785B233-248D-11FF-A4D9-2559A4CD023E}"/>
              </a:ext>
            </a:extLst>
          </p:cNvPr>
          <p:cNvCxnSpPr>
            <a:cxnSpLocks/>
          </p:cNvCxnSpPr>
          <p:nvPr/>
        </p:nvCxnSpPr>
        <p:spPr>
          <a:xfrm>
            <a:off x="6452247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165CAD2F-3A22-DF80-4030-55F61B953D18}"/>
              </a:ext>
            </a:extLst>
          </p:cNvPr>
          <p:cNvCxnSpPr>
            <a:cxnSpLocks/>
          </p:cNvCxnSpPr>
          <p:nvPr/>
        </p:nvCxnSpPr>
        <p:spPr>
          <a:xfrm>
            <a:off x="4652047" y="1628800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B782182D-140C-4998-2B48-C7E06233BE55}"/>
              </a:ext>
            </a:extLst>
          </p:cNvPr>
          <p:cNvCxnSpPr>
            <a:cxnSpLocks/>
          </p:cNvCxnSpPr>
          <p:nvPr/>
        </p:nvCxnSpPr>
        <p:spPr>
          <a:xfrm flipV="1">
            <a:off x="4650876" y="1628800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56D1E8C8-CACB-925F-A08D-CF516C25E6FB}"/>
              </a:ext>
            </a:extLst>
          </p:cNvPr>
          <p:cNvCxnSpPr>
            <a:cxnSpLocks/>
          </p:cNvCxnSpPr>
          <p:nvPr/>
        </p:nvCxnSpPr>
        <p:spPr>
          <a:xfrm>
            <a:off x="6449626" y="1633562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5518FC85-5018-4B15-8D22-0C28C8BDEF0E}"/>
              </a:ext>
            </a:extLst>
          </p:cNvPr>
          <p:cNvCxnSpPr>
            <a:cxnSpLocks/>
          </p:cNvCxnSpPr>
          <p:nvPr/>
        </p:nvCxnSpPr>
        <p:spPr>
          <a:xfrm>
            <a:off x="4292007" y="342900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93FA38F1-BA8C-11C5-4E5A-CEF000ADFBA2}"/>
              </a:ext>
            </a:extLst>
          </p:cNvPr>
          <p:cNvCxnSpPr>
            <a:cxnSpLocks/>
          </p:cNvCxnSpPr>
          <p:nvPr/>
        </p:nvCxnSpPr>
        <p:spPr>
          <a:xfrm>
            <a:off x="9336360" y="3429000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2D2E6D1D-CBD2-7ADB-C132-72B313261A33}"/>
              </a:ext>
            </a:extLst>
          </p:cNvPr>
          <p:cNvCxnSpPr>
            <a:cxnSpLocks/>
          </p:cNvCxnSpPr>
          <p:nvPr/>
        </p:nvCxnSpPr>
        <p:spPr>
          <a:xfrm flipV="1">
            <a:off x="9696400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F3098E32-633B-D9B4-73EC-933373FF6C41}"/>
              </a:ext>
            </a:extLst>
          </p:cNvPr>
          <p:cNvSpPr txBox="1"/>
          <p:nvPr/>
        </p:nvSpPr>
        <p:spPr>
          <a:xfrm>
            <a:off x="11758606" y="30463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6FB8DD62-A2D6-8BC5-6D3D-C69AFE77831D}"/>
              </a:ext>
            </a:extLst>
          </p:cNvPr>
          <p:cNvSpPr txBox="1"/>
          <p:nvPr/>
        </p:nvSpPr>
        <p:spPr>
          <a:xfrm>
            <a:off x="9348997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735E2A33-B4AF-8937-038F-5887BEB532A7}"/>
              </a:ext>
            </a:extLst>
          </p:cNvPr>
          <p:cNvSpPr txBox="1"/>
          <p:nvPr/>
        </p:nvSpPr>
        <p:spPr>
          <a:xfrm>
            <a:off x="10905362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868A64CC-80F0-5FF5-55B0-87941B1DDF6B}"/>
              </a:ext>
            </a:extLst>
          </p:cNvPr>
          <p:cNvSpPr txBox="1"/>
          <p:nvPr/>
        </p:nvSpPr>
        <p:spPr>
          <a:xfrm>
            <a:off x="939000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50742462-08A0-45AD-4BEF-3803BA51C25E}"/>
              </a:ext>
            </a:extLst>
          </p:cNvPr>
          <p:cNvSpPr txBox="1"/>
          <p:nvPr/>
        </p:nvSpPr>
        <p:spPr>
          <a:xfrm rot="16200000">
            <a:off x="7627664" y="216886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77DCE75D-3FE3-4440-B4BE-DFAD6BCCE590}"/>
              </a:ext>
            </a:extLst>
          </p:cNvPr>
          <p:cNvCxnSpPr>
            <a:cxnSpLocks/>
          </p:cNvCxnSpPr>
          <p:nvPr/>
        </p:nvCxnSpPr>
        <p:spPr>
          <a:xfrm>
            <a:off x="9696400" y="1628800"/>
            <a:ext cx="143964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459D6AA1-4CF7-D4ED-FE74-2B877D95247A}"/>
              </a:ext>
            </a:extLst>
          </p:cNvPr>
          <p:cNvCxnSpPr>
            <a:cxnSpLocks/>
          </p:cNvCxnSpPr>
          <p:nvPr/>
        </p:nvCxnSpPr>
        <p:spPr>
          <a:xfrm flipV="1">
            <a:off x="10416480" y="1640382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1CA584F2-0297-4EC0-09CF-99E3C9597B31}"/>
              </a:ext>
            </a:extLst>
          </p:cNvPr>
          <p:cNvSpPr txBox="1"/>
          <p:nvPr/>
        </p:nvSpPr>
        <p:spPr>
          <a:xfrm>
            <a:off x="11609767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1.5</a:t>
            </a:r>
            <a:endParaRPr kumimoji="1" lang="ja-JP" altLang="en-US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2EA08388-3EC9-7F71-E224-84430FCACF06}"/>
              </a:ext>
            </a:extLst>
          </p:cNvPr>
          <p:cNvSpPr txBox="1"/>
          <p:nvPr/>
        </p:nvSpPr>
        <p:spPr>
          <a:xfrm>
            <a:off x="10174744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38" name="直線コネクタ 137">
            <a:extLst>
              <a:ext uri="{FF2B5EF4-FFF2-40B4-BE49-F238E27FC236}">
                <a16:creationId xmlns:a16="http://schemas.microsoft.com/office/drawing/2014/main" id="{C5922C80-7459-403A-A6D6-1C5488E96A40}"/>
              </a:ext>
            </a:extLst>
          </p:cNvPr>
          <p:cNvCxnSpPr>
            <a:cxnSpLocks/>
          </p:cNvCxnSpPr>
          <p:nvPr/>
        </p:nvCxnSpPr>
        <p:spPr>
          <a:xfrm flipH="1" flipV="1">
            <a:off x="11143784" y="1640382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E867C92A-BD56-B652-4DF9-21379122529C}"/>
              </a:ext>
            </a:extLst>
          </p:cNvPr>
          <p:cNvSpPr/>
          <p:nvPr/>
        </p:nvSpPr>
        <p:spPr>
          <a:xfrm>
            <a:off x="7521097" y="1640382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FC57512A-28FC-3253-136D-2B42AE1DE784}"/>
              </a:ext>
            </a:extLst>
          </p:cNvPr>
          <p:cNvCxnSpPr>
            <a:cxnSpLocks/>
          </p:cNvCxnSpPr>
          <p:nvPr/>
        </p:nvCxnSpPr>
        <p:spPr>
          <a:xfrm>
            <a:off x="695400" y="6307765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878D8F56-7A88-127E-4777-FE5A1564270F}"/>
              </a:ext>
            </a:extLst>
          </p:cNvPr>
          <p:cNvCxnSpPr>
            <a:cxnSpLocks/>
          </p:cNvCxnSpPr>
          <p:nvPr/>
        </p:nvCxnSpPr>
        <p:spPr>
          <a:xfrm flipV="1">
            <a:off x="1055440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A24A97DC-9DE6-7A52-071B-3816C51DD910}"/>
              </a:ext>
            </a:extLst>
          </p:cNvPr>
          <p:cNvSpPr txBox="1"/>
          <p:nvPr/>
        </p:nvSpPr>
        <p:spPr>
          <a:xfrm>
            <a:off x="3020435" y="629448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088F3637-35EB-11CA-5AB2-424130ABCC4D}"/>
              </a:ext>
            </a:extLst>
          </p:cNvPr>
          <p:cNvSpPr txBox="1"/>
          <p:nvPr/>
        </p:nvSpPr>
        <p:spPr>
          <a:xfrm>
            <a:off x="708037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647873CE-7C7D-5BA3-AC0C-5A624B7C2384}"/>
              </a:ext>
            </a:extLst>
          </p:cNvPr>
          <p:cNvSpPr txBox="1"/>
          <p:nvPr/>
        </p:nvSpPr>
        <p:spPr>
          <a:xfrm>
            <a:off x="2614078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E24446EF-90D9-4501-BFDE-92BF873B489A}"/>
              </a:ext>
            </a:extLst>
          </p:cNvPr>
          <p:cNvSpPr txBox="1"/>
          <p:nvPr/>
        </p:nvSpPr>
        <p:spPr>
          <a:xfrm>
            <a:off x="749047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1483FCD-45BE-90C6-231B-78E451CA1618}"/>
              </a:ext>
            </a:extLst>
          </p:cNvPr>
          <p:cNvSpPr txBox="1"/>
          <p:nvPr/>
        </p:nvSpPr>
        <p:spPr>
          <a:xfrm rot="16200000">
            <a:off x="-594344" y="504762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0F535FA4-A837-5BB7-CB1E-1140A87FC3F5}"/>
              </a:ext>
            </a:extLst>
          </p:cNvPr>
          <p:cNvCxnSpPr>
            <a:cxnSpLocks/>
          </p:cNvCxnSpPr>
          <p:nvPr/>
        </p:nvCxnSpPr>
        <p:spPr>
          <a:xfrm>
            <a:off x="2855640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0B6E547E-DA6D-08CE-27A1-B5C229129D7E}"/>
              </a:ext>
            </a:extLst>
          </p:cNvPr>
          <p:cNvCxnSpPr>
            <a:cxnSpLocks/>
          </p:cNvCxnSpPr>
          <p:nvPr/>
        </p:nvCxnSpPr>
        <p:spPr>
          <a:xfrm>
            <a:off x="1055440" y="4507565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1607E4CC-4AC0-79EE-DCF2-5C06C4E93645}"/>
              </a:ext>
            </a:extLst>
          </p:cNvPr>
          <p:cNvCxnSpPr>
            <a:cxnSpLocks/>
          </p:cNvCxnSpPr>
          <p:nvPr/>
        </p:nvCxnSpPr>
        <p:spPr>
          <a:xfrm flipV="1">
            <a:off x="1054269" y="4507565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05224D80-9663-1D43-EFEE-A35FFBF84F8C}"/>
              </a:ext>
            </a:extLst>
          </p:cNvPr>
          <p:cNvCxnSpPr>
            <a:cxnSpLocks/>
          </p:cNvCxnSpPr>
          <p:nvPr/>
        </p:nvCxnSpPr>
        <p:spPr>
          <a:xfrm>
            <a:off x="2853019" y="4512327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207F2996-8C8E-507B-8B6A-295E991FF6C9}"/>
              </a:ext>
            </a:extLst>
          </p:cNvPr>
          <p:cNvCxnSpPr>
            <a:cxnSpLocks/>
          </p:cNvCxnSpPr>
          <p:nvPr/>
        </p:nvCxnSpPr>
        <p:spPr>
          <a:xfrm>
            <a:off x="695400" y="6307765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0F6F3A86-AAA2-9DAF-25B4-9B38DE2DB572}"/>
              </a:ext>
            </a:extLst>
          </p:cNvPr>
          <p:cNvCxnSpPr>
            <a:cxnSpLocks/>
          </p:cNvCxnSpPr>
          <p:nvPr/>
        </p:nvCxnSpPr>
        <p:spPr>
          <a:xfrm>
            <a:off x="4292007" y="6307765"/>
            <a:ext cx="252028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31DDCE18-13B8-8E07-D469-977F7E70298D}"/>
              </a:ext>
            </a:extLst>
          </p:cNvPr>
          <p:cNvCxnSpPr>
            <a:cxnSpLocks/>
          </p:cNvCxnSpPr>
          <p:nvPr/>
        </p:nvCxnSpPr>
        <p:spPr>
          <a:xfrm flipV="1">
            <a:off x="4652047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250ACB45-A1B5-65EA-5B50-5CF8930866F0}"/>
              </a:ext>
            </a:extLst>
          </p:cNvPr>
          <p:cNvSpPr txBox="1"/>
          <p:nvPr/>
        </p:nvSpPr>
        <p:spPr>
          <a:xfrm>
            <a:off x="6617042" y="629448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1A97C610-E9D6-FBE5-DB45-5BA2B3B7C8B5}"/>
              </a:ext>
            </a:extLst>
          </p:cNvPr>
          <p:cNvSpPr txBox="1"/>
          <p:nvPr/>
        </p:nvSpPr>
        <p:spPr>
          <a:xfrm>
            <a:off x="4304644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56" name="テキスト ボックス 155">
            <a:extLst>
              <a:ext uri="{FF2B5EF4-FFF2-40B4-BE49-F238E27FC236}">
                <a16:creationId xmlns:a16="http://schemas.microsoft.com/office/drawing/2014/main" id="{25E057AE-6895-14E3-62FB-FBBF5870DF22}"/>
              </a:ext>
            </a:extLst>
          </p:cNvPr>
          <p:cNvSpPr txBox="1"/>
          <p:nvPr/>
        </p:nvSpPr>
        <p:spPr>
          <a:xfrm>
            <a:off x="6210685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CE8DAAE7-3B4E-C95D-DF33-4B81389EE24D}"/>
              </a:ext>
            </a:extLst>
          </p:cNvPr>
          <p:cNvSpPr txBox="1"/>
          <p:nvPr/>
        </p:nvSpPr>
        <p:spPr>
          <a:xfrm>
            <a:off x="4345654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58" name="テキスト ボックス 157">
            <a:extLst>
              <a:ext uri="{FF2B5EF4-FFF2-40B4-BE49-F238E27FC236}">
                <a16:creationId xmlns:a16="http://schemas.microsoft.com/office/drawing/2014/main" id="{80DD7E53-0B5B-EEC4-347E-976AF3EF4C2C}"/>
              </a:ext>
            </a:extLst>
          </p:cNvPr>
          <p:cNvSpPr txBox="1"/>
          <p:nvPr/>
        </p:nvSpPr>
        <p:spPr>
          <a:xfrm rot="16200000">
            <a:off x="3002263" y="504762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59" name="直線コネクタ 158">
            <a:extLst>
              <a:ext uri="{FF2B5EF4-FFF2-40B4-BE49-F238E27FC236}">
                <a16:creationId xmlns:a16="http://schemas.microsoft.com/office/drawing/2014/main" id="{FC93CEEC-8F18-F610-2009-9A139A06DA03}"/>
              </a:ext>
            </a:extLst>
          </p:cNvPr>
          <p:cNvCxnSpPr>
            <a:cxnSpLocks/>
          </p:cNvCxnSpPr>
          <p:nvPr/>
        </p:nvCxnSpPr>
        <p:spPr>
          <a:xfrm>
            <a:off x="6452247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319D166F-23CA-14D8-E995-A4BA87F68404}"/>
              </a:ext>
            </a:extLst>
          </p:cNvPr>
          <p:cNvCxnSpPr>
            <a:cxnSpLocks/>
          </p:cNvCxnSpPr>
          <p:nvPr/>
        </p:nvCxnSpPr>
        <p:spPr>
          <a:xfrm>
            <a:off x="4652047" y="4507565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A0E1EA0C-89D5-8D50-ACE0-FA80CBF3C8C7}"/>
              </a:ext>
            </a:extLst>
          </p:cNvPr>
          <p:cNvCxnSpPr>
            <a:cxnSpLocks/>
          </p:cNvCxnSpPr>
          <p:nvPr/>
        </p:nvCxnSpPr>
        <p:spPr>
          <a:xfrm>
            <a:off x="4650876" y="4507565"/>
            <a:ext cx="1800200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D9F073D4-F9D9-E268-FFFF-E380201DC8C8}"/>
              </a:ext>
            </a:extLst>
          </p:cNvPr>
          <p:cNvCxnSpPr>
            <a:cxnSpLocks/>
          </p:cNvCxnSpPr>
          <p:nvPr/>
        </p:nvCxnSpPr>
        <p:spPr>
          <a:xfrm>
            <a:off x="6449626" y="6309320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D2D1E32C-333F-B877-226E-CBB23453B085}"/>
              </a:ext>
            </a:extLst>
          </p:cNvPr>
          <p:cNvCxnSpPr>
            <a:cxnSpLocks/>
          </p:cNvCxnSpPr>
          <p:nvPr/>
        </p:nvCxnSpPr>
        <p:spPr>
          <a:xfrm>
            <a:off x="4292007" y="4519147"/>
            <a:ext cx="36266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72A0F7D7-DFD7-0007-74D2-5D2662C106D0}"/>
              </a:ext>
            </a:extLst>
          </p:cNvPr>
          <p:cNvCxnSpPr>
            <a:cxnSpLocks/>
          </p:cNvCxnSpPr>
          <p:nvPr/>
        </p:nvCxnSpPr>
        <p:spPr>
          <a:xfrm>
            <a:off x="9336360" y="6307765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線コネクタ 164">
            <a:extLst>
              <a:ext uri="{FF2B5EF4-FFF2-40B4-BE49-F238E27FC236}">
                <a16:creationId xmlns:a16="http://schemas.microsoft.com/office/drawing/2014/main" id="{CA21391C-BC18-1D2C-E423-605E74C0391C}"/>
              </a:ext>
            </a:extLst>
          </p:cNvPr>
          <p:cNvCxnSpPr>
            <a:cxnSpLocks/>
          </p:cNvCxnSpPr>
          <p:nvPr/>
        </p:nvCxnSpPr>
        <p:spPr>
          <a:xfrm flipV="1">
            <a:off x="9696400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EE072094-6E84-0811-BF50-D7D1D8A034A7}"/>
              </a:ext>
            </a:extLst>
          </p:cNvPr>
          <p:cNvSpPr txBox="1"/>
          <p:nvPr/>
        </p:nvSpPr>
        <p:spPr>
          <a:xfrm>
            <a:off x="11758606" y="592515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7FE45EF9-3EB6-2278-FE6C-EF3E9B83AF9D}"/>
              </a:ext>
            </a:extLst>
          </p:cNvPr>
          <p:cNvSpPr txBox="1"/>
          <p:nvPr/>
        </p:nvSpPr>
        <p:spPr>
          <a:xfrm>
            <a:off x="9348997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913DF209-37E1-DD6E-D635-5A4AED42E8D8}"/>
              </a:ext>
            </a:extLst>
          </p:cNvPr>
          <p:cNvSpPr txBox="1"/>
          <p:nvPr/>
        </p:nvSpPr>
        <p:spPr>
          <a:xfrm>
            <a:off x="10905362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873E3762-4F0D-D8F0-87C9-0F435E084B5C}"/>
              </a:ext>
            </a:extLst>
          </p:cNvPr>
          <p:cNvSpPr txBox="1"/>
          <p:nvPr/>
        </p:nvSpPr>
        <p:spPr>
          <a:xfrm>
            <a:off x="9390007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C69E0486-50DD-D443-6CED-55933A53B4B3}"/>
              </a:ext>
            </a:extLst>
          </p:cNvPr>
          <p:cNvSpPr txBox="1"/>
          <p:nvPr/>
        </p:nvSpPr>
        <p:spPr>
          <a:xfrm rot="16200000">
            <a:off x="7627664" y="504762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Degree of membership</a:t>
            </a:r>
            <a:endParaRPr kumimoji="1" lang="ja-JP" altLang="en-US" dirty="0"/>
          </a:p>
        </p:txBody>
      </p: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05760449-5E36-684E-82B6-C3B9D6A1FEF7}"/>
              </a:ext>
            </a:extLst>
          </p:cNvPr>
          <p:cNvCxnSpPr>
            <a:cxnSpLocks/>
          </p:cNvCxnSpPr>
          <p:nvPr/>
        </p:nvCxnSpPr>
        <p:spPr>
          <a:xfrm>
            <a:off x="9696400" y="4507565"/>
            <a:ext cx="72730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直線コネクタ 172">
            <a:extLst>
              <a:ext uri="{FF2B5EF4-FFF2-40B4-BE49-F238E27FC236}">
                <a16:creationId xmlns:a16="http://schemas.microsoft.com/office/drawing/2014/main" id="{20BEAE3F-A877-F39C-A3E0-E9523CEA9B1E}"/>
              </a:ext>
            </a:extLst>
          </p:cNvPr>
          <p:cNvCxnSpPr>
            <a:cxnSpLocks/>
          </p:cNvCxnSpPr>
          <p:nvPr/>
        </p:nvCxnSpPr>
        <p:spPr>
          <a:xfrm flipV="1">
            <a:off x="9696399" y="4519147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C6A7531A-3441-95BB-6C25-7F5A8B369932}"/>
              </a:ext>
            </a:extLst>
          </p:cNvPr>
          <p:cNvSpPr txBox="1"/>
          <p:nvPr/>
        </p:nvSpPr>
        <p:spPr>
          <a:xfrm>
            <a:off x="10174744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F4BA0819-C27D-0E8D-7034-5BD120454791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4519147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841550A9-F481-8CB8-C55E-E9A0F9A542DB}"/>
              </a:ext>
            </a:extLst>
          </p:cNvPr>
          <p:cNvSpPr/>
          <p:nvPr/>
        </p:nvSpPr>
        <p:spPr>
          <a:xfrm>
            <a:off x="7521097" y="4519147"/>
            <a:ext cx="740275" cy="1800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cxnSp>
        <p:nvCxnSpPr>
          <p:cNvPr id="182" name="直線コネクタ 181">
            <a:extLst>
              <a:ext uri="{FF2B5EF4-FFF2-40B4-BE49-F238E27FC236}">
                <a16:creationId xmlns:a16="http://schemas.microsoft.com/office/drawing/2014/main" id="{0EA82C44-E6F8-5AEB-E265-28004FB83D5E}"/>
              </a:ext>
            </a:extLst>
          </p:cNvPr>
          <p:cNvCxnSpPr>
            <a:cxnSpLocks/>
          </p:cNvCxnSpPr>
          <p:nvPr/>
        </p:nvCxnSpPr>
        <p:spPr>
          <a:xfrm>
            <a:off x="1775520" y="2708920"/>
            <a:ext cx="0" cy="97008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FFD05284-0B2F-A30F-CBAF-94E4A02AACE5}"/>
              </a:ext>
            </a:extLst>
          </p:cNvPr>
          <p:cNvCxnSpPr>
            <a:cxnSpLocks/>
          </p:cNvCxnSpPr>
          <p:nvPr/>
        </p:nvCxnSpPr>
        <p:spPr>
          <a:xfrm>
            <a:off x="6096000" y="1988840"/>
            <a:ext cx="0" cy="1043251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直線コネクタ 185">
            <a:extLst>
              <a:ext uri="{FF2B5EF4-FFF2-40B4-BE49-F238E27FC236}">
                <a16:creationId xmlns:a16="http://schemas.microsoft.com/office/drawing/2014/main" id="{03C61F92-7938-B809-76A0-138462B7C08A}"/>
              </a:ext>
            </a:extLst>
          </p:cNvPr>
          <p:cNvCxnSpPr>
            <a:cxnSpLocks/>
          </p:cNvCxnSpPr>
          <p:nvPr/>
        </p:nvCxnSpPr>
        <p:spPr>
          <a:xfrm>
            <a:off x="1775520" y="270892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4E736322-E42C-C122-3B08-B6681D491310}"/>
              </a:ext>
            </a:extLst>
          </p:cNvPr>
          <p:cNvCxnSpPr>
            <a:cxnSpLocks/>
          </p:cNvCxnSpPr>
          <p:nvPr/>
        </p:nvCxnSpPr>
        <p:spPr>
          <a:xfrm>
            <a:off x="6096000" y="1988840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1" name="直線コネクタ 190">
            <a:extLst>
              <a:ext uri="{FF2B5EF4-FFF2-40B4-BE49-F238E27FC236}">
                <a16:creationId xmlns:a16="http://schemas.microsoft.com/office/drawing/2014/main" id="{B3E94E8A-0BAE-4954-7FB7-022B0E7696AF}"/>
              </a:ext>
            </a:extLst>
          </p:cNvPr>
          <p:cNvCxnSpPr>
            <a:cxnSpLocks/>
          </p:cNvCxnSpPr>
          <p:nvPr/>
        </p:nvCxnSpPr>
        <p:spPr>
          <a:xfrm>
            <a:off x="1775520" y="558924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コネクタ 191">
            <a:extLst>
              <a:ext uri="{FF2B5EF4-FFF2-40B4-BE49-F238E27FC236}">
                <a16:creationId xmlns:a16="http://schemas.microsoft.com/office/drawing/2014/main" id="{47842C37-60C5-0323-C6FF-AFBE65EB01C4}"/>
              </a:ext>
            </a:extLst>
          </p:cNvPr>
          <p:cNvCxnSpPr>
            <a:cxnSpLocks/>
          </p:cNvCxnSpPr>
          <p:nvPr/>
        </p:nvCxnSpPr>
        <p:spPr>
          <a:xfrm>
            <a:off x="6096000" y="5949280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0F68DAE8-4608-E2E0-9E32-78686B9DCA1B}"/>
              </a:ext>
            </a:extLst>
          </p:cNvPr>
          <p:cNvCxnSpPr>
            <a:cxnSpLocks/>
          </p:cNvCxnSpPr>
          <p:nvPr/>
        </p:nvCxnSpPr>
        <p:spPr>
          <a:xfrm>
            <a:off x="1775520" y="810952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0D3D40F0-ABA0-0318-9CD6-013513144CD2}"/>
              </a:ext>
            </a:extLst>
          </p:cNvPr>
          <p:cNvCxnSpPr>
            <a:cxnSpLocks/>
          </p:cNvCxnSpPr>
          <p:nvPr/>
        </p:nvCxnSpPr>
        <p:spPr>
          <a:xfrm>
            <a:off x="6096000" y="7749480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5076C584-2092-4929-E16D-0DF56D2E754B}"/>
              </a:ext>
            </a:extLst>
          </p:cNvPr>
          <p:cNvCxnSpPr>
            <a:cxnSpLocks/>
          </p:cNvCxnSpPr>
          <p:nvPr/>
        </p:nvCxnSpPr>
        <p:spPr>
          <a:xfrm>
            <a:off x="1775520" y="10989840"/>
            <a:ext cx="574557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コネクタ 195">
            <a:extLst>
              <a:ext uri="{FF2B5EF4-FFF2-40B4-BE49-F238E27FC236}">
                <a16:creationId xmlns:a16="http://schemas.microsoft.com/office/drawing/2014/main" id="{6C8A8590-02AF-C110-407A-3BAF02860060}"/>
              </a:ext>
            </a:extLst>
          </p:cNvPr>
          <p:cNvCxnSpPr>
            <a:cxnSpLocks/>
          </p:cNvCxnSpPr>
          <p:nvPr/>
        </p:nvCxnSpPr>
        <p:spPr>
          <a:xfrm>
            <a:off x="6096000" y="11676446"/>
            <a:ext cx="1425097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直線コネクタ 196">
            <a:extLst>
              <a:ext uri="{FF2B5EF4-FFF2-40B4-BE49-F238E27FC236}">
                <a16:creationId xmlns:a16="http://schemas.microsoft.com/office/drawing/2014/main" id="{2F00888E-0011-4877-C4BC-BF16DD19B239}"/>
              </a:ext>
            </a:extLst>
          </p:cNvPr>
          <p:cNvCxnSpPr>
            <a:cxnSpLocks/>
          </p:cNvCxnSpPr>
          <p:nvPr/>
        </p:nvCxnSpPr>
        <p:spPr>
          <a:xfrm>
            <a:off x="8261372" y="2924944"/>
            <a:ext cx="2874674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9" name="直線コネクタ 198">
            <a:extLst>
              <a:ext uri="{FF2B5EF4-FFF2-40B4-BE49-F238E27FC236}">
                <a16:creationId xmlns:a16="http://schemas.microsoft.com/office/drawing/2014/main" id="{2C6345AF-E310-93D6-C62A-651CF253B8B5}"/>
              </a:ext>
            </a:extLst>
          </p:cNvPr>
          <p:cNvCxnSpPr>
            <a:cxnSpLocks/>
          </p:cNvCxnSpPr>
          <p:nvPr/>
        </p:nvCxnSpPr>
        <p:spPr>
          <a:xfrm>
            <a:off x="8261372" y="6165304"/>
            <a:ext cx="2162331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1" name="直線コネクタ 200">
            <a:extLst>
              <a:ext uri="{FF2B5EF4-FFF2-40B4-BE49-F238E27FC236}">
                <a16:creationId xmlns:a16="http://schemas.microsoft.com/office/drawing/2014/main" id="{31D54247-32B0-0F0C-0078-68B7E72AB9AE}"/>
              </a:ext>
            </a:extLst>
          </p:cNvPr>
          <p:cNvCxnSpPr>
            <a:cxnSpLocks/>
          </p:cNvCxnSpPr>
          <p:nvPr/>
        </p:nvCxnSpPr>
        <p:spPr>
          <a:xfrm>
            <a:off x="8261372" y="8469560"/>
            <a:ext cx="2162331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2" name="直線コネクタ 201">
            <a:extLst>
              <a:ext uri="{FF2B5EF4-FFF2-40B4-BE49-F238E27FC236}">
                <a16:creationId xmlns:a16="http://schemas.microsoft.com/office/drawing/2014/main" id="{54FC9CD7-1533-C254-C769-C4945D81F198}"/>
              </a:ext>
            </a:extLst>
          </p:cNvPr>
          <p:cNvCxnSpPr>
            <a:cxnSpLocks/>
          </p:cNvCxnSpPr>
          <p:nvPr/>
        </p:nvCxnSpPr>
        <p:spPr>
          <a:xfrm>
            <a:off x="8261372" y="11781928"/>
            <a:ext cx="1434516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1" name="二等辺三角形 210">
            <a:extLst>
              <a:ext uri="{FF2B5EF4-FFF2-40B4-BE49-F238E27FC236}">
                <a16:creationId xmlns:a16="http://schemas.microsoft.com/office/drawing/2014/main" id="{427F82B7-6DD0-DAA6-4FFD-BA1FB8682FA3}"/>
              </a:ext>
            </a:extLst>
          </p:cNvPr>
          <p:cNvSpPr/>
          <p:nvPr/>
        </p:nvSpPr>
        <p:spPr>
          <a:xfrm>
            <a:off x="10415967" y="2924947"/>
            <a:ext cx="1440671" cy="50393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2" name="二等辺三角形 211">
            <a:extLst>
              <a:ext uri="{FF2B5EF4-FFF2-40B4-BE49-F238E27FC236}">
                <a16:creationId xmlns:a16="http://schemas.microsoft.com/office/drawing/2014/main" id="{E479BCB9-0E3E-6136-CA02-F5E2F76173A4}"/>
              </a:ext>
            </a:extLst>
          </p:cNvPr>
          <p:cNvSpPr/>
          <p:nvPr/>
        </p:nvSpPr>
        <p:spPr>
          <a:xfrm>
            <a:off x="9703624" y="6165310"/>
            <a:ext cx="1414753" cy="141747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3" name="二等辺三角形 212">
            <a:extLst>
              <a:ext uri="{FF2B5EF4-FFF2-40B4-BE49-F238E27FC236}">
                <a16:creationId xmlns:a16="http://schemas.microsoft.com/office/drawing/2014/main" id="{FA6197EB-B77A-2307-9E3D-ACA15815FCFF}"/>
              </a:ext>
            </a:extLst>
          </p:cNvPr>
          <p:cNvSpPr/>
          <p:nvPr/>
        </p:nvSpPr>
        <p:spPr>
          <a:xfrm>
            <a:off x="9695888" y="8464895"/>
            <a:ext cx="1422489" cy="70666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4" name="二等辺三角形 213">
            <a:extLst>
              <a:ext uri="{FF2B5EF4-FFF2-40B4-BE49-F238E27FC236}">
                <a16:creationId xmlns:a16="http://schemas.microsoft.com/office/drawing/2014/main" id="{BF314669-063F-2120-B2A2-F436EC13940D}"/>
              </a:ext>
            </a:extLst>
          </p:cNvPr>
          <p:cNvSpPr/>
          <p:nvPr/>
        </p:nvSpPr>
        <p:spPr>
          <a:xfrm>
            <a:off x="8976320" y="11796902"/>
            <a:ext cx="1426117" cy="253423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149EBA6-2B2E-DE64-016F-54617F2046F7}"/>
              </a:ext>
            </a:extLst>
          </p:cNvPr>
          <p:cNvCxnSpPr>
            <a:cxnSpLocks/>
          </p:cNvCxnSpPr>
          <p:nvPr/>
        </p:nvCxnSpPr>
        <p:spPr>
          <a:xfrm>
            <a:off x="10416479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0100976D-B852-1599-80D1-CE7D7994D5BE}"/>
              </a:ext>
            </a:extLst>
          </p:cNvPr>
          <p:cNvCxnSpPr>
            <a:cxnSpLocks/>
          </p:cNvCxnSpPr>
          <p:nvPr/>
        </p:nvCxnSpPr>
        <p:spPr>
          <a:xfrm>
            <a:off x="11136560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線コネクタ 170">
            <a:extLst>
              <a:ext uri="{FF2B5EF4-FFF2-40B4-BE49-F238E27FC236}">
                <a16:creationId xmlns:a16="http://schemas.microsoft.com/office/drawing/2014/main" id="{20615EF4-6455-6E58-0F1E-6712C3F6C5E1}"/>
              </a:ext>
            </a:extLst>
          </p:cNvPr>
          <p:cNvCxnSpPr>
            <a:cxnSpLocks/>
          </p:cNvCxnSpPr>
          <p:nvPr/>
        </p:nvCxnSpPr>
        <p:spPr>
          <a:xfrm>
            <a:off x="10416479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8" name="オブジェクト 217">
            <a:extLst>
              <a:ext uri="{FF2B5EF4-FFF2-40B4-BE49-F238E27FC236}">
                <a16:creationId xmlns:a16="http://schemas.microsoft.com/office/drawing/2014/main" id="{048FBEEC-4026-1BA1-3FC5-5165300B4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60020"/>
              </p:ext>
            </p:extLst>
          </p:nvPr>
        </p:nvGraphicFramePr>
        <p:xfrm>
          <a:off x="1428869" y="12407787"/>
          <a:ext cx="69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355320" progId="Equation.DSMT4">
                  <p:embed/>
                </p:oleObj>
              </mc:Choice>
              <mc:Fallback>
                <p:oleObj name="Equation" r:id="rId2" imgW="698400" imgH="355320" progId="Equation.DSMT4">
                  <p:embed/>
                  <p:pic>
                    <p:nvPicPr>
                      <p:cNvPr id="218" name="オブジェクト 217">
                        <a:extLst>
                          <a:ext uri="{FF2B5EF4-FFF2-40B4-BE49-F238E27FC236}">
                            <a16:creationId xmlns:a16="http://schemas.microsoft.com/office/drawing/2014/main" id="{048FBEEC-4026-1BA1-3FC5-5165300B47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8869" y="12407787"/>
                        <a:ext cx="698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" name="オブジェクト 219">
            <a:extLst>
              <a:ext uri="{FF2B5EF4-FFF2-40B4-BE49-F238E27FC236}">
                <a16:creationId xmlns:a16="http://schemas.microsoft.com/office/drawing/2014/main" id="{8D65CD23-A24D-7F27-50F6-869F01293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933411"/>
              </p:ext>
            </p:extLst>
          </p:nvPr>
        </p:nvGraphicFramePr>
        <p:xfrm>
          <a:off x="5753100" y="12407900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355320" progId="Equation.DSMT4">
                  <p:embed/>
                </p:oleObj>
              </mc:Choice>
              <mc:Fallback>
                <p:oleObj name="Equation" r:id="rId4" imgW="685800" imgH="355320" progId="Equation.DSMT4">
                  <p:embed/>
                  <p:pic>
                    <p:nvPicPr>
                      <p:cNvPr id="220" name="オブジェクト 219">
                        <a:extLst>
                          <a:ext uri="{FF2B5EF4-FFF2-40B4-BE49-F238E27FC236}">
                            <a16:creationId xmlns:a16="http://schemas.microsoft.com/office/drawing/2014/main" id="{8D65CD23-A24D-7F27-50F6-869F01293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53100" y="12407900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09048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D44AD3-C28B-7746-7D6E-B47A6386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非</a:t>
            </a:r>
            <a:r>
              <a:rPr lang="en-US" altLang="ja-JP" dirty="0"/>
              <a:t>Fuzzy</a:t>
            </a:r>
            <a:r>
              <a:rPr lang="ja-JP" altLang="en-US" dirty="0"/>
              <a:t>化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83153E-2FE6-4CBF-1320-86F93D01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71</a:t>
            </a:fld>
            <a:endParaRPr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F419FDA-AC85-681F-B343-1B88106B87C1}"/>
              </a:ext>
            </a:extLst>
          </p:cNvPr>
          <p:cNvCxnSpPr>
            <a:cxnSpLocks/>
          </p:cNvCxnSpPr>
          <p:nvPr/>
        </p:nvCxnSpPr>
        <p:spPr>
          <a:xfrm>
            <a:off x="9336360" y="9174948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B84E21D-CBAB-54B3-D8F4-3B3BEC600145}"/>
              </a:ext>
            </a:extLst>
          </p:cNvPr>
          <p:cNvCxnSpPr>
            <a:cxnSpLocks/>
          </p:cNvCxnSpPr>
          <p:nvPr/>
        </p:nvCxnSpPr>
        <p:spPr>
          <a:xfrm flipV="1">
            <a:off x="9696400" y="7014708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078D08-0F4D-6D0D-B1F0-08455D375478}"/>
              </a:ext>
            </a:extLst>
          </p:cNvPr>
          <p:cNvSpPr txBox="1"/>
          <p:nvPr/>
        </p:nvSpPr>
        <p:spPr>
          <a:xfrm>
            <a:off x="11758606" y="879233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EDC7D8-728A-2BEF-307D-1E8E7EAC3EE1}"/>
              </a:ext>
            </a:extLst>
          </p:cNvPr>
          <p:cNvSpPr txBox="1"/>
          <p:nvPr/>
        </p:nvSpPr>
        <p:spPr>
          <a:xfrm>
            <a:off x="9348997" y="71587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245900-FE16-A502-531E-C2318F7DE2E0}"/>
              </a:ext>
            </a:extLst>
          </p:cNvPr>
          <p:cNvSpPr txBox="1"/>
          <p:nvPr/>
        </p:nvSpPr>
        <p:spPr>
          <a:xfrm>
            <a:off x="10905362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BA75B4-3F94-A489-3AD7-4C26BB203957}"/>
              </a:ext>
            </a:extLst>
          </p:cNvPr>
          <p:cNvSpPr txBox="1"/>
          <p:nvPr/>
        </p:nvSpPr>
        <p:spPr>
          <a:xfrm>
            <a:off x="9390007" y="917325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5A93AED-076F-D66C-7981-417B1B8330A6}"/>
              </a:ext>
            </a:extLst>
          </p:cNvPr>
          <p:cNvCxnSpPr>
            <a:cxnSpLocks/>
          </p:cNvCxnSpPr>
          <p:nvPr/>
        </p:nvCxnSpPr>
        <p:spPr>
          <a:xfrm>
            <a:off x="9696400" y="7374748"/>
            <a:ext cx="72730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ECDBDE5-31DB-5D1F-6B44-6F875C9DCF10}"/>
              </a:ext>
            </a:extLst>
          </p:cNvPr>
          <p:cNvCxnSpPr>
            <a:cxnSpLocks/>
          </p:cNvCxnSpPr>
          <p:nvPr/>
        </p:nvCxnSpPr>
        <p:spPr>
          <a:xfrm flipV="1">
            <a:off x="9696399" y="7386330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C0972D-E556-E01D-CBAC-2BB2FCAD471F}"/>
              </a:ext>
            </a:extLst>
          </p:cNvPr>
          <p:cNvSpPr txBox="1"/>
          <p:nvPr/>
        </p:nvSpPr>
        <p:spPr>
          <a:xfrm>
            <a:off x="10324517" y="9173254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3594B3F-F4E8-A280-1751-B2950ECEFFA3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7386330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FDA7654-D339-8F01-BB58-91A474AB1768}"/>
              </a:ext>
            </a:extLst>
          </p:cNvPr>
          <p:cNvCxnSpPr>
            <a:cxnSpLocks/>
          </p:cNvCxnSpPr>
          <p:nvPr/>
        </p:nvCxnSpPr>
        <p:spPr>
          <a:xfrm>
            <a:off x="8904312" y="12053713"/>
            <a:ext cx="328768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0D83F67-33F7-8FDC-A774-300215FB6B9D}"/>
              </a:ext>
            </a:extLst>
          </p:cNvPr>
          <p:cNvCxnSpPr>
            <a:cxnSpLocks/>
          </p:cNvCxnSpPr>
          <p:nvPr/>
        </p:nvCxnSpPr>
        <p:spPr>
          <a:xfrm flipV="1">
            <a:off x="9696400" y="9893473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5C390E2-1A8F-C52F-8960-86318D4C851A}"/>
              </a:ext>
            </a:extLst>
          </p:cNvPr>
          <p:cNvSpPr txBox="1"/>
          <p:nvPr/>
        </p:nvSpPr>
        <p:spPr>
          <a:xfrm>
            <a:off x="11758606" y="1167110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1DD00D8-CFE4-A927-108C-95AB8DB535FC}"/>
              </a:ext>
            </a:extLst>
          </p:cNvPr>
          <p:cNvSpPr txBox="1"/>
          <p:nvPr/>
        </p:nvSpPr>
        <p:spPr>
          <a:xfrm>
            <a:off x="9348997" y="1003748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853D9E-DAA6-5FC6-04CB-C1E1AF1F3205}"/>
              </a:ext>
            </a:extLst>
          </p:cNvPr>
          <p:cNvSpPr txBox="1"/>
          <p:nvPr/>
        </p:nvSpPr>
        <p:spPr>
          <a:xfrm>
            <a:off x="9390007" y="1205201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7A860FA-9679-F222-E940-A3BD8C7139D4}"/>
              </a:ext>
            </a:extLst>
          </p:cNvPr>
          <p:cNvCxnSpPr>
            <a:cxnSpLocks/>
          </p:cNvCxnSpPr>
          <p:nvPr/>
        </p:nvCxnSpPr>
        <p:spPr>
          <a:xfrm flipV="1">
            <a:off x="8976320" y="10265095"/>
            <a:ext cx="719568" cy="178692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AE95B4C-DCB3-DD23-D66F-D26BD7547413}"/>
              </a:ext>
            </a:extLst>
          </p:cNvPr>
          <p:cNvSpPr txBox="1"/>
          <p:nvPr/>
        </p:nvSpPr>
        <p:spPr>
          <a:xfrm>
            <a:off x="11001681" y="12052019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EA4ABF7-237D-72B6-C251-EE80BE29E3D2}"/>
              </a:ext>
            </a:extLst>
          </p:cNvPr>
          <p:cNvCxnSpPr>
            <a:cxnSpLocks/>
          </p:cNvCxnSpPr>
          <p:nvPr/>
        </p:nvCxnSpPr>
        <p:spPr>
          <a:xfrm flipH="1" flipV="1">
            <a:off x="9703624" y="10265095"/>
            <a:ext cx="712343" cy="1800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7B6CA6D9-E145-110A-2AFF-F37D9312FF51}"/>
              </a:ext>
            </a:extLst>
          </p:cNvPr>
          <p:cNvCxnSpPr>
            <a:cxnSpLocks/>
          </p:cNvCxnSpPr>
          <p:nvPr/>
        </p:nvCxnSpPr>
        <p:spPr>
          <a:xfrm>
            <a:off x="9336360" y="3429000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7CAC240-942B-AAFF-3D77-71E9CF18FE21}"/>
              </a:ext>
            </a:extLst>
          </p:cNvPr>
          <p:cNvCxnSpPr>
            <a:cxnSpLocks/>
          </p:cNvCxnSpPr>
          <p:nvPr/>
        </p:nvCxnSpPr>
        <p:spPr>
          <a:xfrm flipV="1">
            <a:off x="9696400" y="1268760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E8C0659-E706-FB07-5821-29C6518E394D}"/>
              </a:ext>
            </a:extLst>
          </p:cNvPr>
          <p:cNvSpPr txBox="1"/>
          <p:nvPr/>
        </p:nvSpPr>
        <p:spPr>
          <a:xfrm>
            <a:off x="11758606" y="30463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C9C71CC-66E3-1C97-CEEC-1805426493DD}"/>
              </a:ext>
            </a:extLst>
          </p:cNvPr>
          <p:cNvSpPr txBox="1"/>
          <p:nvPr/>
        </p:nvSpPr>
        <p:spPr>
          <a:xfrm>
            <a:off x="9348997" y="14127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78BD19F-D071-2ABB-5A64-22993A836AA5}"/>
              </a:ext>
            </a:extLst>
          </p:cNvPr>
          <p:cNvSpPr txBox="1"/>
          <p:nvPr/>
        </p:nvSpPr>
        <p:spPr>
          <a:xfrm>
            <a:off x="10905362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8876E08-61EB-157D-2906-77BDADF626B5}"/>
              </a:ext>
            </a:extLst>
          </p:cNvPr>
          <p:cNvSpPr txBox="1"/>
          <p:nvPr/>
        </p:nvSpPr>
        <p:spPr>
          <a:xfrm>
            <a:off x="9390007" y="342730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E01CD5B-6F0E-A1DF-965F-60B6CB7494ED}"/>
              </a:ext>
            </a:extLst>
          </p:cNvPr>
          <p:cNvCxnSpPr>
            <a:cxnSpLocks/>
          </p:cNvCxnSpPr>
          <p:nvPr/>
        </p:nvCxnSpPr>
        <p:spPr>
          <a:xfrm>
            <a:off x="9696400" y="1628800"/>
            <a:ext cx="143964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3817A53-1A24-1AB8-0F5F-EAD3F98C8E9B}"/>
              </a:ext>
            </a:extLst>
          </p:cNvPr>
          <p:cNvCxnSpPr>
            <a:cxnSpLocks/>
          </p:cNvCxnSpPr>
          <p:nvPr/>
        </p:nvCxnSpPr>
        <p:spPr>
          <a:xfrm flipV="1">
            <a:off x="10416480" y="1640382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2718AE5-4CB8-AAE6-24AC-3A861E253700}"/>
              </a:ext>
            </a:extLst>
          </p:cNvPr>
          <p:cNvSpPr txBox="1"/>
          <p:nvPr/>
        </p:nvSpPr>
        <p:spPr>
          <a:xfrm>
            <a:off x="11609767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1.5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994B96D-F0A9-318D-5B03-570F6940CBA6}"/>
              </a:ext>
            </a:extLst>
          </p:cNvPr>
          <p:cNvSpPr txBox="1"/>
          <p:nvPr/>
        </p:nvSpPr>
        <p:spPr>
          <a:xfrm>
            <a:off x="10324517" y="3427306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EE5CA5B-E9B7-B384-C2D5-B96C90E2F912}"/>
              </a:ext>
            </a:extLst>
          </p:cNvPr>
          <p:cNvCxnSpPr>
            <a:cxnSpLocks/>
          </p:cNvCxnSpPr>
          <p:nvPr/>
        </p:nvCxnSpPr>
        <p:spPr>
          <a:xfrm flipH="1" flipV="1">
            <a:off x="11143784" y="1640382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BE4525C-BAFC-4B84-3328-E61C3874EA41}"/>
              </a:ext>
            </a:extLst>
          </p:cNvPr>
          <p:cNvCxnSpPr>
            <a:cxnSpLocks/>
          </p:cNvCxnSpPr>
          <p:nvPr/>
        </p:nvCxnSpPr>
        <p:spPr>
          <a:xfrm>
            <a:off x="9336360" y="6307765"/>
            <a:ext cx="285564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6EB8FDA4-74DD-2D15-1D36-626FBC0F8AB6}"/>
              </a:ext>
            </a:extLst>
          </p:cNvPr>
          <p:cNvCxnSpPr>
            <a:cxnSpLocks/>
          </p:cNvCxnSpPr>
          <p:nvPr/>
        </p:nvCxnSpPr>
        <p:spPr>
          <a:xfrm flipV="1">
            <a:off x="9696400" y="414752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95E67D4-9B19-15E4-781C-CCDD614382BD}"/>
              </a:ext>
            </a:extLst>
          </p:cNvPr>
          <p:cNvSpPr txBox="1"/>
          <p:nvPr/>
        </p:nvSpPr>
        <p:spPr>
          <a:xfrm>
            <a:off x="11758606" y="592515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E4FBC37-9EF7-7B19-4429-82478202084F}"/>
              </a:ext>
            </a:extLst>
          </p:cNvPr>
          <p:cNvSpPr txBox="1"/>
          <p:nvPr/>
        </p:nvSpPr>
        <p:spPr>
          <a:xfrm>
            <a:off x="9348997" y="42915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26D59A5-4DC8-0E07-02BF-8B0F65FD9B36}"/>
              </a:ext>
            </a:extLst>
          </p:cNvPr>
          <p:cNvSpPr txBox="1"/>
          <p:nvPr/>
        </p:nvSpPr>
        <p:spPr>
          <a:xfrm>
            <a:off x="10905362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1.0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C731907-7312-EE30-BD1A-9024AC659B57}"/>
              </a:ext>
            </a:extLst>
          </p:cNvPr>
          <p:cNvSpPr txBox="1"/>
          <p:nvPr/>
        </p:nvSpPr>
        <p:spPr>
          <a:xfrm>
            <a:off x="9390007" y="630607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D8A13AB-501A-18BA-B415-F172E25FD91E}"/>
              </a:ext>
            </a:extLst>
          </p:cNvPr>
          <p:cNvCxnSpPr>
            <a:cxnSpLocks/>
          </p:cNvCxnSpPr>
          <p:nvPr/>
        </p:nvCxnSpPr>
        <p:spPr>
          <a:xfrm>
            <a:off x="9696400" y="4507565"/>
            <a:ext cx="72730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8AE742D-6A07-3792-FD49-CD7D094D89DE}"/>
              </a:ext>
            </a:extLst>
          </p:cNvPr>
          <p:cNvCxnSpPr>
            <a:cxnSpLocks/>
          </p:cNvCxnSpPr>
          <p:nvPr/>
        </p:nvCxnSpPr>
        <p:spPr>
          <a:xfrm flipV="1">
            <a:off x="9696399" y="4519147"/>
            <a:ext cx="719568" cy="178692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E0D9AD5-6E19-D1DA-0002-BB04E5060F8C}"/>
              </a:ext>
            </a:extLst>
          </p:cNvPr>
          <p:cNvSpPr txBox="1"/>
          <p:nvPr/>
        </p:nvSpPr>
        <p:spPr>
          <a:xfrm>
            <a:off x="10324517" y="6306071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0.5</a:t>
            </a:r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EC646A5-81E0-7184-000C-0B49E2379D12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4519147"/>
            <a:ext cx="712343" cy="18002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0E87F91D-DD33-BDA1-16F7-BE1D0AEED843}"/>
              </a:ext>
            </a:extLst>
          </p:cNvPr>
          <p:cNvSpPr/>
          <p:nvPr/>
        </p:nvSpPr>
        <p:spPr>
          <a:xfrm>
            <a:off x="10415967" y="2924947"/>
            <a:ext cx="1440671" cy="50393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BC977013-9C52-E5C5-9AFA-593215B7B1FE}"/>
              </a:ext>
            </a:extLst>
          </p:cNvPr>
          <p:cNvSpPr/>
          <p:nvPr/>
        </p:nvSpPr>
        <p:spPr>
          <a:xfrm>
            <a:off x="9703624" y="6165310"/>
            <a:ext cx="1414753" cy="141747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>
            <a:extLst>
              <a:ext uri="{FF2B5EF4-FFF2-40B4-BE49-F238E27FC236}">
                <a16:creationId xmlns:a16="http://schemas.microsoft.com/office/drawing/2014/main" id="{2A91D24E-2B77-0209-671D-AFF417BEF45C}"/>
              </a:ext>
            </a:extLst>
          </p:cNvPr>
          <p:cNvSpPr/>
          <p:nvPr/>
        </p:nvSpPr>
        <p:spPr>
          <a:xfrm>
            <a:off x="9695888" y="8464895"/>
            <a:ext cx="1422489" cy="70666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二等辺三角形 45">
            <a:extLst>
              <a:ext uri="{FF2B5EF4-FFF2-40B4-BE49-F238E27FC236}">
                <a16:creationId xmlns:a16="http://schemas.microsoft.com/office/drawing/2014/main" id="{11F5B226-2F08-1ABE-91EC-F3383F0ADA79}"/>
              </a:ext>
            </a:extLst>
          </p:cNvPr>
          <p:cNvSpPr/>
          <p:nvPr/>
        </p:nvSpPr>
        <p:spPr>
          <a:xfrm>
            <a:off x="8976320" y="11796902"/>
            <a:ext cx="1426117" cy="253423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0290F149-F92E-767A-3E0D-BF9F7009279F}"/>
              </a:ext>
            </a:extLst>
          </p:cNvPr>
          <p:cNvCxnSpPr>
            <a:cxnSpLocks/>
          </p:cNvCxnSpPr>
          <p:nvPr/>
        </p:nvCxnSpPr>
        <p:spPr>
          <a:xfrm>
            <a:off x="10416479" y="737474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57D955BC-917B-9F88-8737-0216B5C5CDFA}"/>
              </a:ext>
            </a:extLst>
          </p:cNvPr>
          <p:cNvCxnSpPr>
            <a:cxnSpLocks/>
          </p:cNvCxnSpPr>
          <p:nvPr/>
        </p:nvCxnSpPr>
        <p:spPr>
          <a:xfrm>
            <a:off x="11136560" y="1628800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56133F9B-590D-3354-4DC7-183B19AB22AB}"/>
              </a:ext>
            </a:extLst>
          </p:cNvPr>
          <p:cNvCxnSpPr>
            <a:cxnSpLocks/>
          </p:cNvCxnSpPr>
          <p:nvPr/>
        </p:nvCxnSpPr>
        <p:spPr>
          <a:xfrm>
            <a:off x="10416479" y="4507565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二等辺三角形 49">
            <a:extLst>
              <a:ext uri="{FF2B5EF4-FFF2-40B4-BE49-F238E27FC236}">
                <a16:creationId xmlns:a16="http://schemas.microsoft.com/office/drawing/2014/main" id="{962E07A5-B609-D4E2-FD7C-FF7748860CB9}"/>
              </a:ext>
            </a:extLst>
          </p:cNvPr>
          <p:cNvSpPr/>
          <p:nvPr/>
        </p:nvSpPr>
        <p:spPr>
          <a:xfrm>
            <a:off x="9695888" y="11344703"/>
            <a:ext cx="1422489" cy="70666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二等辺三角形 50">
            <a:extLst>
              <a:ext uri="{FF2B5EF4-FFF2-40B4-BE49-F238E27FC236}">
                <a16:creationId xmlns:a16="http://schemas.microsoft.com/office/drawing/2014/main" id="{8C77360A-145B-6D38-58E2-27BC98163FD3}"/>
              </a:ext>
            </a:extLst>
          </p:cNvPr>
          <p:cNvSpPr/>
          <p:nvPr/>
        </p:nvSpPr>
        <p:spPr>
          <a:xfrm>
            <a:off x="9703624" y="11902983"/>
            <a:ext cx="1414753" cy="141747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二等辺三角形 51">
            <a:extLst>
              <a:ext uri="{FF2B5EF4-FFF2-40B4-BE49-F238E27FC236}">
                <a16:creationId xmlns:a16="http://schemas.microsoft.com/office/drawing/2014/main" id="{E932571A-A3A4-56B7-14DE-3760586173EC}"/>
              </a:ext>
            </a:extLst>
          </p:cNvPr>
          <p:cNvSpPr/>
          <p:nvPr/>
        </p:nvSpPr>
        <p:spPr>
          <a:xfrm>
            <a:off x="10415967" y="11548547"/>
            <a:ext cx="1440671" cy="50393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81C55FB-4CD6-5440-68B6-367F60CCA791}"/>
              </a:ext>
            </a:extLst>
          </p:cNvPr>
          <p:cNvCxnSpPr>
            <a:cxnSpLocks/>
          </p:cNvCxnSpPr>
          <p:nvPr/>
        </p:nvCxnSpPr>
        <p:spPr>
          <a:xfrm>
            <a:off x="9696400" y="10276676"/>
            <a:ext cx="143964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F2082D8B-CEF8-DFC5-B1DC-136A8B9DB75F}"/>
              </a:ext>
            </a:extLst>
          </p:cNvPr>
          <p:cNvCxnSpPr>
            <a:cxnSpLocks/>
          </p:cNvCxnSpPr>
          <p:nvPr/>
        </p:nvCxnSpPr>
        <p:spPr>
          <a:xfrm flipV="1">
            <a:off x="9696399" y="10288258"/>
            <a:ext cx="719568" cy="178692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160F9649-9E71-9A5F-F6C7-CED307341521}"/>
              </a:ext>
            </a:extLst>
          </p:cNvPr>
          <p:cNvCxnSpPr>
            <a:cxnSpLocks/>
          </p:cNvCxnSpPr>
          <p:nvPr/>
        </p:nvCxnSpPr>
        <p:spPr>
          <a:xfrm flipH="1" flipV="1">
            <a:off x="10423703" y="10288258"/>
            <a:ext cx="712343" cy="1800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A1CADDE8-51C4-D546-4F8F-27E78A16C80B}"/>
              </a:ext>
            </a:extLst>
          </p:cNvPr>
          <p:cNvCxnSpPr>
            <a:cxnSpLocks/>
          </p:cNvCxnSpPr>
          <p:nvPr/>
        </p:nvCxnSpPr>
        <p:spPr>
          <a:xfrm>
            <a:off x="10416479" y="10276676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C1222220-456E-FCBB-16A8-8ECAB9E34181}"/>
              </a:ext>
            </a:extLst>
          </p:cNvPr>
          <p:cNvCxnSpPr>
            <a:cxnSpLocks/>
          </p:cNvCxnSpPr>
          <p:nvPr/>
        </p:nvCxnSpPr>
        <p:spPr>
          <a:xfrm flipV="1">
            <a:off x="10416480" y="10271734"/>
            <a:ext cx="719568" cy="178692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3D796DFA-D27F-1947-AD5D-D5738BC3A2C8}"/>
              </a:ext>
            </a:extLst>
          </p:cNvPr>
          <p:cNvCxnSpPr>
            <a:cxnSpLocks/>
          </p:cNvCxnSpPr>
          <p:nvPr/>
        </p:nvCxnSpPr>
        <p:spPr>
          <a:xfrm flipH="1" flipV="1">
            <a:off x="11143784" y="10271734"/>
            <a:ext cx="712343" cy="1800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0880A23F-AFAA-FBA0-D487-FB6BE4F0B200}"/>
              </a:ext>
            </a:extLst>
          </p:cNvPr>
          <p:cNvCxnSpPr>
            <a:cxnSpLocks/>
          </p:cNvCxnSpPr>
          <p:nvPr/>
        </p:nvCxnSpPr>
        <p:spPr>
          <a:xfrm>
            <a:off x="11136560" y="10260152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A05DBB1-02D6-D59D-88C9-602D0382B7C6}"/>
              </a:ext>
            </a:extLst>
          </p:cNvPr>
          <p:cNvCxnSpPr/>
          <p:nvPr/>
        </p:nvCxnSpPr>
        <p:spPr>
          <a:xfrm flipV="1">
            <a:off x="10704512" y="12058658"/>
            <a:ext cx="0" cy="342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73F162CF-DA75-954E-490B-063D138C963B}"/>
              </a:ext>
            </a:extLst>
          </p:cNvPr>
          <p:cNvCxnSpPr>
            <a:cxnSpLocks/>
          </p:cNvCxnSpPr>
          <p:nvPr/>
        </p:nvCxnSpPr>
        <p:spPr>
          <a:xfrm>
            <a:off x="1704023" y="3431345"/>
            <a:ext cx="328768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AFDCA55F-CECB-99E0-66B2-57B57691E317}"/>
              </a:ext>
            </a:extLst>
          </p:cNvPr>
          <p:cNvCxnSpPr>
            <a:cxnSpLocks/>
          </p:cNvCxnSpPr>
          <p:nvPr/>
        </p:nvCxnSpPr>
        <p:spPr>
          <a:xfrm flipV="1">
            <a:off x="2496111" y="1271105"/>
            <a:ext cx="0" cy="252028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DED6132-F1E1-5A0D-9A51-613FB6C7A1C5}"/>
              </a:ext>
            </a:extLst>
          </p:cNvPr>
          <p:cNvSpPr txBox="1"/>
          <p:nvPr/>
        </p:nvSpPr>
        <p:spPr>
          <a:xfrm>
            <a:off x="4558317" y="304873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risk</a:t>
            </a:r>
            <a:endParaRPr kumimoji="1" lang="ja-JP" altLang="en-US" dirty="0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11158BAE-EE81-77F7-5DB7-9DB8E7EF45B8}"/>
              </a:ext>
            </a:extLst>
          </p:cNvPr>
          <p:cNvSpPr txBox="1"/>
          <p:nvPr/>
        </p:nvSpPr>
        <p:spPr>
          <a:xfrm>
            <a:off x="2148708" y="1415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4321CCB-95F4-B60F-E269-2F3B36BF4126}"/>
              </a:ext>
            </a:extLst>
          </p:cNvPr>
          <p:cNvSpPr txBox="1"/>
          <p:nvPr/>
        </p:nvSpPr>
        <p:spPr>
          <a:xfrm>
            <a:off x="2189718" y="342965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4E39B0F0-B635-CBA5-F27F-6C6B6DECA7BF}"/>
              </a:ext>
            </a:extLst>
          </p:cNvPr>
          <p:cNvCxnSpPr>
            <a:cxnSpLocks/>
          </p:cNvCxnSpPr>
          <p:nvPr/>
        </p:nvCxnSpPr>
        <p:spPr>
          <a:xfrm flipV="1">
            <a:off x="1776031" y="1642727"/>
            <a:ext cx="719568" cy="178692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40ADC787-8186-D19A-6400-B70E1C4BFC0B}"/>
              </a:ext>
            </a:extLst>
          </p:cNvPr>
          <p:cNvSpPr txBox="1"/>
          <p:nvPr/>
        </p:nvSpPr>
        <p:spPr>
          <a:xfrm>
            <a:off x="3801392" y="3429651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11EA4FC4-3632-D83D-6EFB-A22708F64982}"/>
              </a:ext>
            </a:extLst>
          </p:cNvPr>
          <p:cNvCxnSpPr>
            <a:cxnSpLocks/>
          </p:cNvCxnSpPr>
          <p:nvPr/>
        </p:nvCxnSpPr>
        <p:spPr>
          <a:xfrm flipH="1" flipV="1">
            <a:off x="2503335" y="1642727"/>
            <a:ext cx="712343" cy="1800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45CE4994-19AD-6327-4C72-07BAD3C4BB9D}"/>
              </a:ext>
            </a:extLst>
          </p:cNvPr>
          <p:cNvSpPr/>
          <p:nvPr/>
        </p:nvSpPr>
        <p:spPr>
          <a:xfrm>
            <a:off x="1776031" y="3174534"/>
            <a:ext cx="1426117" cy="253423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35CEDCF-52FD-CCEE-CD7A-7BE0B0ED1D60}"/>
              </a:ext>
            </a:extLst>
          </p:cNvPr>
          <p:cNvSpPr/>
          <p:nvPr/>
        </p:nvSpPr>
        <p:spPr>
          <a:xfrm>
            <a:off x="2495599" y="2722335"/>
            <a:ext cx="1422489" cy="70666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5E240556-35B3-7F36-3EC4-7A488A324252}"/>
              </a:ext>
            </a:extLst>
          </p:cNvPr>
          <p:cNvSpPr/>
          <p:nvPr/>
        </p:nvSpPr>
        <p:spPr>
          <a:xfrm>
            <a:off x="2503335" y="3280615"/>
            <a:ext cx="1414753" cy="141747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58938649-EAD6-E9B5-2E4B-3F60B46531E4}"/>
              </a:ext>
            </a:extLst>
          </p:cNvPr>
          <p:cNvSpPr/>
          <p:nvPr/>
        </p:nvSpPr>
        <p:spPr>
          <a:xfrm>
            <a:off x="3215678" y="2926179"/>
            <a:ext cx="1440671" cy="503935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C1FDD061-6F32-D386-AC43-BBEAF52CFCEC}"/>
              </a:ext>
            </a:extLst>
          </p:cNvPr>
          <p:cNvCxnSpPr>
            <a:cxnSpLocks/>
          </p:cNvCxnSpPr>
          <p:nvPr/>
        </p:nvCxnSpPr>
        <p:spPr>
          <a:xfrm>
            <a:off x="2496111" y="1654308"/>
            <a:ext cx="143964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278987C5-4040-8E34-B469-581C0AAFA83D}"/>
              </a:ext>
            </a:extLst>
          </p:cNvPr>
          <p:cNvCxnSpPr>
            <a:cxnSpLocks/>
          </p:cNvCxnSpPr>
          <p:nvPr/>
        </p:nvCxnSpPr>
        <p:spPr>
          <a:xfrm flipV="1">
            <a:off x="2496110" y="1665890"/>
            <a:ext cx="719568" cy="178692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7555FE0D-30FA-5F8A-CBEA-C9FDA21E71A0}"/>
              </a:ext>
            </a:extLst>
          </p:cNvPr>
          <p:cNvCxnSpPr>
            <a:cxnSpLocks/>
          </p:cNvCxnSpPr>
          <p:nvPr/>
        </p:nvCxnSpPr>
        <p:spPr>
          <a:xfrm flipH="1" flipV="1">
            <a:off x="3223414" y="1665890"/>
            <a:ext cx="712343" cy="1800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1F7D11D-F71D-E3BE-CE03-1E3165F7156E}"/>
              </a:ext>
            </a:extLst>
          </p:cNvPr>
          <p:cNvCxnSpPr>
            <a:cxnSpLocks/>
          </p:cNvCxnSpPr>
          <p:nvPr/>
        </p:nvCxnSpPr>
        <p:spPr>
          <a:xfrm>
            <a:off x="3216190" y="1654308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6079F1F3-FB08-77A2-C5C1-F594FB910E54}"/>
              </a:ext>
            </a:extLst>
          </p:cNvPr>
          <p:cNvCxnSpPr>
            <a:cxnSpLocks/>
          </p:cNvCxnSpPr>
          <p:nvPr/>
        </p:nvCxnSpPr>
        <p:spPr>
          <a:xfrm flipV="1">
            <a:off x="3216191" y="1649366"/>
            <a:ext cx="719568" cy="178692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C60F8670-BC8C-FEE9-7ED6-054D74F450B7}"/>
              </a:ext>
            </a:extLst>
          </p:cNvPr>
          <p:cNvCxnSpPr>
            <a:cxnSpLocks/>
          </p:cNvCxnSpPr>
          <p:nvPr/>
        </p:nvCxnSpPr>
        <p:spPr>
          <a:xfrm flipH="1" flipV="1">
            <a:off x="3943495" y="1649366"/>
            <a:ext cx="712343" cy="18002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AB280666-9B92-F4E8-73EE-BA90934002EA}"/>
              </a:ext>
            </a:extLst>
          </p:cNvPr>
          <p:cNvCxnSpPr>
            <a:cxnSpLocks/>
          </p:cNvCxnSpPr>
          <p:nvPr/>
        </p:nvCxnSpPr>
        <p:spPr>
          <a:xfrm>
            <a:off x="3936271" y="1637784"/>
            <a:ext cx="0" cy="18002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CD114045-AC6F-E403-AA21-F022B0C131E2}"/>
              </a:ext>
            </a:extLst>
          </p:cNvPr>
          <p:cNvCxnSpPr>
            <a:cxnSpLocks/>
          </p:cNvCxnSpPr>
          <p:nvPr/>
        </p:nvCxnSpPr>
        <p:spPr>
          <a:xfrm flipV="1">
            <a:off x="3504223" y="3547619"/>
            <a:ext cx="0" cy="2490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7AF665CA-A378-63C8-A0C2-C11779121011}"/>
              </a:ext>
            </a:extLst>
          </p:cNvPr>
          <p:cNvGrpSpPr/>
          <p:nvPr/>
        </p:nvGrpSpPr>
        <p:grpSpPr>
          <a:xfrm>
            <a:off x="3380674" y="3305861"/>
            <a:ext cx="243486" cy="246280"/>
            <a:chOff x="-1253893" y="1833658"/>
            <a:chExt cx="550527" cy="556851"/>
          </a:xfrm>
        </p:grpSpPr>
        <p:sp>
          <p:nvSpPr>
            <p:cNvPr id="61" name="円弧 60">
              <a:extLst>
                <a:ext uri="{FF2B5EF4-FFF2-40B4-BE49-F238E27FC236}">
                  <a16:creationId xmlns:a16="http://schemas.microsoft.com/office/drawing/2014/main" id="{3D67A8BA-F5E2-D51E-9CC6-F54DF80FF73E}"/>
                </a:ext>
              </a:extLst>
            </p:cNvPr>
            <p:cNvSpPr/>
            <p:nvPr/>
          </p:nvSpPr>
          <p:spPr>
            <a:xfrm>
              <a:off x="-1251471" y="1844824"/>
              <a:ext cx="545685" cy="545685"/>
            </a:xfrm>
            <a:prstGeom prst="arc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83" name="円弧 82">
              <a:extLst>
                <a:ext uri="{FF2B5EF4-FFF2-40B4-BE49-F238E27FC236}">
                  <a16:creationId xmlns:a16="http://schemas.microsoft.com/office/drawing/2014/main" id="{0BB9A3B1-C449-E7CF-1A4D-B41038D7E027}"/>
                </a:ext>
              </a:extLst>
            </p:cNvPr>
            <p:cNvSpPr/>
            <p:nvPr/>
          </p:nvSpPr>
          <p:spPr>
            <a:xfrm rot="10800000">
              <a:off x="-1249053" y="1833658"/>
              <a:ext cx="545685" cy="545685"/>
            </a:xfrm>
            <a:prstGeom prst="arc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84" name="円弧 83">
              <a:extLst>
                <a:ext uri="{FF2B5EF4-FFF2-40B4-BE49-F238E27FC236}">
                  <a16:creationId xmlns:a16="http://schemas.microsoft.com/office/drawing/2014/main" id="{15966EF9-E204-F761-20CA-F1D90585B4CD}"/>
                </a:ext>
              </a:extLst>
            </p:cNvPr>
            <p:cNvSpPr/>
            <p:nvPr/>
          </p:nvSpPr>
          <p:spPr>
            <a:xfrm rot="5400000">
              <a:off x="-1253893" y="1833658"/>
              <a:ext cx="545685" cy="545685"/>
            </a:xfrm>
            <a:prstGeom prst="arc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85" name="円弧 84">
              <a:extLst>
                <a:ext uri="{FF2B5EF4-FFF2-40B4-BE49-F238E27FC236}">
                  <a16:creationId xmlns:a16="http://schemas.microsoft.com/office/drawing/2014/main" id="{E1A324B0-BA15-9C4D-55EB-CFCB0F39C1BF}"/>
                </a:ext>
              </a:extLst>
            </p:cNvPr>
            <p:cNvSpPr/>
            <p:nvPr/>
          </p:nvSpPr>
          <p:spPr>
            <a:xfrm rot="16200000">
              <a:off x="-1249051" y="1844823"/>
              <a:ext cx="545685" cy="545685"/>
            </a:xfrm>
            <a:prstGeom prst="arc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471868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F6D2E-AE68-3CE1-1D70-D1F7AA7F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　通知アルゴリズム　フローチャート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44CC3EC-B732-9CB0-4123-A6F1640D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72</a:t>
            </a:fld>
            <a:endParaRPr lang="ja-JP" altLang="en-US"/>
          </a:p>
        </p:txBody>
      </p:sp>
      <p:sp>
        <p:nvSpPr>
          <p:cNvPr id="28" name="フローチャート: 処理 27">
            <a:extLst>
              <a:ext uri="{FF2B5EF4-FFF2-40B4-BE49-F238E27FC236}">
                <a16:creationId xmlns:a16="http://schemas.microsoft.com/office/drawing/2014/main" id="{1046BA9C-FE8E-11BF-623A-DD1F7D26E70B}"/>
              </a:ext>
            </a:extLst>
          </p:cNvPr>
          <p:cNvSpPr/>
          <p:nvPr/>
        </p:nvSpPr>
        <p:spPr>
          <a:xfrm>
            <a:off x="5463664" y="1624638"/>
            <a:ext cx="1440160" cy="57606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Rank</a:t>
            </a:r>
            <a:r>
              <a:rPr lang="ja-JP" altLang="en-US" dirty="0"/>
              <a:t> </a:t>
            </a:r>
            <a:r>
              <a:rPr lang="en-US" altLang="ja-JP" dirty="0"/>
              <a:t>patients</a:t>
            </a:r>
            <a:endParaRPr kumimoji="1" lang="ja-JP" altLang="en-US" dirty="0"/>
          </a:p>
        </p:txBody>
      </p:sp>
      <p:sp>
        <p:nvSpPr>
          <p:cNvPr id="31" name="フローチャート: 判断 30">
            <a:extLst>
              <a:ext uri="{FF2B5EF4-FFF2-40B4-BE49-F238E27FC236}">
                <a16:creationId xmlns:a16="http://schemas.microsoft.com/office/drawing/2014/main" id="{F5550ABB-99E1-C6AD-0856-11C52BE8F69E}"/>
              </a:ext>
            </a:extLst>
          </p:cNvPr>
          <p:cNvSpPr/>
          <p:nvPr/>
        </p:nvSpPr>
        <p:spPr>
          <a:xfrm>
            <a:off x="7351424" y="2706310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</a:t>
            </a:r>
            <a:r>
              <a:rPr lang="en-US" altLang="ja-JP" dirty="0"/>
              <a:t>anking</a:t>
            </a:r>
            <a:r>
              <a:rPr lang="ja-JP" altLang="en-US" dirty="0"/>
              <a:t> </a:t>
            </a:r>
            <a:r>
              <a:rPr lang="en-US" altLang="ja-JP" dirty="0"/>
              <a:t>changed?</a:t>
            </a:r>
            <a:endParaRPr kumimoji="1" lang="en-US" altLang="ja-JP" dirty="0"/>
          </a:p>
        </p:txBody>
      </p:sp>
      <p:sp>
        <p:nvSpPr>
          <p:cNvPr id="32" name="フローチャート: 判断 31">
            <a:extLst>
              <a:ext uri="{FF2B5EF4-FFF2-40B4-BE49-F238E27FC236}">
                <a16:creationId xmlns:a16="http://schemas.microsoft.com/office/drawing/2014/main" id="{3EC3A70D-4642-DB37-A120-C3429A17DEA0}"/>
              </a:ext>
            </a:extLst>
          </p:cNvPr>
          <p:cNvSpPr/>
          <p:nvPr/>
        </p:nvSpPr>
        <p:spPr>
          <a:xfrm>
            <a:off x="5479216" y="3549852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Risk of 1</a:t>
            </a:r>
            <a:r>
              <a:rPr kumimoji="1" lang="en-US" altLang="ja-JP" sz="1400" baseline="30000" dirty="0"/>
              <a:t>st</a:t>
            </a:r>
            <a:r>
              <a:rPr kumimoji="1" lang="en-US" altLang="ja-JP" sz="1400" dirty="0"/>
              <a:t> patient increased?</a:t>
            </a:r>
          </a:p>
        </p:txBody>
      </p:sp>
      <p:sp>
        <p:nvSpPr>
          <p:cNvPr id="33" name="フローチャート: 判断 32">
            <a:extLst>
              <a:ext uri="{FF2B5EF4-FFF2-40B4-BE49-F238E27FC236}">
                <a16:creationId xmlns:a16="http://schemas.microsoft.com/office/drawing/2014/main" id="{9A36C687-F3A6-FE3A-502A-312BFFE64AD4}"/>
              </a:ext>
            </a:extLst>
          </p:cNvPr>
          <p:cNvSpPr/>
          <p:nvPr/>
        </p:nvSpPr>
        <p:spPr>
          <a:xfrm>
            <a:off x="2248288" y="3549852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Exceed the nurse’s capacity?</a:t>
            </a:r>
          </a:p>
        </p:txBody>
      </p:sp>
      <p:sp>
        <p:nvSpPr>
          <p:cNvPr id="34" name="フローチャート: 処理 33">
            <a:extLst>
              <a:ext uri="{FF2B5EF4-FFF2-40B4-BE49-F238E27FC236}">
                <a16:creationId xmlns:a16="http://schemas.microsoft.com/office/drawing/2014/main" id="{6606FA96-C217-28D4-C0A8-7D20DB14E132}"/>
              </a:ext>
            </a:extLst>
          </p:cNvPr>
          <p:cNvSpPr/>
          <p:nvPr/>
        </p:nvSpPr>
        <p:spPr>
          <a:xfrm>
            <a:off x="2608328" y="2833103"/>
            <a:ext cx="1872208" cy="576064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Count patients who meet criteria</a:t>
            </a:r>
            <a:endParaRPr kumimoji="1" lang="ja-JP" altLang="en-US" dirty="0"/>
          </a:p>
        </p:txBody>
      </p:sp>
      <p:sp>
        <p:nvSpPr>
          <p:cNvPr id="37" name="フローチャート: 処理 36">
            <a:extLst>
              <a:ext uri="{FF2B5EF4-FFF2-40B4-BE49-F238E27FC236}">
                <a16:creationId xmlns:a16="http://schemas.microsoft.com/office/drawing/2014/main" id="{3A096A7A-7921-8919-C6E0-755FEB4DA04C}"/>
              </a:ext>
            </a:extLst>
          </p:cNvPr>
          <p:cNvSpPr/>
          <p:nvPr/>
        </p:nvSpPr>
        <p:spPr>
          <a:xfrm>
            <a:off x="7756171" y="5381150"/>
            <a:ext cx="1782794" cy="576064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Explain</a:t>
            </a:r>
            <a:r>
              <a:rPr lang="ja-JP" altLang="en-US" dirty="0"/>
              <a:t> </a:t>
            </a:r>
            <a:r>
              <a:rPr lang="en-US" altLang="ja-JP" dirty="0"/>
              <a:t>the</a:t>
            </a:r>
            <a:r>
              <a:rPr lang="ja-JP" altLang="en-US" dirty="0"/>
              <a:t> </a:t>
            </a:r>
            <a:r>
              <a:rPr lang="en-US" altLang="ja-JP" dirty="0"/>
              <a:t>most</a:t>
            </a:r>
            <a:r>
              <a:rPr lang="ja-JP" altLang="en-US" dirty="0"/>
              <a:t> </a:t>
            </a:r>
            <a:r>
              <a:rPr lang="en-US" altLang="ja-JP" dirty="0"/>
              <a:t>risky</a:t>
            </a:r>
            <a:r>
              <a:rPr lang="ja-JP" altLang="en-US" dirty="0"/>
              <a:t> </a:t>
            </a:r>
            <a:r>
              <a:rPr lang="en-US" altLang="ja-JP" dirty="0"/>
              <a:t>patient</a:t>
            </a:r>
            <a:endParaRPr kumimoji="1" lang="ja-JP" altLang="en-US" dirty="0"/>
          </a:p>
        </p:txBody>
      </p:sp>
      <p:sp>
        <p:nvSpPr>
          <p:cNvPr id="39" name="フローチャート: 処理 38">
            <a:extLst>
              <a:ext uri="{FF2B5EF4-FFF2-40B4-BE49-F238E27FC236}">
                <a16:creationId xmlns:a16="http://schemas.microsoft.com/office/drawing/2014/main" id="{7E314517-FA89-E6AF-5222-E596D9FE37AE}"/>
              </a:ext>
            </a:extLst>
          </p:cNvPr>
          <p:cNvSpPr/>
          <p:nvPr/>
        </p:nvSpPr>
        <p:spPr>
          <a:xfrm>
            <a:off x="2653035" y="5379769"/>
            <a:ext cx="1782794" cy="5760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Send notification to other staff</a:t>
            </a:r>
            <a:endParaRPr kumimoji="1" lang="ja-JP" altLang="en-US" dirty="0"/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F2A46E82-0B5A-D851-A2C5-5658B1F669ED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6775360" y="3128081"/>
            <a:ext cx="0" cy="42177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E0331BB5-EF7E-5F13-1692-78E2479E1E11}"/>
              </a:ext>
            </a:extLst>
          </p:cNvPr>
          <p:cNvCxnSpPr>
            <a:cxnSpLocks/>
          </p:cNvCxnSpPr>
          <p:nvPr/>
        </p:nvCxnSpPr>
        <p:spPr>
          <a:xfrm>
            <a:off x="6775360" y="312808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1BD9B64-4843-A9CE-8281-0ECA28D7E464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8647568" y="3549852"/>
            <a:ext cx="0" cy="183129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D05FFC94-0C2B-EB90-AB0E-73E916ACE591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775360" y="4393394"/>
            <a:ext cx="0" cy="294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C367F392-2EB5-069A-AB27-E704099E188E}"/>
              </a:ext>
            </a:extLst>
          </p:cNvPr>
          <p:cNvCxnSpPr>
            <a:cxnSpLocks/>
          </p:cNvCxnSpPr>
          <p:nvPr/>
        </p:nvCxnSpPr>
        <p:spPr>
          <a:xfrm>
            <a:off x="6775360" y="4687400"/>
            <a:ext cx="18722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CD2CFA3-3DE3-0AA8-0383-5B5BCF3AE7CA}"/>
              </a:ext>
            </a:extLst>
          </p:cNvPr>
          <p:cNvCxnSpPr>
            <a:cxnSpLocks/>
          </p:cNvCxnSpPr>
          <p:nvPr/>
        </p:nvCxnSpPr>
        <p:spPr>
          <a:xfrm flipH="1">
            <a:off x="3544432" y="2492896"/>
            <a:ext cx="510313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92FCFAEE-C0F8-7DF0-0A5A-76EEA436184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647568" y="2492896"/>
            <a:ext cx="0" cy="21341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6382F81B-7D8E-92F7-BEB1-FE178B00735B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3544432" y="2492896"/>
            <a:ext cx="0" cy="34020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B17B1A1C-176F-7BA3-1357-1CF780C7FC42}"/>
              </a:ext>
            </a:extLst>
          </p:cNvPr>
          <p:cNvCxnSpPr>
            <a:cxnSpLocks/>
            <a:stCxn id="34" idx="2"/>
            <a:endCxn id="33" idx="0"/>
          </p:cNvCxnSpPr>
          <p:nvPr/>
        </p:nvCxnSpPr>
        <p:spPr>
          <a:xfrm>
            <a:off x="3544432" y="3409167"/>
            <a:ext cx="0" cy="14068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4F4BC58A-324B-482C-EC63-21E22F8FE263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3544432" y="4393394"/>
            <a:ext cx="0" cy="98637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9BE5ADA2-16DF-130F-534D-433D5A800A06}"/>
              </a:ext>
            </a:extLst>
          </p:cNvPr>
          <p:cNvCxnSpPr>
            <a:cxnSpLocks/>
          </p:cNvCxnSpPr>
          <p:nvPr/>
        </p:nvCxnSpPr>
        <p:spPr>
          <a:xfrm flipH="1">
            <a:off x="3544432" y="6249839"/>
            <a:ext cx="510313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E4F4EE70-A9B6-F3C0-C113-80F13F5BAF01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3544432" y="5955833"/>
            <a:ext cx="0" cy="294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D9A54352-73B1-5E4D-00E3-15F13543EC06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8647568" y="5957214"/>
            <a:ext cx="0" cy="292625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6DF593E2-98BC-5AE4-97D2-552ECB1A2A23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4975160" y="3971623"/>
            <a:ext cx="50405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4041AE2B-BE37-D111-69EF-7567943C0502}"/>
              </a:ext>
            </a:extLst>
          </p:cNvPr>
          <p:cNvCxnSpPr>
            <a:cxnSpLocks/>
          </p:cNvCxnSpPr>
          <p:nvPr/>
        </p:nvCxnSpPr>
        <p:spPr>
          <a:xfrm>
            <a:off x="4981199" y="3971623"/>
            <a:ext cx="0" cy="2121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17038381-B0D3-7878-838C-B6B15ABA41F4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744232" y="3971623"/>
            <a:ext cx="50405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389F562B-DA12-AAB5-DE51-3F9254F2F343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750271" y="3971623"/>
            <a:ext cx="498017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39A45489-0DB2-3BB2-DEF6-C3A0354BD245}"/>
              </a:ext>
            </a:extLst>
          </p:cNvPr>
          <p:cNvCxnSpPr>
            <a:cxnSpLocks/>
          </p:cNvCxnSpPr>
          <p:nvPr/>
        </p:nvCxnSpPr>
        <p:spPr>
          <a:xfrm>
            <a:off x="1744232" y="3971623"/>
            <a:ext cx="0" cy="2121673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B55A9F3E-3AE4-6414-8BF8-9AA69ED555AB}"/>
              </a:ext>
            </a:extLst>
          </p:cNvPr>
          <p:cNvCxnSpPr>
            <a:cxnSpLocks/>
          </p:cNvCxnSpPr>
          <p:nvPr/>
        </p:nvCxnSpPr>
        <p:spPr>
          <a:xfrm flipH="1">
            <a:off x="4975160" y="6094735"/>
            <a:ext cx="36724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C5E8756F-B91C-B17C-9EB5-C23AAFE8A271}"/>
              </a:ext>
            </a:extLst>
          </p:cNvPr>
          <p:cNvCxnSpPr>
            <a:cxnSpLocks/>
          </p:cNvCxnSpPr>
          <p:nvPr/>
        </p:nvCxnSpPr>
        <p:spPr>
          <a:xfrm flipH="1">
            <a:off x="1744232" y="6094735"/>
            <a:ext cx="1800200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543962B8-B562-38B8-E2B2-7967AB63BA61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182316" y="2200702"/>
            <a:ext cx="1428" cy="292194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C0CFD84E-9B7F-14C8-70BE-2440D6906AD6}"/>
              </a:ext>
            </a:extLst>
          </p:cNvPr>
          <p:cNvCxnSpPr>
            <a:cxnSpLocks/>
          </p:cNvCxnSpPr>
          <p:nvPr/>
        </p:nvCxnSpPr>
        <p:spPr>
          <a:xfrm flipH="1">
            <a:off x="6182316" y="6251652"/>
            <a:ext cx="1428" cy="29219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944D1C9-3AEC-D2AE-1626-AE970C4649D0}"/>
              </a:ext>
            </a:extLst>
          </p:cNvPr>
          <p:cNvSpPr txBox="1"/>
          <p:nvPr/>
        </p:nvSpPr>
        <p:spPr>
          <a:xfrm>
            <a:off x="8640959" y="3543879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  <a:endParaRPr kumimoji="1" lang="ja-JP" altLang="en-US" dirty="0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B30009A0-755B-1463-FC6C-C01C35F08725}"/>
              </a:ext>
            </a:extLst>
          </p:cNvPr>
          <p:cNvSpPr txBox="1"/>
          <p:nvPr/>
        </p:nvSpPr>
        <p:spPr>
          <a:xfrm>
            <a:off x="6740083" y="4363831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  <a:endParaRPr kumimoji="1" lang="ja-JP" altLang="en-US" dirty="0"/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9E043692-657D-0212-F62F-F5AA0DF0406B}"/>
              </a:ext>
            </a:extLst>
          </p:cNvPr>
          <p:cNvSpPr txBox="1"/>
          <p:nvPr/>
        </p:nvSpPr>
        <p:spPr>
          <a:xfrm>
            <a:off x="7025607" y="279322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</a:t>
            </a:r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838DA6F-68C7-CD81-D04E-66FE165E8AA5}"/>
              </a:ext>
            </a:extLst>
          </p:cNvPr>
          <p:cNvSpPr txBox="1"/>
          <p:nvPr/>
        </p:nvSpPr>
        <p:spPr>
          <a:xfrm>
            <a:off x="5124731" y="361318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</a:t>
            </a:r>
            <a:endParaRPr kumimoji="1" lang="ja-JP" altLang="en-US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4DD901DB-3CC6-3691-D8B9-9B4A31324664}"/>
              </a:ext>
            </a:extLst>
          </p:cNvPr>
          <p:cNvSpPr txBox="1"/>
          <p:nvPr/>
        </p:nvSpPr>
        <p:spPr>
          <a:xfrm>
            <a:off x="3549501" y="4390187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Yes</a:t>
            </a:r>
            <a:endParaRPr kumimoji="1" lang="ja-JP" altLang="en-US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1B7BBEB8-6A2E-53A2-2CF9-25A4941F6427}"/>
              </a:ext>
            </a:extLst>
          </p:cNvPr>
          <p:cNvSpPr txBox="1"/>
          <p:nvPr/>
        </p:nvSpPr>
        <p:spPr>
          <a:xfrm>
            <a:off x="1934149" y="363953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No</a:t>
            </a:r>
            <a:endParaRPr kumimoji="1" lang="ja-JP" altLang="en-US" dirty="0"/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DA3A0EAF-25FA-3D32-09EF-174ABD076C12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183744" y="1338687"/>
            <a:ext cx="0" cy="28595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0009381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E9C30-E759-CB8D-F701-B19FB432A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機能フロー図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1A1EF09-01A2-9819-2D5A-C3695CA6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73</a:t>
            </a:fld>
            <a:endParaRPr lang="ja-JP" altLang="en-US"/>
          </a:p>
        </p:txBody>
      </p:sp>
      <p:sp>
        <p:nvSpPr>
          <p:cNvPr id="4" name="フローチャート: 端子 3">
            <a:extLst>
              <a:ext uri="{FF2B5EF4-FFF2-40B4-BE49-F238E27FC236}">
                <a16:creationId xmlns:a16="http://schemas.microsoft.com/office/drawing/2014/main" id="{7AAC3CB1-D75A-4A7C-AB0C-D3732A076E51}"/>
              </a:ext>
            </a:extLst>
          </p:cNvPr>
          <p:cNvSpPr/>
          <p:nvPr/>
        </p:nvSpPr>
        <p:spPr>
          <a:xfrm>
            <a:off x="5550485" y="726862"/>
            <a:ext cx="1091030" cy="36004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5" name="フローチャート: 端子 4">
            <a:extLst>
              <a:ext uri="{FF2B5EF4-FFF2-40B4-BE49-F238E27FC236}">
                <a16:creationId xmlns:a16="http://schemas.microsoft.com/office/drawing/2014/main" id="{DFEAAE33-F662-52EF-134D-A4191F67EA38}"/>
              </a:ext>
            </a:extLst>
          </p:cNvPr>
          <p:cNvSpPr/>
          <p:nvPr/>
        </p:nvSpPr>
        <p:spPr>
          <a:xfrm>
            <a:off x="5550485" y="6428590"/>
            <a:ext cx="1091030" cy="36004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6" name="フローチャート: 判断 5">
            <a:extLst>
              <a:ext uri="{FF2B5EF4-FFF2-40B4-BE49-F238E27FC236}">
                <a16:creationId xmlns:a16="http://schemas.microsoft.com/office/drawing/2014/main" id="{949B7B01-4F1F-944D-B7EE-5E788C2D8DFB}"/>
              </a:ext>
            </a:extLst>
          </p:cNvPr>
          <p:cNvSpPr/>
          <p:nvPr/>
        </p:nvSpPr>
        <p:spPr>
          <a:xfrm>
            <a:off x="4799860" y="1765850"/>
            <a:ext cx="2592280" cy="7414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observation</a:t>
            </a:r>
            <a:endParaRPr kumimoji="1" lang="ja-JP" altLang="en-US" dirty="0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EF553649-B748-0D1B-0936-891CEF49D760}"/>
              </a:ext>
            </a:extLst>
          </p:cNvPr>
          <p:cNvSpPr/>
          <p:nvPr/>
        </p:nvSpPr>
        <p:spPr>
          <a:xfrm>
            <a:off x="5375920" y="2627748"/>
            <a:ext cx="1440160" cy="57606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F7EBCB39-821F-E49C-8D78-4A6BFED5DF25}"/>
              </a:ext>
            </a:extLst>
          </p:cNvPr>
          <p:cNvSpPr/>
          <p:nvPr/>
        </p:nvSpPr>
        <p:spPr>
          <a:xfrm>
            <a:off x="5375920" y="3397565"/>
            <a:ext cx="1440160" cy="57606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sp>
        <p:nvSpPr>
          <p:cNvPr id="9" name="フローチャート: 判断 8">
            <a:extLst>
              <a:ext uri="{FF2B5EF4-FFF2-40B4-BE49-F238E27FC236}">
                <a16:creationId xmlns:a16="http://schemas.microsoft.com/office/drawing/2014/main" id="{3AD8D57F-F4F2-608C-0EAE-4A1EBFEE2486}"/>
              </a:ext>
            </a:extLst>
          </p:cNvPr>
          <p:cNvSpPr/>
          <p:nvPr/>
        </p:nvSpPr>
        <p:spPr>
          <a:xfrm>
            <a:off x="4799856" y="4110557"/>
            <a:ext cx="2592288" cy="84354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Choose notification</a:t>
            </a:r>
            <a:endParaRPr kumimoji="1" lang="ja-JP" altLang="en-US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6F8CCB7-3508-9BB8-8774-5D7ECD171DD1}"/>
              </a:ext>
            </a:extLst>
          </p:cNvPr>
          <p:cNvGrpSpPr/>
          <p:nvPr/>
        </p:nvGrpSpPr>
        <p:grpSpPr>
          <a:xfrm>
            <a:off x="5204603" y="5097405"/>
            <a:ext cx="3682303" cy="577594"/>
            <a:chOff x="5204603" y="5097405"/>
            <a:chExt cx="3682303" cy="577594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A326DBA9-7EAF-2CDB-FD27-8F6C15D6E898}"/>
                </a:ext>
              </a:extLst>
            </p:cNvPr>
            <p:cNvSpPr/>
            <p:nvPr/>
          </p:nvSpPr>
          <p:spPr>
            <a:xfrm>
              <a:off x="5204603" y="5098935"/>
              <a:ext cx="1782794" cy="57606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Send notification to staff</a:t>
              </a:r>
              <a:endParaRPr kumimoji="1" lang="ja-JP" altLang="en-US" dirty="0"/>
            </a:p>
          </p:txBody>
        </p:sp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FAA6369B-1DCC-0C83-8E79-11F597C2A127}"/>
                </a:ext>
              </a:extLst>
            </p:cNvPr>
            <p:cNvSpPr/>
            <p:nvPr/>
          </p:nvSpPr>
          <p:spPr>
            <a:xfrm>
              <a:off x="7104112" y="5097405"/>
              <a:ext cx="1782794" cy="57606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Ask other staff for help</a:t>
              </a:r>
              <a:endParaRPr kumimoji="1" lang="ja-JP" altLang="en-US" dirty="0"/>
            </a:p>
          </p:txBody>
        </p:sp>
      </p:grpSp>
      <p:sp>
        <p:nvSpPr>
          <p:cNvPr id="12" name="四角形: 上の 2 つの角を切り取る 11">
            <a:extLst>
              <a:ext uri="{FF2B5EF4-FFF2-40B4-BE49-F238E27FC236}">
                <a16:creationId xmlns:a16="http://schemas.microsoft.com/office/drawing/2014/main" id="{326F054E-A4BC-FD0E-A62D-E5A4DD6D23F3}"/>
              </a:ext>
            </a:extLst>
          </p:cNvPr>
          <p:cNvSpPr/>
          <p:nvPr/>
        </p:nvSpPr>
        <p:spPr>
          <a:xfrm>
            <a:off x="5010425" y="118802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上の 2 つの角を切り取る 12">
            <a:extLst>
              <a:ext uri="{FF2B5EF4-FFF2-40B4-BE49-F238E27FC236}">
                <a16:creationId xmlns:a16="http://schemas.microsoft.com/office/drawing/2014/main" id="{CC353495-AD92-6402-DCA7-C1FECBCD7733}"/>
              </a:ext>
            </a:extLst>
          </p:cNvPr>
          <p:cNvSpPr/>
          <p:nvPr/>
        </p:nvSpPr>
        <p:spPr>
          <a:xfrm rot="10800000">
            <a:off x="5010426" y="5894431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E0DA4248-A23B-C7DF-96D9-ACC220324449}"/>
              </a:ext>
            </a:extLst>
          </p:cNvPr>
          <p:cNvCxnSpPr>
            <a:cxnSpLocks/>
            <a:stCxn id="4" idx="2"/>
            <a:endCxn id="12" idx="3"/>
          </p:cNvCxnSpPr>
          <p:nvPr/>
        </p:nvCxnSpPr>
        <p:spPr>
          <a:xfrm>
            <a:off x="6096000" y="1086902"/>
            <a:ext cx="0" cy="10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D3F37CC-FB00-05D2-397C-DF28DAA8A2D1}"/>
              </a:ext>
            </a:extLst>
          </p:cNvPr>
          <p:cNvCxnSpPr>
            <a:cxnSpLocks/>
            <a:stCxn id="12" idx="1"/>
            <a:endCxn id="6" idx="0"/>
          </p:cNvCxnSpPr>
          <p:nvPr/>
        </p:nvCxnSpPr>
        <p:spPr>
          <a:xfrm>
            <a:off x="6096000" y="1620070"/>
            <a:ext cx="0" cy="145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ACBA9D4-9FCA-026F-08FA-6F6E8957729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6000" y="2507282"/>
            <a:ext cx="0" cy="120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2729AE4-2F41-35A6-B3E4-C943C7A1220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096000" y="3203812"/>
            <a:ext cx="0" cy="193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BF534B1-4219-12D4-E0D1-3B1CEEB76A0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096000" y="3973629"/>
            <a:ext cx="0" cy="13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B86BF40-6765-AB62-BF8D-B05541FF564E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96000" y="4954099"/>
            <a:ext cx="0" cy="14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A7C2EF8-0551-841B-7E5B-C2DD5D4711BE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95509" y="4532328"/>
            <a:ext cx="0" cy="565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F454F48-1447-319A-5164-6FDDEB8BC88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392144" y="4532328"/>
            <a:ext cx="6033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911503E-CB70-9C15-A297-A8675DAA2B5B}"/>
              </a:ext>
            </a:extLst>
          </p:cNvPr>
          <p:cNvCxnSpPr>
            <a:cxnSpLocks/>
            <a:stCxn id="10" idx="2"/>
            <a:endCxn id="13" idx="1"/>
          </p:cNvCxnSpPr>
          <p:nvPr/>
        </p:nvCxnSpPr>
        <p:spPr>
          <a:xfrm>
            <a:off x="6096000" y="5674999"/>
            <a:ext cx="1" cy="219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D3839C29-8FB5-2738-0206-DD0C1D163C9D}"/>
              </a:ext>
            </a:extLst>
          </p:cNvPr>
          <p:cNvCxnSpPr>
            <a:cxnSpLocks/>
          </p:cNvCxnSpPr>
          <p:nvPr/>
        </p:nvCxnSpPr>
        <p:spPr>
          <a:xfrm>
            <a:off x="4196492" y="3284984"/>
            <a:ext cx="189950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23602616-2FF0-52CE-4915-566FEEFF3CDC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995509" y="5673469"/>
            <a:ext cx="0" cy="5978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5B58CCE2-9B9F-6AC5-709F-1E5A6934A204}"/>
              </a:ext>
            </a:extLst>
          </p:cNvPr>
          <p:cNvCxnSpPr>
            <a:cxnSpLocks/>
          </p:cNvCxnSpPr>
          <p:nvPr/>
        </p:nvCxnSpPr>
        <p:spPr>
          <a:xfrm>
            <a:off x="4196492" y="2129682"/>
            <a:ext cx="0" cy="11710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7B3C88C7-2CAB-950A-5E0D-6BFCD5259BA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196492" y="2136566"/>
            <a:ext cx="60336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69A0F608-32D9-52DD-3C12-E6CD6816E023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6096000" y="6326479"/>
            <a:ext cx="1" cy="102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913A7497-BDCC-7B18-0E0F-C7AFC90F9897}"/>
              </a:ext>
            </a:extLst>
          </p:cNvPr>
          <p:cNvCxnSpPr>
            <a:cxnSpLocks/>
          </p:cNvCxnSpPr>
          <p:nvPr/>
        </p:nvCxnSpPr>
        <p:spPr>
          <a:xfrm>
            <a:off x="4196492" y="5733256"/>
            <a:ext cx="3799016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E7752A7A-F061-1AE3-8B4B-C73304654722}"/>
              </a:ext>
            </a:extLst>
          </p:cNvPr>
          <p:cNvCxnSpPr>
            <a:cxnSpLocks/>
          </p:cNvCxnSpPr>
          <p:nvPr/>
        </p:nvCxnSpPr>
        <p:spPr>
          <a:xfrm>
            <a:off x="4196492" y="4532328"/>
            <a:ext cx="0" cy="12009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744DC9AD-0598-545F-361B-DEED1E700E33}"/>
              </a:ext>
            </a:extLst>
          </p:cNvPr>
          <p:cNvCxnSpPr>
            <a:cxnSpLocks/>
          </p:cNvCxnSpPr>
          <p:nvPr/>
        </p:nvCxnSpPr>
        <p:spPr>
          <a:xfrm>
            <a:off x="4196492" y="4532328"/>
            <a:ext cx="6033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557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9B2F3-2AC0-2587-B978-CAF23924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階層構造図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6A97DEB-4711-259A-B6D1-243FF763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74</a:t>
            </a:fld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9A3EBBD-DC3A-ABB5-7030-1EE2B9E1D891}"/>
              </a:ext>
            </a:extLst>
          </p:cNvPr>
          <p:cNvSpPr/>
          <p:nvPr/>
        </p:nvSpPr>
        <p:spPr>
          <a:xfrm>
            <a:off x="10762897" y="3470992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Total risk</a:t>
            </a:r>
            <a:endParaRPr kumimoji="1" lang="ja-JP" altLang="en-US" b="1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67F0201-6815-50FA-A50B-8DBB3DCA3325}"/>
              </a:ext>
            </a:extLst>
          </p:cNvPr>
          <p:cNvSpPr/>
          <p:nvPr/>
        </p:nvSpPr>
        <p:spPr>
          <a:xfrm>
            <a:off x="8956818" y="1903626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Internal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E86AC50-5B55-4823-D971-A9741218DBDE}"/>
              </a:ext>
            </a:extLst>
          </p:cNvPr>
          <p:cNvSpPr/>
          <p:nvPr/>
        </p:nvSpPr>
        <p:spPr>
          <a:xfrm>
            <a:off x="8956818" y="5038357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External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CC35818-7839-C3E6-7B2E-47CED9D41DF9}"/>
              </a:ext>
            </a:extLst>
          </p:cNvPr>
          <p:cNvSpPr/>
          <p:nvPr/>
        </p:nvSpPr>
        <p:spPr>
          <a:xfrm>
            <a:off x="6998580" y="1105466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Attribution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F8290F2-6AF7-F325-4CA5-BA57A7572CFE}"/>
              </a:ext>
            </a:extLst>
          </p:cNvPr>
          <p:cNvSpPr/>
          <p:nvPr/>
        </p:nvSpPr>
        <p:spPr>
          <a:xfrm>
            <a:off x="6999142" y="2701787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C289745-3E6C-3E66-7825-1DAC6EA355C5}"/>
              </a:ext>
            </a:extLst>
          </p:cNvPr>
          <p:cNvSpPr/>
          <p:nvPr/>
        </p:nvSpPr>
        <p:spPr>
          <a:xfrm>
            <a:off x="6998580" y="4298116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Objects</a:t>
            </a:r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23F972A-98DE-B3BF-FD44-078773655423}"/>
              </a:ext>
            </a:extLst>
          </p:cNvPr>
          <p:cNvSpPr/>
          <p:nvPr/>
        </p:nvSpPr>
        <p:spPr>
          <a:xfrm>
            <a:off x="6998580" y="5778598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Surrounding staff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AEEC418-8945-A4CA-9AAC-6C7DFE7B01DC}"/>
              </a:ext>
            </a:extLst>
          </p:cNvPr>
          <p:cNvSpPr/>
          <p:nvPr/>
        </p:nvSpPr>
        <p:spPr>
          <a:xfrm>
            <a:off x="5319272" y="83671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Patient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4FF3554-7C69-9880-96BA-B78B6B08872F}"/>
              </a:ext>
            </a:extLst>
          </p:cNvPr>
          <p:cNvSpPr/>
          <p:nvPr/>
        </p:nvSpPr>
        <p:spPr>
          <a:xfrm>
            <a:off x="5319272" y="155509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Age</a:t>
            </a:r>
            <a:endParaRPr kumimoji="1" lang="ja-JP" altLang="en-US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402C4D8-B346-59CE-D41B-7338FE7CF66C}"/>
              </a:ext>
            </a:extLst>
          </p:cNvPr>
          <p:cNvSpPr/>
          <p:nvPr/>
        </p:nvSpPr>
        <p:spPr>
          <a:xfrm>
            <a:off x="5319272" y="2377140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 1</a:t>
            </a:r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AE4C66C-FA6E-D8EF-8744-158C2B226721}"/>
              </a:ext>
            </a:extLst>
          </p:cNvPr>
          <p:cNvSpPr/>
          <p:nvPr/>
        </p:nvSpPr>
        <p:spPr>
          <a:xfrm>
            <a:off x="5319272" y="3239230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0940821-0A99-3A1C-8BD6-D5C91FA583FE}"/>
              </a:ext>
            </a:extLst>
          </p:cNvPr>
          <p:cNvSpPr/>
          <p:nvPr/>
        </p:nvSpPr>
        <p:spPr>
          <a:xfrm>
            <a:off x="5319272" y="4057391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 1</a:t>
            </a:r>
            <a:endParaRPr kumimoji="1" lang="ja-JP" altLang="en-US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0655294-7343-79B9-1AC4-F857283963A9}"/>
              </a:ext>
            </a:extLst>
          </p:cNvPr>
          <p:cNvSpPr/>
          <p:nvPr/>
        </p:nvSpPr>
        <p:spPr>
          <a:xfrm>
            <a:off x="5319272" y="471971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97A5960-6053-9512-2828-4953FE4ECCA6}"/>
              </a:ext>
            </a:extLst>
          </p:cNvPr>
          <p:cNvSpPr/>
          <p:nvPr/>
        </p:nvSpPr>
        <p:spPr>
          <a:xfrm>
            <a:off x="5319272" y="5537873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Distance</a:t>
            </a:r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DAB52C7-8F9C-C7FF-98D5-53AB6461EF37}"/>
              </a:ext>
            </a:extLst>
          </p:cNvPr>
          <p:cNvSpPr/>
          <p:nvPr/>
        </p:nvSpPr>
        <p:spPr>
          <a:xfrm>
            <a:off x="3513192" y="836712"/>
            <a:ext cx="1288564" cy="1076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</a:t>
            </a:r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F845438-2309-E3C7-4CB0-6BA1CCCB126A}"/>
              </a:ext>
            </a:extLst>
          </p:cNvPr>
          <p:cNvSpPr/>
          <p:nvPr/>
        </p:nvSpPr>
        <p:spPr>
          <a:xfrm>
            <a:off x="3513192" y="2373251"/>
            <a:ext cx="1288564" cy="1224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Pose similarity evaluator</a:t>
            </a:r>
          </a:p>
          <a:p>
            <a:pPr algn="ctr"/>
            <a:r>
              <a:rPr lang="en-US" altLang="ja-JP" dirty="0"/>
              <a:t>with YOLO</a:t>
            </a:r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3422C36-E615-18F9-4AF0-8D995FE3AA7F}"/>
              </a:ext>
            </a:extLst>
          </p:cNvPr>
          <p:cNvSpPr/>
          <p:nvPr/>
        </p:nvSpPr>
        <p:spPr>
          <a:xfrm>
            <a:off x="3513192" y="4057391"/>
            <a:ext cx="1288564" cy="10206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0E3C38E-3D9F-4E36-0CEF-25C4728777CF}"/>
              </a:ext>
            </a:extLst>
          </p:cNvPr>
          <p:cNvSpPr/>
          <p:nvPr/>
        </p:nvSpPr>
        <p:spPr>
          <a:xfrm>
            <a:off x="3513192" y="5537873"/>
            <a:ext cx="1288564" cy="10206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Relative position calculator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3824CB3-45FA-D933-ABA7-A53F05CD99CB}"/>
              </a:ext>
            </a:extLst>
          </p:cNvPr>
          <p:cNvSpPr/>
          <p:nvPr/>
        </p:nvSpPr>
        <p:spPr>
          <a:xfrm>
            <a:off x="2497500" y="836712"/>
            <a:ext cx="881340" cy="5383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EAE6E68-D393-0331-CB25-B988F79B778A}"/>
              </a:ext>
            </a:extLst>
          </p:cNvPr>
          <p:cNvSpPr/>
          <p:nvPr/>
        </p:nvSpPr>
        <p:spPr>
          <a:xfrm>
            <a:off x="2497500" y="2369957"/>
            <a:ext cx="881340" cy="6121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B8A9D44-529A-12ED-3C36-555909030395}"/>
              </a:ext>
            </a:extLst>
          </p:cNvPr>
          <p:cNvSpPr/>
          <p:nvPr/>
        </p:nvSpPr>
        <p:spPr>
          <a:xfrm>
            <a:off x="2497500" y="4050804"/>
            <a:ext cx="881340" cy="5136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A8830A9-6D04-2F37-B2A2-8E16AB848863}"/>
              </a:ext>
            </a:extLst>
          </p:cNvPr>
          <p:cNvSpPr/>
          <p:nvPr/>
        </p:nvSpPr>
        <p:spPr>
          <a:xfrm>
            <a:off x="2497500" y="6053694"/>
            <a:ext cx="881340" cy="510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01F86B6-9BAA-D055-1530-47E3DE57CC0E}"/>
              </a:ext>
            </a:extLst>
          </p:cNvPr>
          <p:cNvSpPr/>
          <p:nvPr/>
        </p:nvSpPr>
        <p:spPr>
          <a:xfrm>
            <a:off x="119336" y="1329121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Bounding box RGB image</a:t>
            </a:r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EF7E7CF-27D8-C972-B251-114B2FE8466E}"/>
              </a:ext>
            </a:extLst>
          </p:cNvPr>
          <p:cNvSpPr/>
          <p:nvPr/>
        </p:nvSpPr>
        <p:spPr>
          <a:xfrm>
            <a:off x="119336" y="5357004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Extracted </a:t>
            </a:r>
            <a:r>
              <a:rPr kumimoji="1" lang="en-US" altLang="ja-JP" dirty="0" err="1"/>
              <a:t>PointCloud</a:t>
            </a:r>
            <a:endParaRPr kumimoji="1" lang="ja-JP" altLang="en-US" dirty="0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5E29631D-8630-6C95-EC93-D7B62D25F032}"/>
              </a:ext>
            </a:extLst>
          </p:cNvPr>
          <p:cNvSpPr/>
          <p:nvPr/>
        </p:nvSpPr>
        <p:spPr>
          <a:xfrm>
            <a:off x="119336" y="3319002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background differencing</a:t>
            </a:r>
          </a:p>
          <a:p>
            <a:pPr algn="ctr"/>
            <a:r>
              <a:rPr kumimoji="1" lang="en-US" altLang="ja-JP" dirty="0"/>
              <a:t>RGB image</a:t>
            </a:r>
            <a:endParaRPr kumimoji="1" lang="ja-JP" altLang="en-US" dirty="0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3D2B7ECE-0C72-BB69-BD76-6FBA2488C420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6481064" y="1015882"/>
            <a:ext cx="517516" cy="35918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30CFC409-D48F-150C-8D08-B5219B494E35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6481064" y="1375071"/>
            <a:ext cx="517516" cy="3591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B098A57-B0C2-30F3-9843-85C1AC0978A0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 flipV="1">
            <a:off x="6481064" y="2971392"/>
            <a:ext cx="518078" cy="44700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46A8575-F4A9-BEE0-FF84-63503D21FF2A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>
            <a:off x="6481064" y="2556310"/>
            <a:ext cx="518078" cy="41508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270B229-D5F7-BEB6-0C8F-056F5E134D36}"/>
              </a:ext>
            </a:extLst>
          </p:cNvPr>
          <p:cNvCxnSpPr>
            <a:cxnSpLocks/>
            <a:stCxn id="16" idx="3"/>
            <a:endCxn id="9" idx="1"/>
          </p:cNvCxnSpPr>
          <p:nvPr/>
        </p:nvCxnSpPr>
        <p:spPr>
          <a:xfrm>
            <a:off x="6481064" y="4236561"/>
            <a:ext cx="517516" cy="331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1B0FDD60-3392-8194-A004-D1029DEDBF53}"/>
              </a:ext>
            </a:extLst>
          </p:cNvPr>
          <p:cNvCxnSpPr>
            <a:cxnSpLocks/>
            <a:stCxn id="17" idx="3"/>
            <a:endCxn id="9" idx="1"/>
          </p:cNvCxnSpPr>
          <p:nvPr/>
        </p:nvCxnSpPr>
        <p:spPr>
          <a:xfrm flipV="1">
            <a:off x="6481064" y="4567721"/>
            <a:ext cx="517516" cy="33116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9262C02D-85E0-DDF1-B560-C7A33188184C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6481064" y="5717043"/>
            <a:ext cx="517516" cy="33116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089F7C36-6FB7-8AA2-1056-41426BE04474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 flipV="1">
            <a:off x="6481064" y="6048203"/>
            <a:ext cx="517516" cy="33116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0C998F71-E5D3-C48F-07B4-48E6F0C9444D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V="1">
            <a:off x="8438740" y="5307962"/>
            <a:ext cx="518078" cy="7402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7E7F8B99-DD50-76E9-7F3E-7FF86678ED84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8438740" y="4567721"/>
            <a:ext cx="518078" cy="7402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テキスト ボックス 184">
            <a:extLst>
              <a:ext uri="{FF2B5EF4-FFF2-40B4-BE49-F238E27FC236}">
                <a16:creationId xmlns:a16="http://schemas.microsoft.com/office/drawing/2014/main" id="{A5AAC7A7-128A-D0FE-E0EF-C4150D0FF64A}"/>
              </a:ext>
            </a:extLst>
          </p:cNvPr>
          <p:cNvSpPr txBox="1"/>
          <p:nvPr/>
        </p:nvSpPr>
        <p:spPr>
          <a:xfrm>
            <a:off x="9649578" y="5792175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A1D3EBE-284B-8522-1339-949011994457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8438740" y="1375071"/>
            <a:ext cx="518078" cy="7981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EEFBE1E6-C947-24CE-EC25-033442D21DA1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8439302" y="2173231"/>
            <a:ext cx="517516" cy="7981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48948B74-FC97-0633-F21D-85D4ED4E6583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10245382" y="2173231"/>
            <a:ext cx="517515" cy="156736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521C2CC7-D9A9-D050-ED55-406AB30A5F71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0245382" y="3740597"/>
            <a:ext cx="517515" cy="15673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D3097788-F9BB-54DA-04C7-0DB508C425CB}"/>
              </a:ext>
            </a:extLst>
          </p:cNvPr>
          <p:cNvCxnSpPr>
            <a:cxnSpLocks/>
          </p:cNvCxnSpPr>
          <p:nvPr/>
        </p:nvCxnSpPr>
        <p:spPr>
          <a:xfrm>
            <a:off x="1991544" y="1751637"/>
            <a:ext cx="0" cy="314724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0CCCE1E2-8DD5-2400-4666-5E3FED46C0EF}"/>
              </a:ext>
            </a:extLst>
          </p:cNvPr>
          <p:cNvCxnSpPr>
            <a:cxnSpLocks/>
          </p:cNvCxnSpPr>
          <p:nvPr/>
        </p:nvCxnSpPr>
        <p:spPr>
          <a:xfrm flipH="1">
            <a:off x="1991544" y="1751637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F692AA69-10CF-5A58-E4E5-547400A76A76}"/>
              </a:ext>
            </a:extLst>
          </p:cNvPr>
          <p:cNvCxnSpPr>
            <a:cxnSpLocks/>
          </p:cNvCxnSpPr>
          <p:nvPr/>
        </p:nvCxnSpPr>
        <p:spPr>
          <a:xfrm flipH="1">
            <a:off x="1991544" y="3379225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803BE1F2-076F-3C1D-36A9-01DB784D36E6}"/>
              </a:ext>
            </a:extLst>
          </p:cNvPr>
          <p:cNvCxnSpPr>
            <a:cxnSpLocks/>
          </p:cNvCxnSpPr>
          <p:nvPr/>
        </p:nvCxnSpPr>
        <p:spPr>
          <a:xfrm flipH="1">
            <a:off x="1991544" y="4898882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96C35574-876C-0E47-6F60-0FD35735F88A}"/>
              </a:ext>
            </a:extLst>
          </p:cNvPr>
          <p:cNvCxnSpPr>
            <a:cxnSpLocks/>
            <a:endCxn id="33" idx="3"/>
          </p:cNvCxnSpPr>
          <p:nvPr/>
        </p:nvCxnSpPr>
        <p:spPr>
          <a:xfrm flipH="1">
            <a:off x="1859940" y="3740597"/>
            <a:ext cx="34762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260597A9-FD3D-0989-4E0B-D17F3211C20C}"/>
              </a:ext>
            </a:extLst>
          </p:cNvPr>
          <p:cNvCxnSpPr>
            <a:cxnSpLocks/>
          </p:cNvCxnSpPr>
          <p:nvPr/>
        </p:nvCxnSpPr>
        <p:spPr>
          <a:xfrm>
            <a:off x="2207568" y="2676037"/>
            <a:ext cx="0" cy="16220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7C403D2A-CC86-4E49-C993-95E1F4E30B5F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2207568" y="2676037"/>
            <a:ext cx="2899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A03B3717-0306-B5C0-A41F-1AEF8AEADF12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2207568" y="4307616"/>
            <a:ext cx="2899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861BD9E1-402B-4239-CD6B-0D8BE6E873E0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1859940" y="1750716"/>
            <a:ext cx="1316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楕円 110">
            <a:extLst>
              <a:ext uri="{FF2B5EF4-FFF2-40B4-BE49-F238E27FC236}">
                <a16:creationId xmlns:a16="http://schemas.microsoft.com/office/drawing/2014/main" id="{E991CE40-0F88-9848-859C-1E427B231247}"/>
              </a:ext>
            </a:extLst>
          </p:cNvPr>
          <p:cNvSpPr/>
          <p:nvPr/>
        </p:nvSpPr>
        <p:spPr>
          <a:xfrm>
            <a:off x="1954179" y="1713349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83BA3B2E-B096-4A1E-06C9-7328510AF0E4}"/>
              </a:ext>
            </a:extLst>
          </p:cNvPr>
          <p:cNvSpPr/>
          <p:nvPr/>
        </p:nvSpPr>
        <p:spPr>
          <a:xfrm>
            <a:off x="1955024" y="3341859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楕円 112">
            <a:extLst>
              <a:ext uri="{FF2B5EF4-FFF2-40B4-BE49-F238E27FC236}">
                <a16:creationId xmlns:a16="http://schemas.microsoft.com/office/drawing/2014/main" id="{60CCBD64-3608-F95B-9981-5A43EA81C9BE}"/>
              </a:ext>
            </a:extLst>
          </p:cNvPr>
          <p:cNvSpPr/>
          <p:nvPr/>
        </p:nvSpPr>
        <p:spPr>
          <a:xfrm>
            <a:off x="2169356" y="3703231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F9B664C4-E642-B813-7A64-94A905DF96B7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1859940" y="5776372"/>
            <a:ext cx="1653252" cy="222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7A1B9C09-7404-6ED9-C109-1B6869212C10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801756" y="101588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D4391A12-CD99-06CE-B521-BF76A2BE95D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801756" y="173426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366AB351-0AB3-0AB7-526A-DA978E9FFD4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801756" y="2556310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4B7A116D-8D41-A404-3117-AAFC7DAB6FD0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4801756" y="3416591"/>
            <a:ext cx="517516" cy="18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E2AAAA76-913B-9B32-45D9-57738A3DDF98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4801756" y="4236561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F4191FCE-0D1F-A60E-83A7-073E8FB0CC6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801756" y="489888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DD0AAB1F-8A37-3EC0-09EE-FE2BE7DB635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801756" y="5717043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14596766-EA2D-AAAB-6BED-CA24930F4C4E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4801756" y="6379364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85A2FBFF-5328-3C4E-BDD0-20AE6F86984A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3378840" y="1105892"/>
            <a:ext cx="13435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線コネクタ 151">
            <a:extLst>
              <a:ext uri="{FF2B5EF4-FFF2-40B4-BE49-F238E27FC236}">
                <a16:creationId xmlns:a16="http://schemas.microsoft.com/office/drawing/2014/main" id="{2BD6AE18-B438-F06C-EE20-3E688F961240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3378840" y="2676036"/>
            <a:ext cx="134352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コネクタ 153">
            <a:extLst>
              <a:ext uri="{FF2B5EF4-FFF2-40B4-BE49-F238E27FC236}">
                <a16:creationId xmlns:a16="http://schemas.microsoft.com/office/drawing/2014/main" id="{276C29F5-ED29-9AE9-3C38-240446C5138F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3378840" y="4307616"/>
            <a:ext cx="13435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01278B5D-B60D-B127-7D24-D55FD2F43AA5}"/>
              </a:ext>
            </a:extLst>
          </p:cNvPr>
          <p:cNvCxnSpPr>
            <a:cxnSpLocks/>
            <a:endCxn id="32" idx="3"/>
          </p:cNvCxnSpPr>
          <p:nvPr/>
        </p:nvCxnSpPr>
        <p:spPr>
          <a:xfrm flipH="1">
            <a:off x="3378840" y="6308859"/>
            <a:ext cx="134352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F7BFFF46-856F-A90B-BBF0-A0F8A7987342}"/>
              </a:ext>
            </a:extLst>
          </p:cNvPr>
          <p:cNvSpPr txBox="1"/>
          <p:nvPr/>
        </p:nvSpPr>
        <p:spPr>
          <a:xfrm rot="5400000">
            <a:off x="6457981" y="27869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91FAF32F-4217-D76C-72E1-3B1D48B1B0FF}"/>
              </a:ext>
            </a:extLst>
          </p:cNvPr>
          <p:cNvSpPr txBox="1"/>
          <p:nvPr/>
        </p:nvSpPr>
        <p:spPr>
          <a:xfrm rot="5400000">
            <a:off x="4927419" y="27869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8B1C7B7-79FF-F6F4-F0FC-7ECB3972785B}"/>
              </a:ext>
            </a:extLst>
          </p:cNvPr>
          <p:cNvSpPr txBox="1"/>
          <p:nvPr/>
        </p:nvSpPr>
        <p:spPr>
          <a:xfrm rot="5400000">
            <a:off x="6457981" y="43857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164" name="テキスト ボックス 163">
            <a:extLst>
              <a:ext uri="{FF2B5EF4-FFF2-40B4-BE49-F238E27FC236}">
                <a16:creationId xmlns:a16="http://schemas.microsoft.com/office/drawing/2014/main" id="{64DCBF3F-84E4-181C-35E4-614D3D035534}"/>
              </a:ext>
            </a:extLst>
          </p:cNvPr>
          <p:cNvSpPr txBox="1"/>
          <p:nvPr/>
        </p:nvSpPr>
        <p:spPr>
          <a:xfrm rot="5400000">
            <a:off x="4927419" y="43857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7071CEA7-0BCD-DF23-0B41-F5F49799E74A}"/>
              </a:ext>
            </a:extLst>
          </p:cNvPr>
          <p:cNvCxnSpPr>
            <a:cxnSpLocks/>
          </p:cNvCxnSpPr>
          <p:nvPr/>
        </p:nvCxnSpPr>
        <p:spPr>
          <a:xfrm flipH="1">
            <a:off x="2279576" y="6308859"/>
            <a:ext cx="21792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線コネクタ 168">
            <a:extLst>
              <a:ext uri="{FF2B5EF4-FFF2-40B4-BE49-F238E27FC236}">
                <a16:creationId xmlns:a16="http://schemas.microsoft.com/office/drawing/2014/main" id="{7B7AFF17-D379-8FF7-F930-2CB8C9C42D4A}"/>
              </a:ext>
            </a:extLst>
          </p:cNvPr>
          <p:cNvCxnSpPr>
            <a:cxnSpLocks/>
          </p:cNvCxnSpPr>
          <p:nvPr/>
        </p:nvCxnSpPr>
        <p:spPr>
          <a:xfrm flipH="1">
            <a:off x="2279576" y="6741368"/>
            <a:ext cx="36205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直線コネクタ 171">
            <a:extLst>
              <a:ext uri="{FF2B5EF4-FFF2-40B4-BE49-F238E27FC236}">
                <a16:creationId xmlns:a16="http://schemas.microsoft.com/office/drawing/2014/main" id="{E2E61133-B194-FF47-2AB8-D97788080696}"/>
              </a:ext>
            </a:extLst>
          </p:cNvPr>
          <p:cNvCxnSpPr>
            <a:cxnSpLocks/>
          </p:cNvCxnSpPr>
          <p:nvPr/>
        </p:nvCxnSpPr>
        <p:spPr>
          <a:xfrm>
            <a:off x="2279576" y="6308859"/>
            <a:ext cx="0" cy="4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直線コネクタ 174">
            <a:extLst>
              <a:ext uri="{FF2B5EF4-FFF2-40B4-BE49-F238E27FC236}">
                <a16:creationId xmlns:a16="http://schemas.microsoft.com/office/drawing/2014/main" id="{34ADA4B0-55AB-A430-D648-757C5E269D69}"/>
              </a:ext>
            </a:extLst>
          </p:cNvPr>
          <p:cNvCxnSpPr>
            <a:cxnSpLocks/>
          </p:cNvCxnSpPr>
          <p:nvPr/>
        </p:nvCxnSpPr>
        <p:spPr>
          <a:xfrm>
            <a:off x="5735960" y="6558534"/>
            <a:ext cx="0" cy="182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直線コネクタ 175">
            <a:extLst>
              <a:ext uri="{FF2B5EF4-FFF2-40B4-BE49-F238E27FC236}">
                <a16:creationId xmlns:a16="http://schemas.microsoft.com/office/drawing/2014/main" id="{669BDA3B-23F0-B277-5421-03643F3E5AE7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900168" y="5896213"/>
            <a:ext cx="0" cy="8451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22E31AA-CE30-CE4C-98B3-B1321DA5BDD8}"/>
              </a:ext>
            </a:extLst>
          </p:cNvPr>
          <p:cNvSpPr/>
          <p:nvPr/>
        </p:nvSpPr>
        <p:spPr>
          <a:xfrm>
            <a:off x="5319272" y="6200194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Direction</a:t>
            </a:r>
            <a:endParaRPr kumimoji="1" lang="ja-JP" altLang="en-US" dirty="0"/>
          </a:p>
        </p:txBody>
      </p:sp>
      <p:grpSp>
        <p:nvGrpSpPr>
          <p:cNvPr id="189" name="グループ化 188">
            <a:extLst>
              <a:ext uri="{FF2B5EF4-FFF2-40B4-BE49-F238E27FC236}">
                <a16:creationId xmlns:a16="http://schemas.microsoft.com/office/drawing/2014/main" id="{790ED186-DA2E-B17A-8D21-3E99237340DC}"/>
              </a:ext>
            </a:extLst>
          </p:cNvPr>
          <p:cNvGrpSpPr/>
          <p:nvPr/>
        </p:nvGrpSpPr>
        <p:grpSpPr>
          <a:xfrm>
            <a:off x="9696400" y="5949280"/>
            <a:ext cx="288032" cy="359579"/>
            <a:chOff x="9696400" y="5949280"/>
            <a:chExt cx="163457" cy="359579"/>
          </a:xfrm>
        </p:grpSpPr>
        <p:cxnSp>
          <p:nvCxnSpPr>
            <p:cNvPr id="183" name="直線コネクタ 182">
              <a:extLst>
                <a:ext uri="{FF2B5EF4-FFF2-40B4-BE49-F238E27FC236}">
                  <a16:creationId xmlns:a16="http://schemas.microsoft.com/office/drawing/2014/main" id="{DE7DFC2F-F71E-551F-38CA-418FE9868643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5949280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線コネクタ 186">
              <a:extLst>
                <a:ext uri="{FF2B5EF4-FFF2-40B4-BE49-F238E27FC236}">
                  <a16:creationId xmlns:a16="http://schemas.microsoft.com/office/drawing/2014/main" id="{C5BDCD0E-16BF-7F73-B62F-0A878DC9DD43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6129069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直線コネクタ 187">
              <a:extLst>
                <a:ext uri="{FF2B5EF4-FFF2-40B4-BE49-F238E27FC236}">
                  <a16:creationId xmlns:a16="http://schemas.microsoft.com/office/drawing/2014/main" id="{ED65BF72-7E05-7FB3-84E1-F4F463B949B2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6308859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CD346EE7-9B89-8BD6-433E-0BFD667CDE62}"/>
              </a:ext>
            </a:extLst>
          </p:cNvPr>
          <p:cNvSpPr/>
          <p:nvPr/>
        </p:nvSpPr>
        <p:spPr>
          <a:xfrm>
            <a:off x="9694500" y="6431323"/>
            <a:ext cx="289932" cy="111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4" name="四角形: 角を丸くする 193">
            <a:extLst>
              <a:ext uri="{FF2B5EF4-FFF2-40B4-BE49-F238E27FC236}">
                <a16:creationId xmlns:a16="http://schemas.microsoft.com/office/drawing/2014/main" id="{DBF73FA6-5122-47DC-CA2E-5755B4F9F1C8}"/>
              </a:ext>
            </a:extLst>
          </p:cNvPr>
          <p:cNvSpPr/>
          <p:nvPr/>
        </p:nvSpPr>
        <p:spPr>
          <a:xfrm>
            <a:off x="9694500" y="6594243"/>
            <a:ext cx="289932" cy="1114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5" name="テキスト ボックス 194">
            <a:extLst>
              <a:ext uri="{FF2B5EF4-FFF2-40B4-BE49-F238E27FC236}">
                <a16:creationId xmlns:a16="http://schemas.microsoft.com/office/drawing/2014/main" id="{4C5C05EB-7078-43B8-FBED-2FC1031E57EA}"/>
              </a:ext>
            </a:extLst>
          </p:cNvPr>
          <p:cNvSpPr txBox="1"/>
          <p:nvPr/>
        </p:nvSpPr>
        <p:spPr>
          <a:xfrm>
            <a:off x="7049424" y="792412"/>
            <a:ext cx="62228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Static</a:t>
            </a:r>
            <a:endParaRPr kumimoji="1" lang="ja-JP" altLang="en-US" sz="1400" b="1" dirty="0"/>
          </a:p>
        </p:txBody>
      </p:sp>
      <p:sp>
        <p:nvSpPr>
          <p:cNvPr id="196" name="テキスト ボックス 195">
            <a:extLst>
              <a:ext uri="{FF2B5EF4-FFF2-40B4-BE49-F238E27FC236}">
                <a16:creationId xmlns:a16="http://schemas.microsoft.com/office/drawing/2014/main" id="{164F1DCD-4AE3-6228-016B-9DFFC556E150}"/>
              </a:ext>
            </a:extLst>
          </p:cNvPr>
          <p:cNvSpPr txBox="1"/>
          <p:nvPr/>
        </p:nvSpPr>
        <p:spPr>
          <a:xfrm>
            <a:off x="7049424" y="3990331"/>
            <a:ext cx="62228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Static</a:t>
            </a:r>
            <a:endParaRPr kumimoji="1" lang="ja-JP" altLang="en-US" sz="1400" b="1" dirty="0"/>
          </a:p>
        </p:txBody>
      </p:sp>
      <p:sp>
        <p:nvSpPr>
          <p:cNvPr id="197" name="テキスト ボックス 196">
            <a:extLst>
              <a:ext uri="{FF2B5EF4-FFF2-40B4-BE49-F238E27FC236}">
                <a16:creationId xmlns:a16="http://schemas.microsoft.com/office/drawing/2014/main" id="{06EC2FDF-E26C-3F8C-A0FF-E4949C8296F9}"/>
              </a:ext>
            </a:extLst>
          </p:cNvPr>
          <p:cNvSpPr txBox="1"/>
          <p:nvPr/>
        </p:nvSpPr>
        <p:spPr>
          <a:xfrm>
            <a:off x="7049424" y="2394010"/>
            <a:ext cx="8723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Dynamic</a:t>
            </a:r>
            <a:endParaRPr kumimoji="1" lang="ja-JP" altLang="en-US" sz="1400" b="1" dirty="0"/>
          </a:p>
        </p:txBody>
      </p:sp>
      <p:sp>
        <p:nvSpPr>
          <p:cNvPr id="198" name="テキスト ボックス 197">
            <a:extLst>
              <a:ext uri="{FF2B5EF4-FFF2-40B4-BE49-F238E27FC236}">
                <a16:creationId xmlns:a16="http://schemas.microsoft.com/office/drawing/2014/main" id="{F95A6614-5184-C575-A7AC-06ED7000FBE6}"/>
              </a:ext>
            </a:extLst>
          </p:cNvPr>
          <p:cNvSpPr txBox="1"/>
          <p:nvPr/>
        </p:nvSpPr>
        <p:spPr>
          <a:xfrm>
            <a:off x="7049424" y="5468595"/>
            <a:ext cx="8723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Dynamic</a:t>
            </a:r>
            <a:endParaRPr kumimoji="1" lang="ja-JP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892823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DF19-D310-0552-8BEC-BD5BB57A1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871C09-F365-C2E2-D650-2E14DB34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機能フロー図と評価システム図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CCF9BE-B649-3479-E2B5-62F22AEC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75</a:t>
            </a:fld>
            <a:endParaRPr lang="ja-JP" altLang="en-US"/>
          </a:p>
        </p:txBody>
      </p:sp>
      <p:sp>
        <p:nvSpPr>
          <p:cNvPr id="4" name="フローチャート: 端子 3">
            <a:extLst>
              <a:ext uri="{FF2B5EF4-FFF2-40B4-BE49-F238E27FC236}">
                <a16:creationId xmlns:a16="http://schemas.microsoft.com/office/drawing/2014/main" id="{0D3D398E-9EBF-3EE2-32F7-68B6588466AB}"/>
              </a:ext>
            </a:extLst>
          </p:cNvPr>
          <p:cNvSpPr/>
          <p:nvPr/>
        </p:nvSpPr>
        <p:spPr>
          <a:xfrm>
            <a:off x="1446029" y="726862"/>
            <a:ext cx="1091030" cy="360040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5" name="フローチャート: 端子 4">
            <a:extLst>
              <a:ext uri="{FF2B5EF4-FFF2-40B4-BE49-F238E27FC236}">
                <a16:creationId xmlns:a16="http://schemas.microsoft.com/office/drawing/2014/main" id="{7A4FB268-9AAC-8DA2-7409-845ECFFF921F}"/>
              </a:ext>
            </a:extLst>
          </p:cNvPr>
          <p:cNvSpPr/>
          <p:nvPr/>
        </p:nvSpPr>
        <p:spPr>
          <a:xfrm>
            <a:off x="1446029" y="7174673"/>
            <a:ext cx="1091030" cy="360040"/>
          </a:xfrm>
          <a:prstGeom prst="flowChartTermina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6" name="フローチャート: 判断 5">
            <a:extLst>
              <a:ext uri="{FF2B5EF4-FFF2-40B4-BE49-F238E27FC236}">
                <a16:creationId xmlns:a16="http://schemas.microsoft.com/office/drawing/2014/main" id="{A00010EC-E8DD-0FB1-51D7-B819FF104C6A}"/>
              </a:ext>
            </a:extLst>
          </p:cNvPr>
          <p:cNvSpPr/>
          <p:nvPr/>
        </p:nvSpPr>
        <p:spPr>
          <a:xfrm>
            <a:off x="695404" y="2463340"/>
            <a:ext cx="2592280" cy="741432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preprocess</a:t>
            </a:r>
            <a:endParaRPr kumimoji="1" lang="ja-JP" altLang="en-US" dirty="0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7A31180E-7D3C-C7A4-EF4F-A79EBFAFCEB0}"/>
              </a:ext>
            </a:extLst>
          </p:cNvPr>
          <p:cNvSpPr/>
          <p:nvPr/>
        </p:nvSpPr>
        <p:spPr>
          <a:xfrm>
            <a:off x="1271464" y="3325238"/>
            <a:ext cx="1440160" cy="576064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Preprocess</a:t>
            </a:r>
            <a:endParaRPr kumimoji="1" lang="ja-JP" altLang="en-US" dirty="0"/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1A6678BA-1C0D-36C9-1FA1-DE0C2515F958}"/>
              </a:ext>
            </a:extLst>
          </p:cNvPr>
          <p:cNvSpPr/>
          <p:nvPr/>
        </p:nvSpPr>
        <p:spPr>
          <a:xfrm>
            <a:off x="1271464" y="4143648"/>
            <a:ext cx="1440160" cy="576064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sp>
        <p:nvSpPr>
          <p:cNvPr id="9" name="フローチャート: 判断 8">
            <a:extLst>
              <a:ext uri="{FF2B5EF4-FFF2-40B4-BE49-F238E27FC236}">
                <a16:creationId xmlns:a16="http://schemas.microsoft.com/office/drawing/2014/main" id="{38318383-8413-D5DD-8825-1602A607A435}"/>
              </a:ext>
            </a:extLst>
          </p:cNvPr>
          <p:cNvSpPr/>
          <p:nvPr/>
        </p:nvSpPr>
        <p:spPr>
          <a:xfrm>
            <a:off x="695400" y="4856640"/>
            <a:ext cx="2592288" cy="843542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Choose notification</a:t>
            </a:r>
            <a:endParaRPr kumimoji="1" lang="ja-JP" altLang="en-US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EE212F32-3FA6-A436-CE0A-C2135B91C486}"/>
              </a:ext>
            </a:extLst>
          </p:cNvPr>
          <p:cNvGrpSpPr/>
          <p:nvPr/>
        </p:nvGrpSpPr>
        <p:grpSpPr>
          <a:xfrm>
            <a:off x="1100147" y="5843488"/>
            <a:ext cx="3682303" cy="577594"/>
            <a:chOff x="5204603" y="5097405"/>
            <a:chExt cx="3682303" cy="577594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0FD628F8-9C42-12D5-F21F-38C9C007BFF8}"/>
                </a:ext>
              </a:extLst>
            </p:cNvPr>
            <p:cNvSpPr/>
            <p:nvPr/>
          </p:nvSpPr>
          <p:spPr>
            <a:xfrm>
              <a:off x="5204603" y="5098935"/>
              <a:ext cx="1782794" cy="576064"/>
            </a:xfrm>
            <a:prstGeom prst="flowChartProcess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Send notification to staff</a:t>
              </a:r>
              <a:endParaRPr kumimoji="1" lang="ja-JP" altLang="en-US" dirty="0"/>
            </a:p>
          </p:txBody>
        </p:sp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8FEFCE7A-08AD-9F64-F30E-15C61DB2E9E5}"/>
                </a:ext>
              </a:extLst>
            </p:cNvPr>
            <p:cNvSpPr/>
            <p:nvPr/>
          </p:nvSpPr>
          <p:spPr>
            <a:xfrm>
              <a:off x="7104112" y="5097405"/>
              <a:ext cx="1782794" cy="576064"/>
            </a:xfrm>
            <a:prstGeom prst="flowChartProcess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Ask other staff for help</a:t>
              </a:r>
              <a:endParaRPr kumimoji="1" lang="ja-JP" altLang="en-US" dirty="0"/>
            </a:p>
          </p:txBody>
        </p:sp>
      </p:grpSp>
      <p:sp>
        <p:nvSpPr>
          <p:cNvPr id="12" name="四角形: 上の 2 つの角を切り取る 11">
            <a:extLst>
              <a:ext uri="{FF2B5EF4-FFF2-40B4-BE49-F238E27FC236}">
                <a16:creationId xmlns:a16="http://schemas.microsoft.com/office/drawing/2014/main" id="{B568ECD4-00DB-02DB-C9F6-C8E6973B6123}"/>
              </a:ext>
            </a:extLst>
          </p:cNvPr>
          <p:cNvSpPr/>
          <p:nvPr/>
        </p:nvSpPr>
        <p:spPr>
          <a:xfrm>
            <a:off x="905969" y="118802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上の 2 つの角を切り取る 12">
            <a:extLst>
              <a:ext uri="{FF2B5EF4-FFF2-40B4-BE49-F238E27FC236}">
                <a16:creationId xmlns:a16="http://schemas.microsoft.com/office/drawing/2014/main" id="{9D8CA0EC-686C-83D1-8025-ADB1D1BE9C98}"/>
              </a:ext>
            </a:extLst>
          </p:cNvPr>
          <p:cNvSpPr/>
          <p:nvPr/>
        </p:nvSpPr>
        <p:spPr>
          <a:xfrm rot="10800000">
            <a:off x="905970" y="6640514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71619E9-62F2-8777-927E-6728D3DE1165}"/>
              </a:ext>
            </a:extLst>
          </p:cNvPr>
          <p:cNvCxnSpPr>
            <a:cxnSpLocks/>
            <a:stCxn id="4" idx="2"/>
            <a:endCxn id="12" idx="3"/>
          </p:cNvCxnSpPr>
          <p:nvPr/>
        </p:nvCxnSpPr>
        <p:spPr>
          <a:xfrm>
            <a:off x="1991544" y="1086902"/>
            <a:ext cx="0" cy="10112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AAC17D5-376A-92CB-A7EE-B129BC1BB0B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991544" y="2317560"/>
            <a:ext cx="0" cy="1457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5C0FE946-ECEB-0B72-7F44-AC330E3B75D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991544" y="3204772"/>
            <a:ext cx="0" cy="12046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295CA902-4160-E694-C752-9A8A1B3B9F4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991544" y="3901302"/>
            <a:ext cx="0" cy="24234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62321DD-E52E-B5CF-90C0-FFD09DCC1C0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991544" y="4719712"/>
            <a:ext cx="0" cy="1369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E9BEBFE-550F-A8CE-D15E-0B234A30127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991544" y="5700182"/>
            <a:ext cx="0" cy="1448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59285D66-4DDC-98A1-3C14-2033C574D22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891053" y="5278411"/>
            <a:ext cx="0" cy="56507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A9C89404-E114-903D-ECD9-1A5216C5DD2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287688" y="527841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3313146-9A43-1436-BB84-F444E18C9A0D}"/>
              </a:ext>
            </a:extLst>
          </p:cNvPr>
          <p:cNvCxnSpPr>
            <a:cxnSpLocks/>
            <a:stCxn id="10" idx="2"/>
            <a:endCxn id="13" idx="1"/>
          </p:cNvCxnSpPr>
          <p:nvPr/>
        </p:nvCxnSpPr>
        <p:spPr>
          <a:xfrm>
            <a:off x="1991544" y="6421082"/>
            <a:ext cx="1" cy="21943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AD2A08A-B343-6B6D-8D24-E5C67B38477E}"/>
              </a:ext>
            </a:extLst>
          </p:cNvPr>
          <p:cNvCxnSpPr>
            <a:cxnSpLocks/>
          </p:cNvCxnSpPr>
          <p:nvPr/>
        </p:nvCxnSpPr>
        <p:spPr>
          <a:xfrm>
            <a:off x="92036" y="3982474"/>
            <a:ext cx="189950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4E2CC71-BEDA-5576-484E-2B97AFFAA70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891053" y="6419552"/>
            <a:ext cx="0" cy="59787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582A3C22-501E-38B4-E106-6545AF6664E9}"/>
              </a:ext>
            </a:extLst>
          </p:cNvPr>
          <p:cNvCxnSpPr>
            <a:cxnSpLocks/>
          </p:cNvCxnSpPr>
          <p:nvPr/>
        </p:nvCxnSpPr>
        <p:spPr>
          <a:xfrm>
            <a:off x="92036" y="2827172"/>
            <a:ext cx="0" cy="1171006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E0DF32A7-2280-7A01-6D4F-BD419393A28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2036" y="2834056"/>
            <a:ext cx="603368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5285AE5-E0E4-0823-BFB5-90E1B7E38815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1991544" y="7072562"/>
            <a:ext cx="1" cy="10211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72EAEF2A-2FEF-29C7-F6DD-692C6C275B45}"/>
              </a:ext>
            </a:extLst>
          </p:cNvPr>
          <p:cNvCxnSpPr>
            <a:cxnSpLocks/>
          </p:cNvCxnSpPr>
          <p:nvPr/>
        </p:nvCxnSpPr>
        <p:spPr>
          <a:xfrm>
            <a:off x="92036" y="6479339"/>
            <a:ext cx="379901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EE32D50-BD7E-BEDA-CD92-995E4F48A064}"/>
              </a:ext>
            </a:extLst>
          </p:cNvPr>
          <p:cNvCxnSpPr>
            <a:cxnSpLocks/>
          </p:cNvCxnSpPr>
          <p:nvPr/>
        </p:nvCxnSpPr>
        <p:spPr>
          <a:xfrm>
            <a:off x="92036" y="5278411"/>
            <a:ext cx="0" cy="1200928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9EDAABB4-5F92-A3DC-13A1-C044A0566E05}"/>
              </a:ext>
            </a:extLst>
          </p:cNvPr>
          <p:cNvCxnSpPr>
            <a:cxnSpLocks/>
          </p:cNvCxnSpPr>
          <p:nvPr/>
        </p:nvCxnSpPr>
        <p:spPr>
          <a:xfrm>
            <a:off x="92036" y="5278411"/>
            <a:ext cx="603364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0" name="フローチャート: 処理 109">
            <a:extLst>
              <a:ext uri="{FF2B5EF4-FFF2-40B4-BE49-F238E27FC236}">
                <a16:creationId xmlns:a16="http://schemas.microsoft.com/office/drawing/2014/main" id="{50061AA7-4CAB-9461-C1D2-996CA2999C2A}"/>
              </a:ext>
            </a:extLst>
          </p:cNvPr>
          <p:cNvSpPr/>
          <p:nvPr/>
        </p:nvSpPr>
        <p:spPr>
          <a:xfrm>
            <a:off x="1271464" y="1734230"/>
            <a:ext cx="1440160" cy="576064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477D516-A765-2720-24B6-9A6A07834761}"/>
              </a:ext>
            </a:extLst>
          </p:cNvPr>
          <p:cNvCxnSpPr>
            <a:cxnSpLocks/>
            <a:endCxn id="110" idx="0"/>
          </p:cNvCxnSpPr>
          <p:nvPr/>
        </p:nvCxnSpPr>
        <p:spPr>
          <a:xfrm>
            <a:off x="1991544" y="1620070"/>
            <a:ext cx="0" cy="11416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8" name="四角形: 角を丸くする 207">
            <a:extLst>
              <a:ext uri="{FF2B5EF4-FFF2-40B4-BE49-F238E27FC236}">
                <a16:creationId xmlns:a16="http://schemas.microsoft.com/office/drawing/2014/main" id="{A2FFD6A5-3659-84F7-465A-B0FF64D8CE4C}"/>
              </a:ext>
            </a:extLst>
          </p:cNvPr>
          <p:cNvSpPr/>
          <p:nvPr/>
        </p:nvSpPr>
        <p:spPr>
          <a:xfrm>
            <a:off x="15669211" y="3745952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Total risk</a:t>
            </a:r>
            <a:endParaRPr kumimoji="1" lang="ja-JP" altLang="en-US" b="1" dirty="0"/>
          </a:p>
        </p:txBody>
      </p:sp>
      <p:sp>
        <p:nvSpPr>
          <p:cNvPr id="209" name="四角形: 角を丸くする 208">
            <a:extLst>
              <a:ext uri="{FF2B5EF4-FFF2-40B4-BE49-F238E27FC236}">
                <a16:creationId xmlns:a16="http://schemas.microsoft.com/office/drawing/2014/main" id="{8A6ECBED-5B2A-7931-0CEB-0EFB85C4F0C9}"/>
              </a:ext>
            </a:extLst>
          </p:cNvPr>
          <p:cNvSpPr/>
          <p:nvPr/>
        </p:nvSpPr>
        <p:spPr>
          <a:xfrm>
            <a:off x="13863132" y="2178586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Internal</a:t>
            </a:r>
            <a:endParaRPr kumimoji="1" lang="ja-JP" altLang="en-US" dirty="0"/>
          </a:p>
        </p:txBody>
      </p:sp>
      <p:sp>
        <p:nvSpPr>
          <p:cNvPr id="210" name="四角形: 角を丸くする 209">
            <a:extLst>
              <a:ext uri="{FF2B5EF4-FFF2-40B4-BE49-F238E27FC236}">
                <a16:creationId xmlns:a16="http://schemas.microsoft.com/office/drawing/2014/main" id="{9F741CB7-244B-298C-6A43-1BA920D32266}"/>
              </a:ext>
            </a:extLst>
          </p:cNvPr>
          <p:cNvSpPr/>
          <p:nvPr/>
        </p:nvSpPr>
        <p:spPr>
          <a:xfrm>
            <a:off x="13863132" y="5313317"/>
            <a:ext cx="1288564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External</a:t>
            </a:r>
            <a:endParaRPr kumimoji="1" lang="ja-JP" altLang="en-US" dirty="0"/>
          </a:p>
        </p:txBody>
      </p:sp>
      <p:sp>
        <p:nvSpPr>
          <p:cNvPr id="211" name="四角形: 角を丸くする 210">
            <a:extLst>
              <a:ext uri="{FF2B5EF4-FFF2-40B4-BE49-F238E27FC236}">
                <a16:creationId xmlns:a16="http://schemas.microsoft.com/office/drawing/2014/main" id="{49A6383E-5F12-231B-9A20-330CF91A0D1C}"/>
              </a:ext>
            </a:extLst>
          </p:cNvPr>
          <p:cNvSpPr/>
          <p:nvPr/>
        </p:nvSpPr>
        <p:spPr>
          <a:xfrm>
            <a:off x="11904894" y="1380426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Attribution</a:t>
            </a:r>
            <a:endParaRPr kumimoji="1" lang="ja-JP" altLang="en-US" dirty="0"/>
          </a:p>
        </p:txBody>
      </p:sp>
      <p:sp>
        <p:nvSpPr>
          <p:cNvPr id="212" name="四角形: 角を丸くする 211">
            <a:extLst>
              <a:ext uri="{FF2B5EF4-FFF2-40B4-BE49-F238E27FC236}">
                <a16:creationId xmlns:a16="http://schemas.microsoft.com/office/drawing/2014/main" id="{BED2B30F-B17C-9BB3-6FD7-1E30A663B3B7}"/>
              </a:ext>
            </a:extLst>
          </p:cNvPr>
          <p:cNvSpPr/>
          <p:nvPr/>
        </p:nvSpPr>
        <p:spPr>
          <a:xfrm>
            <a:off x="11905456" y="2976747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</a:t>
            </a:r>
            <a:endParaRPr kumimoji="1" lang="ja-JP" altLang="en-US" dirty="0"/>
          </a:p>
        </p:txBody>
      </p:sp>
      <p:sp>
        <p:nvSpPr>
          <p:cNvPr id="213" name="四角形: 角を丸くする 212">
            <a:extLst>
              <a:ext uri="{FF2B5EF4-FFF2-40B4-BE49-F238E27FC236}">
                <a16:creationId xmlns:a16="http://schemas.microsoft.com/office/drawing/2014/main" id="{68465C0E-E02B-0AFF-95A1-40226DFD62C2}"/>
              </a:ext>
            </a:extLst>
          </p:cNvPr>
          <p:cNvSpPr/>
          <p:nvPr/>
        </p:nvSpPr>
        <p:spPr>
          <a:xfrm>
            <a:off x="11904894" y="4573076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Objects</a:t>
            </a:r>
            <a:endParaRPr kumimoji="1" lang="ja-JP" altLang="en-US" dirty="0"/>
          </a:p>
        </p:txBody>
      </p:sp>
      <p:sp>
        <p:nvSpPr>
          <p:cNvPr id="214" name="四角形: 角を丸くする 213">
            <a:extLst>
              <a:ext uri="{FF2B5EF4-FFF2-40B4-BE49-F238E27FC236}">
                <a16:creationId xmlns:a16="http://schemas.microsoft.com/office/drawing/2014/main" id="{9C32B180-BE14-25B5-07CD-4B1260CAD593}"/>
              </a:ext>
            </a:extLst>
          </p:cNvPr>
          <p:cNvSpPr/>
          <p:nvPr/>
        </p:nvSpPr>
        <p:spPr>
          <a:xfrm>
            <a:off x="11904894" y="6053558"/>
            <a:ext cx="1440160" cy="539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Surrounding staff</a:t>
            </a:r>
            <a:endParaRPr kumimoji="1" lang="ja-JP" altLang="en-US" dirty="0"/>
          </a:p>
        </p:txBody>
      </p:sp>
      <p:sp>
        <p:nvSpPr>
          <p:cNvPr id="215" name="四角形: 角を丸くする 214">
            <a:extLst>
              <a:ext uri="{FF2B5EF4-FFF2-40B4-BE49-F238E27FC236}">
                <a16:creationId xmlns:a16="http://schemas.microsoft.com/office/drawing/2014/main" id="{6B6B255B-4C9A-701B-D9C6-66AC4A9A705D}"/>
              </a:ext>
            </a:extLst>
          </p:cNvPr>
          <p:cNvSpPr/>
          <p:nvPr/>
        </p:nvSpPr>
        <p:spPr>
          <a:xfrm>
            <a:off x="10225586" y="111167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Patient</a:t>
            </a:r>
            <a:endParaRPr kumimoji="1" lang="ja-JP" altLang="en-US" dirty="0"/>
          </a:p>
        </p:txBody>
      </p:sp>
      <p:sp>
        <p:nvSpPr>
          <p:cNvPr id="216" name="四角形: 角を丸くする 215">
            <a:extLst>
              <a:ext uri="{FF2B5EF4-FFF2-40B4-BE49-F238E27FC236}">
                <a16:creationId xmlns:a16="http://schemas.microsoft.com/office/drawing/2014/main" id="{2B05225E-C219-7DD3-1F1E-2E807F1F4CFA}"/>
              </a:ext>
            </a:extLst>
          </p:cNvPr>
          <p:cNvSpPr/>
          <p:nvPr/>
        </p:nvSpPr>
        <p:spPr>
          <a:xfrm>
            <a:off x="10225586" y="183005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Age</a:t>
            </a:r>
            <a:endParaRPr kumimoji="1" lang="ja-JP" altLang="en-US" dirty="0"/>
          </a:p>
        </p:txBody>
      </p:sp>
      <p:sp>
        <p:nvSpPr>
          <p:cNvPr id="217" name="四角形: 角を丸くする 216">
            <a:extLst>
              <a:ext uri="{FF2B5EF4-FFF2-40B4-BE49-F238E27FC236}">
                <a16:creationId xmlns:a16="http://schemas.microsoft.com/office/drawing/2014/main" id="{A98BC9E3-F236-EE14-D257-0A722087B61A}"/>
              </a:ext>
            </a:extLst>
          </p:cNvPr>
          <p:cNvSpPr/>
          <p:nvPr/>
        </p:nvSpPr>
        <p:spPr>
          <a:xfrm>
            <a:off x="10225586" y="2652100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 1</a:t>
            </a:r>
            <a:endParaRPr kumimoji="1" lang="ja-JP" altLang="en-US" dirty="0"/>
          </a:p>
        </p:txBody>
      </p:sp>
      <p:sp>
        <p:nvSpPr>
          <p:cNvPr id="218" name="四角形: 角を丸くする 217">
            <a:extLst>
              <a:ext uri="{FF2B5EF4-FFF2-40B4-BE49-F238E27FC236}">
                <a16:creationId xmlns:a16="http://schemas.microsoft.com/office/drawing/2014/main" id="{6A861394-3A05-74CE-59E2-97F0DCAE1DAA}"/>
              </a:ext>
            </a:extLst>
          </p:cNvPr>
          <p:cNvSpPr/>
          <p:nvPr/>
        </p:nvSpPr>
        <p:spPr>
          <a:xfrm>
            <a:off x="10225586" y="3514190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Action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219" name="四角形: 角を丸くする 218">
            <a:extLst>
              <a:ext uri="{FF2B5EF4-FFF2-40B4-BE49-F238E27FC236}">
                <a16:creationId xmlns:a16="http://schemas.microsoft.com/office/drawing/2014/main" id="{E7503AB7-6085-4FE1-0DA2-8058ADB131FE}"/>
              </a:ext>
            </a:extLst>
          </p:cNvPr>
          <p:cNvSpPr/>
          <p:nvPr/>
        </p:nvSpPr>
        <p:spPr>
          <a:xfrm>
            <a:off x="10225586" y="4332351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 1</a:t>
            </a:r>
            <a:endParaRPr kumimoji="1" lang="ja-JP" altLang="en-US" dirty="0"/>
          </a:p>
        </p:txBody>
      </p:sp>
      <p:sp>
        <p:nvSpPr>
          <p:cNvPr id="220" name="四角形: 角を丸くする 219">
            <a:extLst>
              <a:ext uri="{FF2B5EF4-FFF2-40B4-BE49-F238E27FC236}">
                <a16:creationId xmlns:a16="http://schemas.microsoft.com/office/drawing/2014/main" id="{6846C337-E8BF-1897-817C-C687E7B760AE}"/>
              </a:ext>
            </a:extLst>
          </p:cNvPr>
          <p:cNvSpPr/>
          <p:nvPr/>
        </p:nvSpPr>
        <p:spPr>
          <a:xfrm>
            <a:off x="10225586" y="4994672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Object </a:t>
            </a:r>
            <a:r>
              <a:rPr kumimoji="1" lang="en-US" altLang="ja-JP" i="1" dirty="0"/>
              <a:t>n</a:t>
            </a:r>
            <a:endParaRPr kumimoji="1" lang="ja-JP" altLang="en-US" i="1" dirty="0"/>
          </a:p>
        </p:txBody>
      </p:sp>
      <p:sp>
        <p:nvSpPr>
          <p:cNvPr id="221" name="四角形: 角を丸くする 220">
            <a:extLst>
              <a:ext uri="{FF2B5EF4-FFF2-40B4-BE49-F238E27FC236}">
                <a16:creationId xmlns:a16="http://schemas.microsoft.com/office/drawing/2014/main" id="{066DABBB-1890-CDD5-DCC9-A58981FD053A}"/>
              </a:ext>
            </a:extLst>
          </p:cNvPr>
          <p:cNvSpPr/>
          <p:nvPr/>
        </p:nvSpPr>
        <p:spPr>
          <a:xfrm>
            <a:off x="10225586" y="5812833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Distance</a:t>
            </a:r>
            <a:endParaRPr kumimoji="1" lang="ja-JP" altLang="en-US" dirty="0"/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E0CD54B6-A2C2-EBF8-7141-E2DB1052EDBA}"/>
              </a:ext>
            </a:extLst>
          </p:cNvPr>
          <p:cNvSpPr/>
          <p:nvPr/>
        </p:nvSpPr>
        <p:spPr>
          <a:xfrm>
            <a:off x="8419506" y="1111672"/>
            <a:ext cx="1288564" cy="1076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</a:t>
            </a:r>
            <a:endParaRPr kumimoji="1" lang="ja-JP" altLang="en-US" dirty="0"/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D70B06A9-1E64-6B7E-E509-77CE889FA9AF}"/>
              </a:ext>
            </a:extLst>
          </p:cNvPr>
          <p:cNvSpPr/>
          <p:nvPr/>
        </p:nvSpPr>
        <p:spPr>
          <a:xfrm>
            <a:off x="8419506" y="2648211"/>
            <a:ext cx="1288564" cy="122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Pose similarity evaluator</a:t>
            </a:r>
          </a:p>
          <a:p>
            <a:pPr algn="ctr"/>
            <a:r>
              <a:rPr lang="en-US" altLang="ja-JP" dirty="0"/>
              <a:t>with YOLO</a:t>
            </a:r>
            <a:endParaRPr kumimoji="1" lang="ja-JP" altLang="en-US" dirty="0"/>
          </a:p>
        </p:txBody>
      </p: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3F2519C3-9299-6A07-6C02-729362BE259B}"/>
              </a:ext>
            </a:extLst>
          </p:cNvPr>
          <p:cNvSpPr/>
          <p:nvPr/>
        </p:nvSpPr>
        <p:spPr>
          <a:xfrm>
            <a:off x="8419506" y="4332351"/>
            <a:ext cx="1288564" cy="10206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BLIP</a:t>
            </a:r>
            <a:endParaRPr kumimoji="1" lang="ja-JP" altLang="en-US" dirty="0"/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5A9E312-B7BC-4872-C50B-8F7CEB091440}"/>
              </a:ext>
            </a:extLst>
          </p:cNvPr>
          <p:cNvSpPr/>
          <p:nvPr/>
        </p:nvSpPr>
        <p:spPr>
          <a:xfrm>
            <a:off x="8419506" y="5812833"/>
            <a:ext cx="1288564" cy="10206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Relative position calculator</a:t>
            </a:r>
            <a:endParaRPr kumimoji="1" lang="ja-JP" altLang="en-US" dirty="0"/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0054E15C-B8A0-F9E9-94C9-FD2459A81CEB}"/>
              </a:ext>
            </a:extLst>
          </p:cNvPr>
          <p:cNvSpPr/>
          <p:nvPr/>
        </p:nvSpPr>
        <p:spPr>
          <a:xfrm>
            <a:off x="7403814" y="1111672"/>
            <a:ext cx="881340" cy="5383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41996BF7-1C81-B090-9B5A-83D1647B90CD}"/>
              </a:ext>
            </a:extLst>
          </p:cNvPr>
          <p:cNvSpPr/>
          <p:nvPr/>
        </p:nvSpPr>
        <p:spPr>
          <a:xfrm>
            <a:off x="7403814" y="2644917"/>
            <a:ext cx="881340" cy="6121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FEB08E27-A111-084E-555B-0DB254B61D8F}"/>
              </a:ext>
            </a:extLst>
          </p:cNvPr>
          <p:cNvSpPr/>
          <p:nvPr/>
        </p:nvSpPr>
        <p:spPr>
          <a:xfrm>
            <a:off x="7403814" y="4325764"/>
            <a:ext cx="881340" cy="5136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D81D709A-768D-EBF4-ADC2-6AAE864426DB}"/>
              </a:ext>
            </a:extLst>
          </p:cNvPr>
          <p:cNvSpPr/>
          <p:nvPr/>
        </p:nvSpPr>
        <p:spPr>
          <a:xfrm>
            <a:off x="7403814" y="6328654"/>
            <a:ext cx="881340" cy="510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</a:t>
            </a:r>
            <a:endParaRPr kumimoji="1" lang="ja-JP" altLang="en-US" dirty="0"/>
          </a:p>
        </p:txBody>
      </p:sp>
      <p:sp>
        <p:nvSpPr>
          <p:cNvPr id="230" name="四角形: 角を丸くする 229">
            <a:extLst>
              <a:ext uri="{FF2B5EF4-FFF2-40B4-BE49-F238E27FC236}">
                <a16:creationId xmlns:a16="http://schemas.microsoft.com/office/drawing/2014/main" id="{A471E466-318D-7906-59D0-7FF895E7F468}"/>
              </a:ext>
            </a:extLst>
          </p:cNvPr>
          <p:cNvSpPr/>
          <p:nvPr/>
        </p:nvSpPr>
        <p:spPr>
          <a:xfrm>
            <a:off x="5025650" y="1604081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Bounding box RGB image</a:t>
            </a:r>
            <a:endParaRPr kumimoji="1" lang="ja-JP" altLang="en-US" dirty="0"/>
          </a:p>
        </p:txBody>
      </p:sp>
      <p:sp>
        <p:nvSpPr>
          <p:cNvPr id="231" name="四角形: 角を丸くする 230">
            <a:extLst>
              <a:ext uri="{FF2B5EF4-FFF2-40B4-BE49-F238E27FC236}">
                <a16:creationId xmlns:a16="http://schemas.microsoft.com/office/drawing/2014/main" id="{90D43329-AF67-3BB1-2910-85F2641BC031}"/>
              </a:ext>
            </a:extLst>
          </p:cNvPr>
          <p:cNvSpPr/>
          <p:nvPr/>
        </p:nvSpPr>
        <p:spPr>
          <a:xfrm>
            <a:off x="5025650" y="5631964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Extracted </a:t>
            </a:r>
            <a:r>
              <a:rPr kumimoji="1" lang="en-US" altLang="ja-JP" dirty="0" err="1"/>
              <a:t>PointCloud</a:t>
            </a:r>
            <a:endParaRPr kumimoji="1" lang="ja-JP" altLang="en-US" dirty="0"/>
          </a:p>
        </p:txBody>
      </p:sp>
      <p:sp>
        <p:nvSpPr>
          <p:cNvPr id="232" name="四角形: 角を丸くする 231">
            <a:extLst>
              <a:ext uri="{FF2B5EF4-FFF2-40B4-BE49-F238E27FC236}">
                <a16:creationId xmlns:a16="http://schemas.microsoft.com/office/drawing/2014/main" id="{1D8C4C19-1546-D331-F6A7-5618A9A00D21}"/>
              </a:ext>
            </a:extLst>
          </p:cNvPr>
          <p:cNvSpPr/>
          <p:nvPr/>
        </p:nvSpPr>
        <p:spPr>
          <a:xfrm>
            <a:off x="5025650" y="3593962"/>
            <a:ext cx="1740604" cy="8431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background differencing</a:t>
            </a:r>
          </a:p>
          <a:p>
            <a:pPr algn="ctr"/>
            <a:r>
              <a:rPr kumimoji="1" lang="en-US" altLang="ja-JP" dirty="0"/>
              <a:t>RGB image</a:t>
            </a:r>
            <a:endParaRPr kumimoji="1" lang="ja-JP" altLang="en-US" dirty="0"/>
          </a:p>
        </p:txBody>
      </p: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3B5F9C72-9E82-4856-05EA-1A4C268EA784}"/>
              </a:ext>
            </a:extLst>
          </p:cNvPr>
          <p:cNvCxnSpPr>
            <a:cxnSpLocks/>
            <a:stCxn id="215" idx="3"/>
            <a:endCxn id="211" idx="1"/>
          </p:cNvCxnSpPr>
          <p:nvPr/>
        </p:nvCxnSpPr>
        <p:spPr>
          <a:xfrm>
            <a:off x="11387378" y="1290842"/>
            <a:ext cx="517516" cy="35918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90E32934-274B-BF1C-0422-4613232AB274}"/>
              </a:ext>
            </a:extLst>
          </p:cNvPr>
          <p:cNvCxnSpPr>
            <a:cxnSpLocks/>
            <a:stCxn id="216" idx="3"/>
            <a:endCxn id="211" idx="1"/>
          </p:cNvCxnSpPr>
          <p:nvPr/>
        </p:nvCxnSpPr>
        <p:spPr>
          <a:xfrm flipV="1">
            <a:off x="11387378" y="1650031"/>
            <a:ext cx="517516" cy="35919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線コネクタ 234">
            <a:extLst>
              <a:ext uri="{FF2B5EF4-FFF2-40B4-BE49-F238E27FC236}">
                <a16:creationId xmlns:a16="http://schemas.microsoft.com/office/drawing/2014/main" id="{7AB9A6ED-0ABF-E794-C8F8-B3EB3D8A6D42}"/>
              </a:ext>
            </a:extLst>
          </p:cNvPr>
          <p:cNvCxnSpPr>
            <a:cxnSpLocks/>
            <a:stCxn id="218" idx="3"/>
            <a:endCxn id="212" idx="1"/>
          </p:cNvCxnSpPr>
          <p:nvPr/>
        </p:nvCxnSpPr>
        <p:spPr>
          <a:xfrm flipV="1">
            <a:off x="11387378" y="3246352"/>
            <a:ext cx="518078" cy="44700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線コネクタ 235">
            <a:extLst>
              <a:ext uri="{FF2B5EF4-FFF2-40B4-BE49-F238E27FC236}">
                <a16:creationId xmlns:a16="http://schemas.microsoft.com/office/drawing/2014/main" id="{932DF4CF-8E48-C2FF-5718-EB5927235CFE}"/>
              </a:ext>
            </a:extLst>
          </p:cNvPr>
          <p:cNvCxnSpPr>
            <a:cxnSpLocks/>
            <a:stCxn id="217" idx="3"/>
            <a:endCxn id="212" idx="1"/>
          </p:cNvCxnSpPr>
          <p:nvPr/>
        </p:nvCxnSpPr>
        <p:spPr>
          <a:xfrm>
            <a:off x="11387378" y="2831270"/>
            <a:ext cx="518078" cy="41508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直線コネクタ 236">
            <a:extLst>
              <a:ext uri="{FF2B5EF4-FFF2-40B4-BE49-F238E27FC236}">
                <a16:creationId xmlns:a16="http://schemas.microsoft.com/office/drawing/2014/main" id="{1665ABF1-86FE-CFEE-6E4C-BE356F05805A}"/>
              </a:ext>
            </a:extLst>
          </p:cNvPr>
          <p:cNvCxnSpPr>
            <a:cxnSpLocks/>
            <a:stCxn id="219" idx="3"/>
            <a:endCxn id="213" idx="1"/>
          </p:cNvCxnSpPr>
          <p:nvPr/>
        </p:nvCxnSpPr>
        <p:spPr>
          <a:xfrm>
            <a:off x="11387378" y="4511521"/>
            <a:ext cx="517516" cy="331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直線コネクタ 237">
            <a:extLst>
              <a:ext uri="{FF2B5EF4-FFF2-40B4-BE49-F238E27FC236}">
                <a16:creationId xmlns:a16="http://schemas.microsoft.com/office/drawing/2014/main" id="{CD4D95BA-3267-9D25-F2B0-B7F849F89204}"/>
              </a:ext>
            </a:extLst>
          </p:cNvPr>
          <p:cNvCxnSpPr>
            <a:cxnSpLocks/>
            <a:stCxn id="220" idx="3"/>
            <a:endCxn id="213" idx="1"/>
          </p:cNvCxnSpPr>
          <p:nvPr/>
        </p:nvCxnSpPr>
        <p:spPr>
          <a:xfrm flipV="1">
            <a:off x="11387378" y="4842681"/>
            <a:ext cx="517516" cy="33116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E068F890-A703-330F-DD41-AEFF3F711CB8}"/>
              </a:ext>
            </a:extLst>
          </p:cNvPr>
          <p:cNvCxnSpPr>
            <a:cxnSpLocks/>
            <a:stCxn id="221" idx="3"/>
            <a:endCxn id="214" idx="1"/>
          </p:cNvCxnSpPr>
          <p:nvPr/>
        </p:nvCxnSpPr>
        <p:spPr>
          <a:xfrm>
            <a:off x="11387378" y="5992003"/>
            <a:ext cx="517516" cy="33116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直線コネクタ 239">
            <a:extLst>
              <a:ext uri="{FF2B5EF4-FFF2-40B4-BE49-F238E27FC236}">
                <a16:creationId xmlns:a16="http://schemas.microsoft.com/office/drawing/2014/main" id="{85316741-92C8-322A-15A9-C96F7685127C}"/>
              </a:ext>
            </a:extLst>
          </p:cNvPr>
          <p:cNvCxnSpPr>
            <a:cxnSpLocks/>
            <a:stCxn id="282" idx="3"/>
            <a:endCxn id="214" idx="1"/>
          </p:cNvCxnSpPr>
          <p:nvPr/>
        </p:nvCxnSpPr>
        <p:spPr>
          <a:xfrm flipV="1">
            <a:off x="11387378" y="6323163"/>
            <a:ext cx="517516" cy="33116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直線コネクタ 240">
            <a:extLst>
              <a:ext uri="{FF2B5EF4-FFF2-40B4-BE49-F238E27FC236}">
                <a16:creationId xmlns:a16="http://schemas.microsoft.com/office/drawing/2014/main" id="{E2A0D40D-2FEE-3E4F-1E4D-D4C0F8267595}"/>
              </a:ext>
            </a:extLst>
          </p:cNvPr>
          <p:cNvCxnSpPr>
            <a:cxnSpLocks/>
            <a:stCxn id="214" idx="3"/>
            <a:endCxn id="210" idx="1"/>
          </p:cNvCxnSpPr>
          <p:nvPr/>
        </p:nvCxnSpPr>
        <p:spPr>
          <a:xfrm flipV="1">
            <a:off x="13345054" y="5582922"/>
            <a:ext cx="518078" cy="7402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直線コネクタ 241">
            <a:extLst>
              <a:ext uri="{FF2B5EF4-FFF2-40B4-BE49-F238E27FC236}">
                <a16:creationId xmlns:a16="http://schemas.microsoft.com/office/drawing/2014/main" id="{78978FE4-776D-798F-D52D-815031EF2079}"/>
              </a:ext>
            </a:extLst>
          </p:cNvPr>
          <p:cNvCxnSpPr>
            <a:cxnSpLocks/>
            <a:stCxn id="213" idx="3"/>
            <a:endCxn id="210" idx="1"/>
          </p:cNvCxnSpPr>
          <p:nvPr/>
        </p:nvCxnSpPr>
        <p:spPr>
          <a:xfrm>
            <a:off x="13345054" y="4842681"/>
            <a:ext cx="518078" cy="74024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3" name="テキスト ボックス 242">
            <a:extLst>
              <a:ext uri="{FF2B5EF4-FFF2-40B4-BE49-F238E27FC236}">
                <a16:creationId xmlns:a16="http://schemas.microsoft.com/office/drawing/2014/main" id="{042F382C-2339-57D7-005B-3A06EA35B0F3}"/>
              </a:ext>
            </a:extLst>
          </p:cNvPr>
          <p:cNvSpPr txBox="1"/>
          <p:nvPr/>
        </p:nvSpPr>
        <p:spPr>
          <a:xfrm>
            <a:off x="14555892" y="6067135"/>
            <a:ext cx="1863011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Fuzzy reasoning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Pairwise comparison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Others</a:t>
            </a:r>
          </a:p>
          <a:p>
            <a:r>
              <a:rPr lang="ja-JP" altLang="en-US" sz="1200" dirty="0"/>
              <a:t>　　</a:t>
            </a:r>
            <a:r>
              <a:rPr lang="en-US" altLang="ja-JP" sz="1200" dirty="0"/>
              <a:t>: Process</a:t>
            </a:r>
          </a:p>
          <a:p>
            <a:r>
              <a:rPr kumimoji="1" lang="ja-JP" altLang="en-US" sz="1200" dirty="0"/>
              <a:t>　　</a:t>
            </a:r>
            <a:r>
              <a:rPr kumimoji="1" lang="en-US" altLang="ja-JP" sz="1200" dirty="0"/>
              <a:t>: Information</a:t>
            </a:r>
            <a:endParaRPr kumimoji="1" lang="ja-JP" altLang="en-US" sz="1200" dirty="0"/>
          </a:p>
        </p:txBody>
      </p:sp>
      <p:cxnSp>
        <p:nvCxnSpPr>
          <p:cNvPr id="244" name="直線コネクタ 243">
            <a:extLst>
              <a:ext uri="{FF2B5EF4-FFF2-40B4-BE49-F238E27FC236}">
                <a16:creationId xmlns:a16="http://schemas.microsoft.com/office/drawing/2014/main" id="{63008A9D-04F8-A928-A34E-4053C4EF0E33}"/>
              </a:ext>
            </a:extLst>
          </p:cNvPr>
          <p:cNvCxnSpPr>
            <a:cxnSpLocks/>
            <a:stCxn id="211" idx="3"/>
            <a:endCxn id="209" idx="1"/>
          </p:cNvCxnSpPr>
          <p:nvPr/>
        </p:nvCxnSpPr>
        <p:spPr>
          <a:xfrm>
            <a:off x="13345054" y="1650031"/>
            <a:ext cx="518078" cy="7981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直線コネクタ 244">
            <a:extLst>
              <a:ext uri="{FF2B5EF4-FFF2-40B4-BE49-F238E27FC236}">
                <a16:creationId xmlns:a16="http://schemas.microsoft.com/office/drawing/2014/main" id="{ADF769C6-9480-EB65-677C-691F12AD74EA}"/>
              </a:ext>
            </a:extLst>
          </p:cNvPr>
          <p:cNvCxnSpPr>
            <a:cxnSpLocks/>
            <a:stCxn id="212" idx="3"/>
            <a:endCxn id="209" idx="1"/>
          </p:cNvCxnSpPr>
          <p:nvPr/>
        </p:nvCxnSpPr>
        <p:spPr>
          <a:xfrm flipV="1">
            <a:off x="13345616" y="2448191"/>
            <a:ext cx="517516" cy="7981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直線コネクタ 245">
            <a:extLst>
              <a:ext uri="{FF2B5EF4-FFF2-40B4-BE49-F238E27FC236}">
                <a16:creationId xmlns:a16="http://schemas.microsoft.com/office/drawing/2014/main" id="{920177D6-C0C8-DDDB-B4F8-409F6EE55C84}"/>
              </a:ext>
            </a:extLst>
          </p:cNvPr>
          <p:cNvCxnSpPr>
            <a:cxnSpLocks/>
            <a:stCxn id="209" idx="3"/>
            <a:endCxn id="208" idx="1"/>
          </p:cNvCxnSpPr>
          <p:nvPr/>
        </p:nvCxnSpPr>
        <p:spPr>
          <a:xfrm>
            <a:off x="15151696" y="2448191"/>
            <a:ext cx="517515" cy="156736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線コネクタ 246">
            <a:extLst>
              <a:ext uri="{FF2B5EF4-FFF2-40B4-BE49-F238E27FC236}">
                <a16:creationId xmlns:a16="http://schemas.microsoft.com/office/drawing/2014/main" id="{F804C291-8F18-C3F7-5940-22AE94D9459D}"/>
              </a:ext>
            </a:extLst>
          </p:cNvPr>
          <p:cNvCxnSpPr>
            <a:cxnSpLocks/>
            <a:stCxn id="210" idx="3"/>
            <a:endCxn id="208" idx="1"/>
          </p:cNvCxnSpPr>
          <p:nvPr/>
        </p:nvCxnSpPr>
        <p:spPr>
          <a:xfrm flipV="1">
            <a:off x="15151696" y="4015557"/>
            <a:ext cx="517515" cy="15673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線コネクタ 247">
            <a:extLst>
              <a:ext uri="{FF2B5EF4-FFF2-40B4-BE49-F238E27FC236}">
                <a16:creationId xmlns:a16="http://schemas.microsoft.com/office/drawing/2014/main" id="{A831C489-61A9-12F9-E268-E3BE89120A4E}"/>
              </a:ext>
            </a:extLst>
          </p:cNvPr>
          <p:cNvCxnSpPr>
            <a:cxnSpLocks/>
          </p:cNvCxnSpPr>
          <p:nvPr/>
        </p:nvCxnSpPr>
        <p:spPr>
          <a:xfrm>
            <a:off x="6897858" y="2026597"/>
            <a:ext cx="0" cy="314724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直線コネクタ 248">
            <a:extLst>
              <a:ext uri="{FF2B5EF4-FFF2-40B4-BE49-F238E27FC236}">
                <a16:creationId xmlns:a16="http://schemas.microsoft.com/office/drawing/2014/main" id="{6CDC3082-2EC5-D227-94F9-5F38A356AE1F}"/>
              </a:ext>
            </a:extLst>
          </p:cNvPr>
          <p:cNvCxnSpPr>
            <a:cxnSpLocks/>
          </p:cNvCxnSpPr>
          <p:nvPr/>
        </p:nvCxnSpPr>
        <p:spPr>
          <a:xfrm flipH="1">
            <a:off x="6897858" y="2026597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直線コネクタ 249">
            <a:extLst>
              <a:ext uri="{FF2B5EF4-FFF2-40B4-BE49-F238E27FC236}">
                <a16:creationId xmlns:a16="http://schemas.microsoft.com/office/drawing/2014/main" id="{4EADE4A7-1072-8112-FDFD-8EA08A69B700}"/>
              </a:ext>
            </a:extLst>
          </p:cNvPr>
          <p:cNvCxnSpPr>
            <a:cxnSpLocks/>
          </p:cNvCxnSpPr>
          <p:nvPr/>
        </p:nvCxnSpPr>
        <p:spPr>
          <a:xfrm flipH="1">
            <a:off x="6897858" y="3654185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直線コネクタ 250">
            <a:extLst>
              <a:ext uri="{FF2B5EF4-FFF2-40B4-BE49-F238E27FC236}">
                <a16:creationId xmlns:a16="http://schemas.microsoft.com/office/drawing/2014/main" id="{D493B659-72FB-858D-1ADC-804302FA40A1}"/>
              </a:ext>
            </a:extLst>
          </p:cNvPr>
          <p:cNvCxnSpPr>
            <a:cxnSpLocks/>
          </p:cNvCxnSpPr>
          <p:nvPr/>
        </p:nvCxnSpPr>
        <p:spPr>
          <a:xfrm flipH="1">
            <a:off x="6897858" y="5173842"/>
            <a:ext cx="1521648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2" name="直線コネクタ 251">
            <a:extLst>
              <a:ext uri="{FF2B5EF4-FFF2-40B4-BE49-F238E27FC236}">
                <a16:creationId xmlns:a16="http://schemas.microsoft.com/office/drawing/2014/main" id="{4AD780CC-6613-6AA1-D048-3D28096A6D0D}"/>
              </a:ext>
            </a:extLst>
          </p:cNvPr>
          <p:cNvCxnSpPr>
            <a:cxnSpLocks/>
            <a:endCxn id="232" idx="3"/>
          </p:cNvCxnSpPr>
          <p:nvPr/>
        </p:nvCxnSpPr>
        <p:spPr>
          <a:xfrm flipH="1">
            <a:off x="6766254" y="4015557"/>
            <a:ext cx="34762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直線コネクタ 252">
            <a:extLst>
              <a:ext uri="{FF2B5EF4-FFF2-40B4-BE49-F238E27FC236}">
                <a16:creationId xmlns:a16="http://schemas.microsoft.com/office/drawing/2014/main" id="{362CDE76-F235-EE0D-8BCB-841DEA09B6DC}"/>
              </a:ext>
            </a:extLst>
          </p:cNvPr>
          <p:cNvCxnSpPr>
            <a:cxnSpLocks/>
          </p:cNvCxnSpPr>
          <p:nvPr/>
        </p:nvCxnSpPr>
        <p:spPr>
          <a:xfrm>
            <a:off x="7113882" y="2950997"/>
            <a:ext cx="0" cy="16220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直線コネクタ 253">
            <a:extLst>
              <a:ext uri="{FF2B5EF4-FFF2-40B4-BE49-F238E27FC236}">
                <a16:creationId xmlns:a16="http://schemas.microsoft.com/office/drawing/2014/main" id="{15307B1D-FAF6-1DA9-984B-79CA3A1E4B82}"/>
              </a:ext>
            </a:extLst>
          </p:cNvPr>
          <p:cNvCxnSpPr>
            <a:cxnSpLocks/>
            <a:stCxn id="227" idx="1"/>
          </p:cNvCxnSpPr>
          <p:nvPr/>
        </p:nvCxnSpPr>
        <p:spPr>
          <a:xfrm flipH="1">
            <a:off x="7113882" y="2950997"/>
            <a:ext cx="2899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線コネクタ 254">
            <a:extLst>
              <a:ext uri="{FF2B5EF4-FFF2-40B4-BE49-F238E27FC236}">
                <a16:creationId xmlns:a16="http://schemas.microsoft.com/office/drawing/2014/main" id="{7C7F65BC-3511-7D3D-2ACD-32B72F275907}"/>
              </a:ext>
            </a:extLst>
          </p:cNvPr>
          <p:cNvCxnSpPr>
            <a:cxnSpLocks/>
            <a:stCxn id="228" idx="1"/>
          </p:cNvCxnSpPr>
          <p:nvPr/>
        </p:nvCxnSpPr>
        <p:spPr>
          <a:xfrm flipH="1">
            <a:off x="7113882" y="4582576"/>
            <a:ext cx="28993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直線コネクタ 255">
            <a:extLst>
              <a:ext uri="{FF2B5EF4-FFF2-40B4-BE49-F238E27FC236}">
                <a16:creationId xmlns:a16="http://schemas.microsoft.com/office/drawing/2014/main" id="{B48725CE-B074-6087-DFFB-849291652803}"/>
              </a:ext>
            </a:extLst>
          </p:cNvPr>
          <p:cNvCxnSpPr>
            <a:cxnSpLocks/>
            <a:endCxn id="230" idx="3"/>
          </p:cNvCxnSpPr>
          <p:nvPr/>
        </p:nvCxnSpPr>
        <p:spPr>
          <a:xfrm flipH="1">
            <a:off x="6766254" y="2025676"/>
            <a:ext cx="1316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7" name="楕円 256">
            <a:extLst>
              <a:ext uri="{FF2B5EF4-FFF2-40B4-BE49-F238E27FC236}">
                <a16:creationId xmlns:a16="http://schemas.microsoft.com/office/drawing/2014/main" id="{3D3EF245-A860-22DA-ADE7-B415D9107D6E}"/>
              </a:ext>
            </a:extLst>
          </p:cNvPr>
          <p:cNvSpPr/>
          <p:nvPr/>
        </p:nvSpPr>
        <p:spPr>
          <a:xfrm>
            <a:off x="6860493" y="1988309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8" name="楕円 257">
            <a:extLst>
              <a:ext uri="{FF2B5EF4-FFF2-40B4-BE49-F238E27FC236}">
                <a16:creationId xmlns:a16="http://schemas.microsoft.com/office/drawing/2014/main" id="{8C4DE6A7-6646-F5C7-A149-4D25027DDBD4}"/>
              </a:ext>
            </a:extLst>
          </p:cNvPr>
          <p:cNvSpPr/>
          <p:nvPr/>
        </p:nvSpPr>
        <p:spPr>
          <a:xfrm>
            <a:off x="6861338" y="3616819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9" name="楕円 258">
            <a:extLst>
              <a:ext uri="{FF2B5EF4-FFF2-40B4-BE49-F238E27FC236}">
                <a16:creationId xmlns:a16="http://schemas.microsoft.com/office/drawing/2014/main" id="{A84C0FA1-7FB9-3F4D-969E-77C18C040172}"/>
              </a:ext>
            </a:extLst>
          </p:cNvPr>
          <p:cNvSpPr/>
          <p:nvPr/>
        </p:nvSpPr>
        <p:spPr>
          <a:xfrm>
            <a:off x="7075670" y="3978191"/>
            <a:ext cx="74732" cy="747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0" name="直線コネクタ 259">
            <a:extLst>
              <a:ext uri="{FF2B5EF4-FFF2-40B4-BE49-F238E27FC236}">
                <a16:creationId xmlns:a16="http://schemas.microsoft.com/office/drawing/2014/main" id="{398B1AC1-2F86-2319-4F94-58D98BFB5370}"/>
              </a:ext>
            </a:extLst>
          </p:cNvPr>
          <p:cNvCxnSpPr>
            <a:cxnSpLocks/>
            <a:endCxn id="231" idx="3"/>
          </p:cNvCxnSpPr>
          <p:nvPr/>
        </p:nvCxnSpPr>
        <p:spPr>
          <a:xfrm flipH="1">
            <a:off x="6766254" y="6051332"/>
            <a:ext cx="1653252" cy="2227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727DC6C4-F8D8-D10F-57CD-AE0F405F9F5C}"/>
              </a:ext>
            </a:extLst>
          </p:cNvPr>
          <p:cNvCxnSpPr>
            <a:cxnSpLocks/>
            <a:stCxn id="215" idx="1"/>
          </p:cNvCxnSpPr>
          <p:nvPr/>
        </p:nvCxnSpPr>
        <p:spPr>
          <a:xfrm flipH="1">
            <a:off x="9708070" y="129084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直線コネクタ 261">
            <a:extLst>
              <a:ext uri="{FF2B5EF4-FFF2-40B4-BE49-F238E27FC236}">
                <a16:creationId xmlns:a16="http://schemas.microsoft.com/office/drawing/2014/main" id="{7DE97274-BC99-2E1C-D007-5C713BD344F4}"/>
              </a:ext>
            </a:extLst>
          </p:cNvPr>
          <p:cNvCxnSpPr>
            <a:cxnSpLocks/>
            <a:stCxn id="216" idx="1"/>
          </p:cNvCxnSpPr>
          <p:nvPr/>
        </p:nvCxnSpPr>
        <p:spPr>
          <a:xfrm flipH="1">
            <a:off x="9708070" y="200922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直線コネクタ 262">
            <a:extLst>
              <a:ext uri="{FF2B5EF4-FFF2-40B4-BE49-F238E27FC236}">
                <a16:creationId xmlns:a16="http://schemas.microsoft.com/office/drawing/2014/main" id="{98AE3A3A-6D4B-BC5B-FFE6-80184F437192}"/>
              </a:ext>
            </a:extLst>
          </p:cNvPr>
          <p:cNvCxnSpPr>
            <a:cxnSpLocks/>
            <a:stCxn id="217" idx="1"/>
          </p:cNvCxnSpPr>
          <p:nvPr/>
        </p:nvCxnSpPr>
        <p:spPr>
          <a:xfrm flipH="1">
            <a:off x="9708070" y="2831270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A8D1F1CB-3D22-9DF9-6FBC-8B4B8803DE5F}"/>
              </a:ext>
            </a:extLst>
          </p:cNvPr>
          <p:cNvCxnSpPr>
            <a:cxnSpLocks/>
            <a:stCxn id="218" idx="1"/>
          </p:cNvCxnSpPr>
          <p:nvPr/>
        </p:nvCxnSpPr>
        <p:spPr>
          <a:xfrm flipH="1" flipV="1">
            <a:off x="9708070" y="3691551"/>
            <a:ext cx="517516" cy="18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直線コネクタ 264">
            <a:extLst>
              <a:ext uri="{FF2B5EF4-FFF2-40B4-BE49-F238E27FC236}">
                <a16:creationId xmlns:a16="http://schemas.microsoft.com/office/drawing/2014/main" id="{8371D7BA-267F-4B7E-236C-194E7096CA35}"/>
              </a:ext>
            </a:extLst>
          </p:cNvPr>
          <p:cNvCxnSpPr>
            <a:cxnSpLocks/>
            <a:stCxn id="219" idx="1"/>
          </p:cNvCxnSpPr>
          <p:nvPr/>
        </p:nvCxnSpPr>
        <p:spPr>
          <a:xfrm flipH="1">
            <a:off x="9708070" y="4511521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29AAD390-AC62-839F-804C-F659F22AB1A7}"/>
              </a:ext>
            </a:extLst>
          </p:cNvPr>
          <p:cNvCxnSpPr>
            <a:cxnSpLocks/>
            <a:stCxn id="220" idx="1"/>
          </p:cNvCxnSpPr>
          <p:nvPr/>
        </p:nvCxnSpPr>
        <p:spPr>
          <a:xfrm flipH="1">
            <a:off x="9708070" y="5173842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直線コネクタ 266">
            <a:extLst>
              <a:ext uri="{FF2B5EF4-FFF2-40B4-BE49-F238E27FC236}">
                <a16:creationId xmlns:a16="http://schemas.microsoft.com/office/drawing/2014/main" id="{41E72C07-A1B1-1618-521E-5186F19AF9F0}"/>
              </a:ext>
            </a:extLst>
          </p:cNvPr>
          <p:cNvCxnSpPr>
            <a:cxnSpLocks/>
            <a:stCxn id="221" idx="1"/>
          </p:cNvCxnSpPr>
          <p:nvPr/>
        </p:nvCxnSpPr>
        <p:spPr>
          <a:xfrm flipH="1">
            <a:off x="9708070" y="5992003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直線コネクタ 267">
            <a:extLst>
              <a:ext uri="{FF2B5EF4-FFF2-40B4-BE49-F238E27FC236}">
                <a16:creationId xmlns:a16="http://schemas.microsoft.com/office/drawing/2014/main" id="{AC801FA0-FBD0-5740-7DFB-4FE6C0F625BF}"/>
              </a:ext>
            </a:extLst>
          </p:cNvPr>
          <p:cNvCxnSpPr>
            <a:cxnSpLocks/>
            <a:stCxn id="282" idx="1"/>
          </p:cNvCxnSpPr>
          <p:nvPr/>
        </p:nvCxnSpPr>
        <p:spPr>
          <a:xfrm flipH="1">
            <a:off x="9708070" y="6654324"/>
            <a:ext cx="51751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直線コネクタ 268">
            <a:extLst>
              <a:ext uri="{FF2B5EF4-FFF2-40B4-BE49-F238E27FC236}">
                <a16:creationId xmlns:a16="http://schemas.microsoft.com/office/drawing/2014/main" id="{0BB5C2F0-5946-1C01-8E09-97EB215B6318}"/>
              </a:ext>
            </a:extLst>
          </p:cNvPr>
          <p:cNvCxnSpPr>
            <a:cxnSpLocks/>
            <a:endCxn id="226" idx="3"/>
          </p:cNvCxnSpPr>
          <p:nvPr/>
        </p:nvCxnSpPr>
        <p:spPr>
          <a:xfrm flipH="1">
            <a:off x="8285154" y="1380852"/>
            <a:ext cx="13435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0" name="直線コネクタ 269">
            <a:extLst>
              <a:ext uri="{FF2B5EF4-FFF2-40B4-BE49-F238E27FC236}">
                <a16:creationId xmlns:a16="http://schemas.microsoft.com/office/drawing/2014/main" id="{C4EFD2CA-4DD7-5A70-08B9-D33A3598F232}"/>
              </a:ext>
            </a:extLst>
          </p:cNvPr>
          <p:cNvCxnSpPr>
            <a:cxnSpLocks/>
            <a:endCxn id="227" idx="3"/>
          </p:cNvCxnSpPr>
          <p:nvPr/>
        </p:nvCxnSpPr>
        <p:spPr>
          <a:xfrm flipH="1">
            <a:off x="8285154" y="2950996"/>
            <a:ext cx="134352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線コネクタ 270">
            <a:extLst>
              <a:ext uri="{FF2B5EF4-FFF2-40B4-BE49-F238E27FC236}">
                <a16:creationId xmlns:a16="http://schemas.microsoft.com/office/drawing/2014/main" id="{FAE46A3A-F013-8FDE-304B-DAE7FA6EEAEA}"/>
              </a:ext>
            </a:extLst>
          </p:cNvPr>
          <p:cNvCxnSpPr>
            <a:cxnSpLocks/>
            <a:endCxn id="228" idx="3"/>
          </p:cNvCxnSpPr>
          <p:nvPr/>
        </p:nvCxnSpPr>
        <p:spPr>
          <a:xfrm flipH="1">
            <a:off x="8285154" y="4582576"/>
            <a:ext cx="134352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2" name="直線コネクタ 271">
            <a:extLst>
              <a:ext uri="{FF2B5EF4-FFF2-40B4-BE49-F238E27FC236}">
                <a16:creationId xmlns:a16="http://schemas.microsoft.com/office/drawing/2014/main" id="{475F3A56-B9ED-B613-DA47-EBF160FAC1F4}"/>
              </a:ext>
            </a:extLst>
          </p:cNvPr>
          <p:cNvCxnSpPr>
            <a:cxnSpLocks/>
            <a:endCxn id="229" idx="3"/>
          </p:cNvCxnSpPr>
          <p:nvPr/>
        </p:nvCxnSpPr>
        <p:spPr>
          <a:xfrm flipH="1">
            <a:off x="8285154" y="6583819"/>
            <a:ext cx="134352" cy="1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3" name="テキスト ボックス 272">
            <a:extLst>
              <a:ext uri="{FF2B5EF4-FFF2-40B4-BE49-F238E27FC236}">
                <a16:creationId xmlns:a16="http://schemas.microsoft.com/office/drawing/2014/main" id="{FDE0F87B-813A-6526-6F83-4C962FB567BD}"/>
              </a:ext>
            </a:extLst>
          </p:cNvPr>
          <p:cNvSpPr txBox="1"/>
          <p:nvPr/>
        </p:nvSpPr>
        <p:spPr>
          <a:xfrm rot="5400000">
            <a:off x="11364295" y="30618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274" name="テキスト ボックス 273">
            <a:extLst>
              <a:ext uri="{FF2B5EF4-FFF2-40B4-BE49-F238E27FC236}">
                <a16:creationId xmlns:a16="http://schemas.microsoft.com/office/drawing/2014/main" id="{3EB509B9-9868-2594-431D-4A96D9905D6A}"/>
              </a:ext>
            </a:extLst>
          </p:cNvPr>
          <p:cNvSpPr txBox="1"/>
          <p:nvPr/>
        </p:nvSpPr>
        <p:spPr>
          <a:xfrm rot="5400000">
            <a:off x="9833733" y="306189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275" name="テキスト ボックス 274">
            <a:extLst>
              <a:ext uri="{FF2B5EF4-FFF2-40B4-BE49-F238E27FC236}">
                <a16:creationId xmlns:a16="http://schemas.microsoft.com/office/drawing/2014/main" id="{9DD6BE0C-E5A7-9C2E-78C3-FC4B2D2D399A}"/>
              </a:ext>
            </a:extLst>
          </p:cNvPr>
          <p:cNvSpPr txBox="1"/>
          <p:nvPr/>
        </p:nvSpPr>
        <p:spPr>
          <a:xfrm rot="5400000">
            <a:off x="11364295" y="46606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276" name="テキスト ボックス 275">
            <a:extLst>
              <a:ext uri="{FF2B5EF4-FFF2-40B4-BE49-F238E27FC236}">
                <a16:creationId xmlns:a16="http://schemas.microsoft.com/office/drawing/2014/main" id="{D65A2CEA-3917-366C-43E0-8592CF896DDB}"/>
              </a:ext>
            </a:extLst>
          </p:cNvPr>
          <p:cNvSpPr txBox="1"/>
          <p:nvPr/>
        </p:nvSpPr>
        <p:spPr>
          <a:xfrm rot="5400000">
            <a:off x="9833733" y="46606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cxnSp>
        <p:nvCxnSpPr>
          <p:cNvPr id="277" name="直線コネクタ 276">
            <a:extLst>
              <a:ext uri="{FF2B5EF4-FFF2-40B4-BE49-F238E27FC236}">
                <a16:creationId xmlns:a16="http://schemas.microsoft.com/office/drawing/2014/main" id="{6E7732C1-48DD-21CD-A0B3-D69B6E4444A2}"/>
              </a:ext>
            </a:extLst>
          </p:cNvPr>
          <p:cNvCxnSpPr>
            <a:cxnSpLocks/>
          </p:cNvCxnSpPr>
          <p:nvPr/>
        </p:nvCxnSpPr>
        <p:spPr>
          <a:xfrm flipH="1">
            <a:off x="7185890" y="6583819"/>
            <a:ext cx="217924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線コネクタ 277">
            <a:extLst>
              <a:ext uri="{FF2B5EF4-FFF2-40B4-BE49-F238E27FC236}">
                <a16:creationId xmlns:a16="http://schemas.microsoft.com/office/drawing/2014/main" id="{67ED8686-CB26-38A9-F5A6-501B40A9A52D}"/>
              </a:ext>
            </a:extLst>
          </p:cNvPr>
          <p:cNvCxnSpPr>
            <a:cxnSpLocks/>
          </p:cNvCxnSpPr>
          <p:nvPr/>
        </p:nvCxnSpPr>
        <p:spPr>
          <a:xfrm flipH="1">
            <a:off x="7185890" y="7016328"/>
            <a:ext cx="362059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直線コネクタ 278">
            <a:extLst>
              <a:ext uri="{FF2B5EF4-FFF2-40B4-BE49-F238E27FC236}">
                <a16:creationId xmlns:a16="http://schemas.microsoft.com/office/drawing/2014/main" id="{69531D2D-C0C0-388F-3B70-7BCE545BD9AB}"/>
              </a:ext>
            </a:extLst>
          </p:cNvPr>
          <p:cNvCxnSpPr>
            <a:cxnSpLocks/>
          </p:cNvCxnSpPr>
          <p:nvPr/>
        </p:nvCxnSpPr>
        <p:spPr>
          <a:xfrm>
            <a:off x="7185890" y="6583819"/>
            <a:ext cx="0" cy="4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線コネクタ 279">
            <a:extLst>
              <a:ext uri="{FF2B5EF4-FFF2-40B4-BE49-F238E27FC236}">
                <a16:creationId xmlns:a16="http://schemas.microsoft.com/office/drawing/2014/main" id="{EFA7FAA4-8FB6-CE1B-4129-3012A24A323C}"/>
              </a:ext>
            </a:extLst>
          </p:cNvPr>
          <p:cNvCxnSpPr>
            <a:cxnSpLocks/>
          </p:cNvCxnSpPr>
          <p:nvPr/>
        </p:nvCxnSpPr>
        <p:spPr>
          <a:xfrm>
            <a:off x="10642274" y="6833494"/>
            <a:ext cx="0" cy="1828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直線コネクタ 280">
            <a:extLst>
              <a:ext uri="{FF2B5EF4-FFF2-40B4-BE49-F238E27FC236}">
                <a16:creationId xmlns:a16="http://schemas.microsoft.com/office/drawing/2014/main" id="{4A0E9C8D-36BB-9F82-8D92-0D11A55A1231}"/>
              </a:ext>
            </a:extLst>
          </p:cNvPr>
          <p:cNvCxnSpPr>
            <a:cxnSpLocks/>
            <a:stCxn id="221" idx="2"/>
          </p:cNvCxnSpPr>
          <p:nvPr/>
        </p:nvCxnSpPr>
        <p:spPr>
          <a:xfrm>
            <a:off x="10806482" y="6171173"/>
            <a:ext cx="0" cy="84515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四角形: 角を丸くする 281">
            <a:extLst>
              <a:ext uri="{FF2B5EF4-FFF2-40B4-BE49-F238E27FC236}">
                <a16:creationId xmlns:a16="http://schemas.microsoft.com/office/drawing/2014/main" id="{5DDB5386-B4E9-3186-4467-4661DDC0F79F}"/>
              </a:ext>
            </a:extLst>
          </p:cNvPr>
          <p:cNvSpPr/>
          <p:nvPr/>
        </p:nvSpPr>
        <p:spPr>
          <a:xfrm>
            <a:off x="10225586" y="6475154"/>
            <a:ext cx="1161792" cy="358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Direction</a:t>
            </a:r>
            <a:endParaRPr kumimoji="1" lang="ja-JP" altLang="en-US" dirty="0"/>
          </a:p>
        </p:txBody>
      </p:sp>
      <p:grpSp>
        <p:nvGrpSpPr>
          <p:cNvPr id="283" name="グループ化 282">
            <a:extLst>
              <a:ext uri="{FF2B5EF4-FFF2-40B4-BE49-F238E27FC236}">
                <a16:creationId xmlns:a16="http://schemas.microsoft.com/office/drawing/2014/main" id="{38000284-2C59-6922-49CE-85831402FD52}"/>
              </a:ext>
            </a:extLst>
          </p:cNvPr>
          <p:cNvGrpSpPr/>
          <p:nvPr/>
        </p:nvGrpSpPr>
        <p:grpSpPr>
          <a:xfrm>
            <a:off x="14602714" y="6224240"/>
            <a:ext cx="288032" cy="359579"/>
            <a:chOff x="9696400" y="5949280"/>
            <a:chExt cx="163457" cy="359579"/>
          </a:xfrm>
        </p:grpSpPr>
        <p:cxnSp>
          <p:nvCxnSpPr>
            <p:cNvPr id="284" name="直線コネクタ 283">
              <a:extLst>
                <a:ext uri="{FF2B5EF4-FFF2-40B4-BE49-F238E27FC236}">
                  <a16:creationId xmlns:a16="http://schemas.microsoft.com/office/drawing/2014/main" id="{D39E17FE-2268-181C-31C9-BD435C66D00D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5949280"/>
              <a:ext cx="1634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5" name="直線コネクタ 284">
              <a:extLst>
                <a:ext uri="{FF2B5EF4-FFF2-40B4-BE49-F238E27FC236}">
                  <a16:creationId xmlns:a16="http://schemas.microsoft.com/office/drawing/2014/main" id="{E55F3A74-0C18-6A2C-1E9A-1F1ABD132385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6129069"/>
              <a:ext cx="1634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6" name="直線コネクタ 285">
              <a:extLst>
                <a:ext uri="{FF2B5EF4-FFF2-40B4-BE49-F238E27FC236}">
                  <a16:creationId xmlns:a16="http://schemas.microsoft.com/office/drawing/2014/main" id="{5A5CB359-298D-A857-BA2A-F74EB2D8A1CD}"/>
                </a:ext>
              </a:extLst>
            </p:cNvPr>
            <p:cNvCxnSpPr>
              <a:cxnSpLocks/>
            </p:cNvCxnSpPr>
            <p:nvPr/>
          </p:nvCxnSpPr>
          <p:spPr>
            <a:xfrm>
              <a:off x="9696400" y="6308859"/>
              <a:ext cx="1634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40CA01C8-8ED1-E721-A15F-5550EA728ECE}"/>
              </a:ext>
            </a:extLst>
          </p:cNvPr>
          <p:cNvSpPr/>
          <p:nvPr/>
        </p:nvSpPr>
        <p:spPr>
          <a:xfrm>
            <a:off x="14600814" y="6706283"/>
            <a:ext cx="289932" cy="111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C554B0F9-CF55-92CD-51E1-C47A694DB81B}"/>
              </a:ext>
            </a:extLst>
          </p:cNvPr>
          <p:cNvSpPr/>
          <p:nvPr/>
        </p:nvSpPr>
        <p:spPr>
          <a:xfrm>
            <a:off x="14600814" y="6869203"/>
            <a:ext cx="289932" cy="11141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9" name="テキスト ボックス 288">
            <a:extLst>
              <a:ext uri="{FF2B5EF4-FFF2-40B4-BE49-F238E27FC236}">
                <a16:creationId xmlns:a16="http://schemas.microsoft.com/office/drawing/2014/main" id="{3A3DDF50-853F-6A1E-BF63-992543D757B0}"/>
              </a:ext>
            </a:extLst>
          </p:cNvPr>
          <p:cNvSpPr txBox="1"/>
          <p:nvPr/>
        </p:nvSpPr>
        <p:spPr>
          <a:xfrm>
            <a:off x="11955738" y="1067372"/>
            <a:ext cx="62228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Static</a:t>
            </a:r>
            <a:endParaRPr kumimoji="1" lang="ja-JP" altLang="en-US" sz="1400" b="1" dirty="0"/>
          </a:p>
        </p:txBody>
      </p:sp>
      <p:sp>
        <p:nvSpPr>
          <p:cNvPr id="290" name="テキスト ボックス 289">
            <a:extLst>
              <a:ext uri="{FF2B5EF4-FFF2-40B4-BE49-F238E27FC236}">
                <a16:creationId xmlns:a16="http://schemas.microsoft.com/office/drawing/2014/main" id="{EED9A53F-8D1C-3EA8-3B63-F68661369BB2}"/>
              </a:ext>
            </a:extLst>
          </p:cNvPr>
          <p:cNvSpPr txBox="1"/>
          <p:nvPr/>
        </p:nvSpPr>
        <p:spPr>
          <a:xfrm>
            <a:off x="11955738" y="4265291"/>
            <a:ext cx="622286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Static</a:t>
            </a:r>
            <a:endParaRPr kumimoji="1" lang="ja-JP" altLang="en-US" sz="1400" b="1" dirty="0"/>
          </a:p>
        </p:txBody>
      </p:sp>
      <p:sp>
        <p:nvSpPr>
          <p:cNvPr id="291" name="テキスト ボックス 290">
            <a:extLst>
              <a:ext uri="{FF2B5EF4-FFF2-40B4-BE49-F238E27FC236}">
                <a16:creationId xmlns:a16="http://schemas.microsoft.com/office/drawing/2014/main" id="{FE7F1172-01A7-81EA-AA14-DB488A887E01}"/>
              </a:ext>
            </a:extLst>
          </p:cNvPr>
          <p:cNvSpPr txBox="1"/>
          <p:nvPr/>
        </p:nvSpPr>
        <p:spPr>
          <a:xfrm>
            <a:off x="11955738" y="2668970"/>
            <a:ext cx="8723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Dynamic</a:t>
            </a:r>
            <a:endParaRPr kumimoji="1" lang="ja-JP" altLang="en-US" sz="1400" b="1" dirty="0"/>
          </a:p>
        </p:txBody>
      </p:sp>
      <p:sp>
        <p:nvSpPr>
          <p:cNvPr id="292" name="テキスト ボックス 291">
            <a:extLst>
              <a:ext uri="{FF2B5EF4-FFF2-40B4-BE49-F238E27FC236}">
                <a16:creationId xmlns:a16="http://schemas.microsoft.com/office/drawing/2014/main" id="{F4E4673E-82A1-7DE5-38E3-D3A662976E46}"/>
              </a:ext>
            </a:extLst>
          </p:cNvPr>
          <p:cNvSpPr txBox="1"/>
          <p:nvPr/>
        </p:nvSpPr>
        <p:spPr>
          <a:xfrm>
            <a:off x="11955738" y="5743555"/>
            <a:ext cx="8723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Dynamic</a:t>
            </a:r>
            <a:endParaRPr kumimoji="1" lang="ja-JP" altLang="en-US" sz="1400" b="1" dirty="0"/>
          </a:p>
        </p:txBody>
      </p:sp>
      <p:sp>
        <p:nvSpPr>
          <p:cNvPr id="293" name="テキスト ボックス 292">
            <a:extLst>
              <a:ext uri="{FF2B5EF4-FFF2-40B4-BE49-F238E27FC236}">
                <a16:creationId xmlns:a16="http://schemas.microsoft.com/office/drawing/2014/main" id="{5DB37DD9-BC3D-A1E7-5D43-15FD56D516D0}"/>
              </a:ext>
            </a:extLst>
          </p:cNvPr>
          <p:cNvSpPr txBox="1"/>
          <p:nvPr/>
        </p:nvSpPr>
        <p:spPr>
          <a:xfrm>
            <a:off x="41353" y="394192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Use previous data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451196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1677-16CA-52FF-8C12-83CD260E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4E84B8DC-C4D3-B4D2-FCC1-A834C6CD0433}"/>
              </a:ext>
            </a:extLst>
          </p:cNvPr>
          <p:cNvSpPr/>
          <p:nvPr/>
        </p:nvSpPr>
        <p:spPr>
          <a:xfrm>
            <a:off x="4183648" y="1827439"/>
            <a:ext cx="4792671" cy="3964881"/>
          </a:xfrm>
          <a:prstGeom prst="flowChartProcess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E8A7F70E-EB37-A60B-AD2E-E3984ECADB58}"/>
              </a:ext>
            </a:extLst>
          </p:cNvPr>
          <p:cNvSpPr/>
          <p:nvPr/>
        </p:nvSpPr>
        <p:spPr>
          <a:xfrm>
            <a:off x="4799854" y="1827440"/>
            <a:ext cx="2586838" cy="222333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566120-D9C1-4E14-1E2B-25498E1E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機能フロー図</a:t>
            </a:r>
            <a:r>
              <a:rPr lang="ja-JP" altLang="en-US" dirty="0"/>
              <a:t>とシミュレーションの対応付け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BC59F10-5044-1E46-A508-99663D16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76</a:t>
            </a:fld>
            <a:endParaRPr lang="ja-JP" altLang="en-US"/>
          </a:p>
        </p:txBody>
      </p:sp>
      <p:sp>
        <p:nvSpPr>
          <p:cNvPr id="4" name="フローチャート: 端子 3">
            <a:extLst>
              <a:ext uri="{FF2B5EF4-FFF2-40B4-BE49-F238E27FC236}">
                <a16:creationId xmlns:a16="http://schemas.microsoft.com/office/drawing/2014/main" id="{69ECF253-9415-0D4F-920F-EA0FE6ED48FD}"/>
              </a:ext>
            </a:extLst>
          </p:cNvPr>
          <p:cNvSpPr/>
          <p:nvPr/>
        </p:nvSpPr>
        <p:spPr>
          <a:xfrm>
            <a:off x="5550485" y="726862"/>
            <a:ext cx="1091030" cy="36004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p:sp>
        <p:nvSpPr>
          <p:cNvPr id="5" name="フローチャート: 端子 4">
            <a:extLst>
              <a:ext uri="{FF2B5EF4-FFF2-40B4-BE49-F238E27FC236}">
                <a16:creationId xmlns:a16="http://schemas.microsoft.com/office/drawing/2014/main" id="{BF8663E9-FAAA-6331-3D20-BF57C7D112F0}"/>
              </a:ext>
            </a:extLst>
          </p:cNvPr>
          <p:cNvSpPr/>
          <p:nvPr/>
        </p:nvSpPr>
        <p:spPr>
          <a:xfrm>
            <a:off x="5550485" y="6428590"/>
            <a:ext cx="1091030" cy="36004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End</a:t>
            </a:r>
            <a:endParaRPr kumimoji="1" lang="ja-JP" altLang="en-US" dirty="0"/>
          </a:p>
        </p:txBody>
      </p:sp>
      <p:sp>
        <p:nvSpPr>
          <p:cNvPr id="9" name="フローチャート: 判断 8">
            <a:extLst>
              <a:ext uri="{FF2B5EF4-FFF2-40B4-BE49-F238E27FC236}">
                <a16:creationId xmlns:a16="http://schemas.microsoft.com/office/drawing/2014/main" id="{EBF7C39D-F272-99D7-2AE4-7B0A85F7BFD1}"/>
              </a:ext>
            </a:extLst>
          </p:cNvPr>
          <p:cNvSpPr/>
          <p:nvPr/>
        </p:nvSpPr>
        <p:spPr>
          <a:xfrm>
            <a:off x="4799856" y="4110557"/>
            <a:ext cx="2592288" cy="84354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Choose notification</a:t>
            </a:r>
            <a:endParaRPr kumimoji="1" lang="ja-JP" altLang="en-US" dirty="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9AC3B87-154F-02E3-F2EC-590AEE3E92B7}"/>
              </a:ext>
            </a:extLst>
          </p:cNvPr>
          <p:cNvGrpSpPr/>
          <p:nvPr/>
        </p:nvGrpSpPr>
        <p:grpSpPr>
          <a:xfrm>
            <a:off x="5204603" y="5097405"/>
            <a:ext cx="3682303" cy="577594"/>
            <a:chOff x="5204603" y="5097405"/>
            <a:chExt cx="3682303" cy="577594"/>
          </a:xfrm>
        </p:grpSpPr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F043548D-81DD-E1F9-1043-51D821B57286}"/>
                </a:ext>
              </a:extLst>
            </p:cNvPr>
            <p:cNvSpPr/>
            <p:nvPr/>
          </p:nvSpPr>
          <p:spPr>
            <a:xfrm>
              <a:off x="5204603" y="5098935"/>
              <a:ext cx="1782794" cy="57606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Send notification to staff</a:t>
              </a:r>
              <a:endParaRPr kumimoji="1" lang="ja-JP" altLang="en-US" dirty="0"/>
            </a:p>
          </p:txBody>
        </p:sp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13DC71C1-15C3-3D93-2D8F-23845EEF9ACD}"/>
                </a:ext>
              </a:extLst>
            </p:cNvPr>
            <p:cNvSpPr/>
            <p:nvPr/>
          </p:nvSpPr>
          <p:spPr>
            <a:xfrm>
              <a:off x="7104112" y="5097405"/>
              <a:ext cx="1782794" cy="57606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Ask other staff for help</a:t>
              </a:r>
              <a:endParaRPr kumimoji="1" lang="ja-JP" altLang="en-US" dirty="0"/>
            </a:p>
          </p:txBody>
        </p:sp>
      </p:grpSp>
      <p:sp>
        <p:nvSpPr>
          <p:cNvPr id="13" name="四角形: 上の 2 つの角を切り取る 12">
            <a:extLst>
              <a:ext uri="{FF2B5EF4-FFF2-40B4-BE49-F238E27FC236}">
                <a16:creationId xmlns:a16="http://schemas.microsoft.com/office/drawing/2014/main" id="{00B31034-A091-821D-6F48-80BC9DE17A84}"/>
              </a:ext>
            </a:extLst>
          </p:cNvPr>
          <p:cNvSpPr/>
          <p:nvPr/>
        </p:nvSpPr>
        <p:spPr>
          <a:xfrm rot="10800000">
            <a:off x="5010426" y="5894431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383B89E-A017-D14E-A32D-758EE8BFA28B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96000" y="4954099"/>
            <a:ext cx="0" cy="144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EE9B4F5B-1A6D-166C-D0A8-57E8809F1D2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95509" y="4532328"/>
            <a:ext cx="0" cy="565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A74373CB-40EB-764A-7A5C-1E30815B1DE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392144" y="4532328"/>
            <a:ext cx="6033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580D584A-0BE0-DACE-21DE-D3AF7A4BD9FC}"/>
              </a:ext>
            </a:extLst>
          </p:cNvPr>
          <p:cNvCxnSpPr>
            <a:cxnSpLocks/>
            <a:stCxn id="10" idx="2"/>
            <a:endCxn id="13" idx="1"/>
          </p:cNvCxnSpPr>
          <p:nvPr/>
        </p:nvCxnSpPr>
        <p:spPr>
          <a:xfrm>
            <a:off x="6096000" y="5674999"/>
            <a:ext cx="1" cy="219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70E8035E-3AE7-6737-23D2-41545444D0DD}"/>
              </a:ext>
            </a:extLst>
          </p:cNvPr>
          <p:cNvCxnSpPr>
            <a:cxnSpLocks/>
          </p:cNvCxnSpPr>
          <p:nvPr/>
        </p:nvCxnSpPr>
        <p:spPr>
          <a:xfrm>
            <a:off x="4196492" y="5733256"/>
            <a:ext cx="3799016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5B1F506B-1AF3-DAE6-05A7-84F6A091924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995509" y="5673469"/>
            <a:ext cx="0" cy="5978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0F6CD7A0-F594-1490-23DE-5D80DD6EA628}"/>
              </a:ext>
            </a:extLst>
          </p:cNvPr>
          <p:cNvCxnSpPr>
            <a:cxnSpLocks/>
          </p:cNvCxnSpPr>
          <p:nvPr/>
        </p:nvCxnSpPr>
        <p:spPr>
          <a:xfrm>
            <a:off x="4196492" y="4532328"/>
            <a:ext cx="0" cy="12009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AA610DFE-A59C-CC1C-C1BC-0C7917BD21F3}"/>
              </a:ext>
            </a:extLst>
          </p:cNvPr>
          <p:cNvCxnSpPr>
            <a:cxnSpLocks/>
          </p:cNvCxnSpPr>
          <p:nvPr/>
        </p:nvCxnSpPr>
        <p:spPr>
          <a:xfrm>
            <a:off x="4196492" y="4532328"/>
            <a:ext cx="6033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610A385C-0D28-A6D5-F9A3-8A867057820A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6096000" y="6326479"/>
            <a:ext cx="1" cy="102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9" name="フローチャート: 判断 28">
            <a:extLst>
              <a:ext uri="{FF2B5EF4-FFF2-40B4-BE49-F238E27FC236}">
                <a16:creationId xmlns:a16="http://schemas.microsoft.com/office/drawing/2014/main" id="{BF6681BF-2139-6215-A433-A27C132A6F71}"/>
              </a:ext>
            </a:extLst>
          </p:cNvPr>
          <p:cNvSpPr/>
          <p:nvPr/>
        </p:nvSpPr>
        <p:spPr>
          <a:xfrm>
            <a:off x="4799860" y="1765850"/>
            <a:ext cx="2592280" cy="7414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Trigger observation</a:t>
            </a:r>
            <a:endParaRPr kumimoji="1" lang="ja-JP" altLang="en-US" dirty="0"/>
          </a:p>
        </p:txBody>
      </p:sp>
      <p:sp>
        <p:nvSpPr>
          <p:cNvPr id="30" name="フローチャート: 処理 29">
            <a:extLst>
              <a:ext uri="{FF2B5EF4-FFF2-40B4-BE49-F238E27FC236}">
                <a16:creationId xmlns:a16="http://schemas.microsoft.com/office/drawing/2014/main" id="{DDF5384F-5857-B7D8-446C-D9BFEA5D84D9}"/>
              </a:ext>
            </a:extLst>
          </p:cNvPr>
          <p:cNvSpPr/>
          <p:nvPr/>
        </p:nvSpPr>
        <p:spPr>
          <a:xfrm>
            <a:off x="5375920" y="2627748"/>
            <a:ext cx="1440160" cy="57606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Observe</a:t>
            </a:r>
            <a:endParaRPr kumimoji="1" lang="ja-JP" altLang="en-US" dirty="0"/>
          </a:p>
        </p:txBody>
      </p:sp>
      <p:sp>
        <p:nvSpPr>
          <p:cNvPr id="32" name="フローチャート: 処理 31">
            <a:extLst>
              <a:ext uri="{FF2B5EF4-FFF2-40B4-BE49-F238E27FC236}">
                <a16:creationId xmlns:a16="http://schemas.microsoft.com/office/drawing/2014/main" id="{772D0BBA-E698-EB4E-D13C-5339FFA6E3C9}"/>
              </a:ext>
            </a:extLst>
          </p:cNvPr>
          <p:cNvSpPr/>
          <p:nvPr/>
        </p:nvSpPr>
        <p:spPr>
          <a:xfrm>
            <a:off x="5375920" y="3397565"/>
            <a:ext cx="1440160" cy="576064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Evaluate risk</a:t>
            </a:r>
            <a:endParaRPr kumimoji="1" lang="ja-JP" altLang="en-US" dirty="0"/>
          </a:p>
        </p:txBody>
      </p:sp>
      <p:sp>
        <p:nvSpPr>
          <p:cNvPr id="33" name="四角形: 上の 2 つの角を切り取る 32">
            <a:extLst>
              <a:ext uri="{FF2B5EF4-FFF2-40B4-BE49-F238E27FC236}">
                <a16:creationId xmlns:a16="http://schemas.microsoft.com/office/drawing/2014/main" id="{D454CD72-82E4-999B-330F-BB5ECC37FADF}"/>
              </a:ext>
            </a:extLst>
          </p:cNvPr>
          <p:cNvSpPr/>
          <p:nvPr/>
        </p:nvSpPr>
        <p:spPr>
          <a:xfrm>
            <a:off x="5010425" y="1188022"/>
            <a:ext cx="2171150" cy="432048"/>
          </a:xfrm>
          <a:prstGeom prst="snip2SameRect">
            <a:avLst>
              <a:gd name="adj1" fmla="val 40918"/>
              <a:gd name="adj2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1D0BB03-0538-EF74-648F-48BC55E16D91}"/>
              </a:ext>
            </a:extLst>
          </p:cNvPr>
          <p:cNvCxnSpPr>
            <a:cxnSpLocks/>
            <a:endCxn id="33" idx="3"/>
          </p:cNvCxnSpPr>
          <p:nvPr/>
        </p:nvCxnSpPr>
        <p:spPr>
          <a:xfrm>
            <a:off x="6096000" y="1086902"/>
            <a:ext cx="0" cy="10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93F0907-6B49-D164-F3F6-B37A1F707BA2}"/>
              </a:ext>
            </a:extLst>
          </p:cNvPr>
          <p:cNvCxnSpPr>
            <a:cxnSpLocks/>
            <a:stCxn id="33" idx="1"/>
            <a:endCxn id="29" idx="0"/>
          </p:cNvCxnSpPr>
          <p:nvPr/>
        </p:nvCxnSpPr>
        <p:spPr>
          <a:xfrm>
            <a:off x="6096000" y="1620070"/>
            <a:ext cx="0" cy="145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D790F076-9BE9-E457-0F4A-35592004D62B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6096000" y="2507282"/>
            <a:ext cx="0" cy="120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615E282D-84A0-0DEA-32AE-806AC2314302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>
            <a:off x="6096000" y="3203812"/>
            <a:ext cx="0" cy="193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7A3341D7-C295-903C-F161-D647F289BCC0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096000" y="3973629"/>
            <a:ext cx="0" cy="13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0E62B34D-1853-AB27-3A10-C479F6985409}"/>
              </a:ext>
            </a:extLst>
          </p:cNvPr>
          <p:cNvCxnSpPr>
            <a:cxnSpLocks/>
          </p:cNvCxnSpPr>
          <p:nvPr/>
        </p:nvCxnSpPr>
        <p:spPr>
          <a:xfrm>
            <a:off x="4196492" y="3284984"/>
            <a:ext cx="189950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9F7162F4-3BB3-C423-17A8-23C310B0777D}"/>
              </a:ext>
            </a:extLst>
          </p:cNvPr>
          <p:cNvCxnSpPr>
            <a:cxnSpLocks/>
          </p:cNvCxnSpPr>
          <p:nvPr/>
        </p:nvCxnSpPr>
        <p:spPr>
          <a:xfrm>
            <a:off x="4196492" y="2129682"/>
            <a:ext cx="0" cy="117100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8094B39A-8A9E-6143-70EA-6B27E5488A52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196492" y="2136566"/>
            <a:ext cx="60336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4737735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F12037-7B4F-4939-E790-B26362B0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N=1</a:t>
            </a:r>
            <a:r>
              <a:rPr kumimoji="1" lang="ja-JP" altLang="en-US" dirty="0"/>
              <a:t>検証のシナリオ図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736431-DA4E-22ED-1BC9-6F1BCF36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77</a:t>
            </a:fld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4FF7EA9-70DA-717E-9EE2-CB24B577913F}"/>
              </a:ext>
            </a:extLst>
          </p:cNvPr>
          <p:cNvSpPr/>
          <p:nvPr/>
        </p:nvSpPr>
        <p:spPr>
          <a:xfrm>
            <a:off x="316063" y="2204864"/>
            <a:ext cx="2254863" cy="2138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8F79883-E54B-3F89-1CF9-44BAC9B0FF0A}"/>
              </a:ext>
            </a:extLst>
          </p:cNvPr>
          <p:cNvCxnSpPr>
            <a:cxnSpLocks/>
          </p:cNvCxnSpPr>
          <p:nvPr/>
        </p:nvCxnSpPr>
        <p:spPr>
          <a:xfrm>
            <a:off x="2570926" y="2204864"/>
            <a:ext cx="0" cy="21388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グループ化 141">
            <a:extLst>
              <a:ext uri="{FF2B5EF4-FFF2-40B4-BE49-F238E27FC236}">
                <a16:creationId xmlns:a16="http://schemas.microsoft.com/office/drawing/2014/main" id="{3C84C7C9-FA3F-24D0-079B-8FE3521BB0F6}"/>
              </a:ext>
            </a:extLst>
          </p:cNvPr>
          <p:cNvGrpSpPr/>
          <p:nvPr/>
        </p:nvGrpSpPr>
        <p:grpSpPr>
          <a:xfrm>
            <a:off x="475966" y="2488049"/>
            <a:ext cx="620836" cy="461791"/>
            <a:chOff x="1393258" y="3140968"/>
            <a:chExt cx="752455" cy="559692"/>
          </a:xfrm>
        </p:grpSpPr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C227D77D-76CF-FD10-EA2B-A52363779A3D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FC0272AC-702A-A608-B36E-059118CB157A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A2A4C44E-68DC-79D4-1708-D2E5871812D8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20958D71-DDE6-B0B5-03C2-3704ECE09A73}"/>
              </a:ext>
            </a:extLst>
          </p:cNvPr>
          <p:cNvSpPr txBox="1"/>
          <p:nvPr/>
        </p:nvSpPr>
        <p:spPr>
          <a:xfrm>
            <a:off x="251968" y="2240147"/>
            <a:ext cx="8194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b="1" dirty="0">
                <a:solidFill>
                  <a:schemeClr val="accent4"/>
                </a:solidFill>
              </a:rPr>
              <a:t>Wheelchair</a:t>
            </a:r>
            <a:endParaRPr kumimoji="1" lang="ja-JP" altLang="en-US" sz="1000" b="1" dirty="0">
              <a:solidFill>
                <a:schemeClr val="accent4"/>
              </a:solidFill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934B065-3158-EA77-29C8-F26F93B9A8C7}"/>
              </a:ext>
            </a:extLst>
          </p:cNvPr>
          <p:cNvGrpSpPr/>
          <p:nvPr/>
        </p:nvGrpSpPr>
        <p:grpSpPr>
          <a:xfrm>
            <a:off x="613125" y="2590616"/>
            <a:ext cx="356475" cy="299332"/>
            <a:chOff x="-528736" y="545929"/>
            <a:chExt cx="432048" cy="362791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06BD9D0B-75AC-4B2B-DCB1-41B18D1EBED4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9C0413D9-0AEC-AE07-C44B-9BACF824EF7D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9C60A851-D39E-7F90-2731-ADECCE1BB45E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C19DA50-1D74-51FD-8500-0D9CF68195E0}"/>
              </a:ext>
            </a:extLst>
          </p:cNvPr>
          <p:cNvGrpSpPr/>
          <p:nvPr/>
        </p:nvGrpSpPr>
        <p:grpSpPr>
          <a:xfrm>
            <a:off x="475966" y="3749586"/>
            <a:ext cx="620836" cy="461791"/>
            <a:chOff x="1393258" y="3140968"/>
            <a:chExt cx="752455" cy="55969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0A604F7-1B9B-B8F9-4FDB-A2DF5513A2FB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B01FA65-5B93-A8C3-64DB-3A9F49CB938C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148ADBB8-77AC-4C12-FB84-D0B8EB68B43C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B29C9085-434E-FD20-A6F7-25DE7F080524}"/>
              </a:ext>
            </a:extLst>
          </p:cNvPr>
          <p:cNvGrpSpPr/>
          <p:nvPr/>
        </p:nvGrpSpPr>
        <p:grpSpPr>
          <a:xfrm>
            <a:off x="1767386" y="3825549"/>
            <a:ext cx="356475" cy="299332"/>
            <a:chOff x="-528736" y="545929"/>
            <a:chExt cx="432048" cy="362791"/>
          </a:xfrm>
        </p:grpSpPr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C5B58252-3E60-EFC2-0EC4-8162F3FA6302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344DD77E-04F7-5735-CBEB-3EB3EF8506EA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9" name="二等辺三角形 18">
              <a:extLst>
                <a:ext uri="{FF2B5EF4-FFF2-40B4-BE49-F238E27FC236}">
                  <a16:creationId xmlns:a16="http://schemas.microsoft.com/office/drawing/2014/main" id="{225DA3FD-23CE-5F3E-DF18-07585574D870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3E1ADB2-31FD-69F8-5A79-C6BDB72299AC}"/>
              </a:ext>
            </a:extLst>
          </p:cNvPr>
          <p:cNvGrpSpPr/>
          <p:nvPr/>
        </p:nvGrpSpPr>
        <p:grpSpPr>
          <a:xfrm>
            <a:off x="613124" y="3825549"/>
            <a:ext cx="356475" cy="299332"/>
            <a:chOff x="-528736" y="545929"/>
            <a:chExt cx="432048" cy="362791"/>
          </a:xfrm>
        </p:grpSpPr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245085B5-7A41-188A-E2B7-FFB9849A8524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1C9D7336-2F29-48C5-DC55-B7B1A8F3E0BC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9B16CBC9-79A6-B898-6443-8E023104CD8B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C4431A6-AED3-73C0-FFEF-772BAA0817E6}"/>
              </a:ext>
            </a:extLst>
          </p:cNvPr>
          <p:cNvSpPr txBox="1"/>
          <p:nvPr/>
        </p:nvSpPr>
        <p:spPr>
          <a:xfrm>
            <a:off x="430105" y="3491809"/>
            <a:ext cx="8194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b="1" dirty="0">
                <a:solidFill>
                  <a:schemeClr val="accent4"/>
                </a:solidFill>
              </a:rPr>
              <a:t>Wheelchair</a:t>
            </a:r>
            <a:endParaRPr kumimoji="1" lang="ja-JP" altLang="en-US" sz="1000" b="1" dirty="0">
              <a:solidFill>
                <a:schemeClr val="accent4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BA65882-7255-3A7E-5A6D-910B8B99A4DF}"/>
              </a:ext>
            </a:extLst>
          </p:cNvPr>
          <p:cNvSpPr txBox="1"/>
          <p:nvPr/>
        </p:nvSpPr>
        <p:spPr>
          <a:xfrm>
            <a:off x="1902752" y="2188108"/>
            <a:ext cx="7021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Handrail</a:t>
            </a:r>
            <a:endParaRPr kumimoji="1" lang="ja-JP" altLang="en-US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2FEBF3F-EDE1-D1EA-8A1B-F6D82887046E}"/>
              </a:ext>
            </a:extLst>
          </p:cNvPr>
          <p:cNvSpPr txBox="1"/>
          <p:nvPr/>
        </p:nvSpPr>
        <p:spPr>
          <a:xfrm>
            <a:off x="426203" y="2858620"/>
            <a:ext cx="7544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/>
              <a:t>A</a:t>
            </a:r>
            <a:endParaRPr kumimoji="1" lang="ja-JP" altLang="en-US" sz="12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E025D7F-736A-DA1B-4926-0481C46E179F}"/>
              </a:ext>
            </a:extLst>
          </p:cNvPr>
          <p:cNvSpPr txBox="1"/>
          <p:nvPr/>
        </p:nvSpPr>
        <p:spPr>
          <a:xfrm>
            <a:off x="680923" y="415344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/>
              <a:t>B</a:t>
            </a:r>
            <a:endParaRPr kumimoji="1" lang="ja-JP" altLang="en-US" sz="12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3B0662D-48BF-6DCE-B48E-14ACE7BF25CE}"/>
              </a:ext>
            </a:extLst>
          </p:cNvPr>
          <p:cNvSpPr txBox="1"/>
          <p:nvPr/>
        </p:nvSpPr>
        <p:spPr>
          <a:xfrm>
            <a:off x="1821527" y="411583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/>
              <a:t>C</a:t>
            </a:r>
            <a:endParaRPr kumimoji="1" lang="ja-JP" altLang="en-US" sz="12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F5943AC-1585-0931-074F-027EC3EE97E7}"/>
              </a:ext>
            </a:extLst>
          </p:cNvPr>
          <p:cNvSpPr/>
          <p:nvPr/>
        </p:nvSpPr>
        <p:spPr>
          <a:xfrm rot="1969142">
            <a:off x="924308" y="2445100"/>
            <a:ext cx="625338" cy="33696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Infusion</a:t>
            </a:r>
          </a:p>
          <a:p>
            <a:pPr algn="ctr"/>
            <a:r>
              <a:rPr lang="en-US" altLang="ja-JP" sz="1000" dirty="0"/>
              <a:t>pole</a:t>
            </a:r>
            <a:endParaRPr kumimoji="1" lang="ja-JP" altLang="en-US" sz="1000" dirty="0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5DD671B6-240D-A7AD-96C6-A0F74013A243}"/>
              </a:ext>
            </a:extLst>
          </p:cNvPr>
          <p:cNvGrpSpPr/>
          <p:nvPr/>
        </p:nvGrpSpPr>
        <p:grpSpPr>
          <a:xfrm rot="13500000">
            <a:off x="1785835" y="2626135"/>
            <a:ext cx="356475" cy="299332"/>
            <a:chOff x="-528736" y="545929"/>
            <a:chExt cx="432048" cy="362791"/>
          </a:xfrm>
        </p:grpSpPr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435F3ABB-B751-73F6-236D-909A2D75CC3B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825328B2-E6F1-4ED0-0544-55196E5C038F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3" name="二等辺三角形 32">
              <a:extLst>
                <a:ext uri="{FF2B5EF4-FFF2-40B4-BE49-F238E27FC236}">
                  <a16:creationId xmlns:a16="http://schemas.microsoft.com/office/drawing/2014/main" id="{959FC481-FC84-F30D-C5D4-80AC12419ECA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77AB0F3-B8F7-C768-FF9F-9BD36D0AE357}"/>
              </a:ext>
            </a:extLst>
          </p:cNvPr>
          <p:cNvSpPr txBox="1"/>
          <p:nvPr/>
        </p:nvSpPr>
        <p:spPr>
          <a:xfrm>
            <a:off x="1602810" y="2347152"/>
            <a:ext cx="754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/>
              <a:t>Nurse</a:t>
            </a:r>
            <a:endParaRPr kumimoji="1" lang="ja-JP" altLang="en-US" sz="120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CC17EFDB-7A0C-B37E-03F8-7E0C7297ECFF}"/>
              </a:ext>
            </a:extLst>
          </p:cNvPr>
          <p:cNvSpPr txBox="1"/>
          <p:nvPr/>
        </p:nvSpPr>
        <p:spPr>
          <a:xfrm>
            <a:off x="963623" y="4406093"/>
            <a:ext cx="989373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i="1" dirty="0"/>
              <a:t>t </a:t>
            </a:r>
            <a:r>
              <a:rPr kumimoji="1" lang="en-US" altLang="ja-JP" sz="2000" dirty="0"/>
              <a:t>= 0 [s]</a:t>
            </a:r>
            <a:endParaRPr kumimoji="1" lang="ja-JP" altLang="en-US" sz="2000" dirty="0"/>
          </a:p>
        </p:txBody>
      </p:sp>
      <p:cxnSp>
        <p:nvCxnSpPr>
          <p:cNvPr id="147" name="直線コネクタ 146">
            <a:extLst>
              <a:ext uri="{FF2B5EF4-FFF2-40B4-BE49-F238E27FC236}">
                <a16:creationId xmlns:a16="http://schemas.microsoft.com/office/drawing/2014/main" id="{2C319C25-777E-CB73-7461-EE811200617B}"/>
              </a:ext>
            </a:extLst>
          </p:cNvPr>
          <p:cNvCxnSpPr>
            <a:cxnSpLocks/>
          </p:cNvCxnSpPr>
          <p:nvPr/>
        </p:nvCxnSpPr>
        <p:spPr>
          <a:xfrm flipH="1">
            <a:off x="313730" y="2201861"/>
            <a:ext cx="225719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38F853C6-939E-3F85-CEE7-30E87EA95007}"/>
              </a:ext>
            </a:extLst>
          </p:cNvPr>
          <p:cNvCxnSpPr>
            <a:cxnSpLocks/>
          </p:cNvCxnSpPr>
          <p:nvPr/>
        </p:nvCxnSpPr>
        <p:spPr>
          <a:xfrm flipV="1">
            <a:off x="330815" y="2188108"/>
            <a:ext cx="0" cy="21556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0EAC5C67-1FAB-3ED4-534D-A12366ABE61C}"/>
              </a:ext>
            </a:extLst>
          </p:cNvPr>
          <p:cNvSpPr/>
          <p:nvPr/>
        </p:nvSpPr>
        <p:spPr>
          <a:xfrm>
            <a:off x="2650441" y="2204864"/>
            <a:ext cx="2254863" cy="2138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5D4E825D-11E7-88AC-8C4D-1BF955F0A607}"/>
              </a:ext>
            </a:extLst>
          </p:cNvPr>
          <p:cNvCxnSpPr>
            <a:cxnSpLocks/>
          </p:cNvCxnSpPr>
          <p:nvPr/>
        </p:nvCxnSpPr>
        <p:spPr>
          <a:xfrm>
            <a:off x="4905304" y="2204864"/>
            <a:ext cx="0" cy="21388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858B1827-EC96-C4D5-FAFD-64257DE33F56}"/>
              </a:ext>
            </a:extLst>
          </p:cNvPr>
          <p:cNvGrpSpPr/>
          <p:nvPr/>
        </p:nvGrpSpPr>
        <p:grpSpPr>
          <a:xfrm>
            <a:off x="2810344" y="2488049"/>
            <a:ext cx="620836" cy="461791"/>
            <a:chOff x="1393258" y="3140968"/>
            <a:chExt cx="752455" cy="559692"/>
          </a:xfrm>
        </p:grpSpPr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906D91B3-3678-9DF4-B993-C9AB950D655C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3611CCF3-58FF-F498-031C-97C46BA30377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870AC006-3522-324C-C0EB-6D23BBEC64B2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161" name="グループ化 160">
            <a:extLst>
              <a:ext uri="{FF2B5EF4-FFF2-40B4-BE49-F238E27FC236}">
                <a16:creationId xmlns:a16="http://schemas.microsoft.com/office/drawing/2014/main" id="{FB1E299E-DB8A-4F32-9F23-F309B0AA6A7E}"/>
              </a:ext>
            </a:extLst>
          </p:cNvPr>
          <p:cNvGrpSpPr/>
          <p:nvPr/>
        </p:nvGrpSpPr>
        <p:grpSpPr>
          <a:xfrm>
            <a:off x="2947503" y="2590616"/>
            <a:ext cx="356475" cy="299332"/>
            <a:chOff x="-528736" y="545929"/>
            <a:chExt cx="432048" cy="362791"/>
          </a:xfrm>
        </p:grpSpPr>
        <p:sp>
          <p:nvSpPr>
            <p:cNvPr id="162" name="楕円 161">
              <a:extLst>
                <a:ext uri="{FF2B5EF4-FFF2-40B4-BE49-F238E27FC236}">
                  <a16:creationId xmlns:a16="http://schemas.microsoft.com/office/drawing/2014/main" id="{343E77F4-7755-0E89-AEDE-931C6C367729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63" name="楕円 162">
              <a:extLst>
                <a:ext uri="{FF2B5EF4-FFF2-40B4-BE49-F238E27FC236}">
                  <a16:creationId xmlns:a16="http://schemas.microsoft.com/office/drawing/2014/main" id="{76CDBF18-9F08-6D88-7572-419E491CA7AA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64" name="二等辺三角形 163">
              <a:extLst>
                <a:ext uri="{FF2B5EF4-FFF2-40B4-BE49-F238E27FC236}">
                  <a16:creationId xmlns:a16="http://schemas.microsoft.com/office/drawing/2014/main" id="{E012315F-A2D0-46F8-928F-51734DF57441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E0C3A63A-F1F3-324E-28D6-AAF0115225B2}"/>
              </a:ext>
            </a:extLst>
          </p:cNvPr>
          <p:cNvGrpSpPr/>
          <p:nvPr/>
        </p:nvGrpSpPr>
        <p:grpSpPr>
          <a:xfrm>
            <a:off x="2810344" y="3749586"/>
            <a:ext cx="620836" cy="461791"/>
            <a:chOff x="1393258" y="3140968"/>
            <a:chExt cx="752455" cy="559692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F14D4CD7-73D1-5C05-D3E8-8EA030FF7826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366B8C19-928E-B71D-2F3B-43DE30A2EE24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DCCC9098-7C60-33D9-C4D8-E2C8118014E8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780DF112-6A6E-20BC-1904-E60E8B3E9AEF}"/>
              </a:ext>
            </a:extLst>
          </p:cNvPr>
          <p:cNvGrpSpPr/>
          <p:nvPr/>
        </p:nvGrpSpPr>
        <p:grpSpPr>
          <a:xfrm>
            <a:off x="4101764" y="3825549"/>
            <a:ext cx="356475" cy="299332"/>
            <a:chOff x="-528736" y="545929"/>
            <a:chExt cx="432048" cy="362791"/>
          </a:xfrm>
        </p:grpSpPr>
        <p:sp>
          <p:nvSpPr>
            <p:cNvPr id="170" name="楕円 169">
              <a:extLst>
                <a:ext uri="{FF2B5EF4-FFF2-40B4-BE49-F238E27FC236}">
                  <a16:creationId xmlns:a16="http://schemas.microsoft.com/office/drawing/2014/main" id="{7B233712-847A-0BD0-4491-C009A498EBED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71" name="楕円 170">
              <a:extLst>
                <a:ext uri="{FF2B5EF4-FFF2-40B4-BE49-F238E27FC236}">
                  <a16:creationId xmlns:a16="http://schemas.microsoft.com/office/drawing/2014/main" id="{FF850845-BDDB-D08D-D19C-96175F4D7DDF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72" name="二等辺三角形 171">
              <a:extLst>
                <a:ext uri="{FF2B5EF4-FFF2-40B4-BE49-F238E27FC236}">
                  <a16:creationId xmlns:a16="http://schemas.microsoft.com/office/drawing/2014/main" id="{141E76E7-E052-09B7-74A6-27F53C435D86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173" name="グループ化 172">
            <a:extLst>
              <a:ext uri="{FF2B5EF4-FFF2-40B4-BE49-F238E27FC236}">
                <a16:creationId xmlns:a16="http://schemas.microsoft.com/office/drawing/2014/main" id="{7A42ECD6-406B-3F47-2CAB-A905AD1BD65D}"/>
              </a:ext>
            </a:extLst>
          </p:cNvPr>
          <p:cNvGrpSpPr/>
          <p:nvPr/>
        </p:nvGrpSpPr>
        <p:grpSpPr>
          <a:xfrm>
            <a:off x="2947502" y="3825549"/>
            <a:ext cx="356475" cy="299332"/>
            <a:chOff x="-528736" y="545929"/>
            <a:chExt cx="432048" cy="362791"/>
          </a:xfrm>
        </p:grpSpPr>
        <p:sp>
          <p:nvSpPr>
            <p:cNvPr id="174" name="楕円 173">
              <a:extLst>
                <a:ext uri="{FF2B5EF4-FFF2-40B4-BE49-F238E27FC236}">
                  <a16:creationId xmlns:a16="http://schemas.microsoft.com/office/drawing/2014/main" id="{BE618554-2809-6BC0-F27A-82708F7B9C45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75" name="楕円 174">
              <a:extLst>
                <a:ext uri="{FF2B5EF4-FFF2-40B4-BE49-F238E27FC236}">
                  <a16:creationId xmlns:a16="http://schemas.microsoft.com/office/drawing/2014/main" id="{50FBCC95-D5C9-E2BC-6B2F-EE06DFC42206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76" name="二等辺三角形 175">
              <a:extLst>
                <a:ext uri="{FF2B5EF4-FFF2-40B4-BE49-F238E27FC236}">
                  <a16:creationId xmlns:a16="http://schemas.microsoft.com/office/drawing/2014/main" id="{54D9789A-3AE0-7E85-DA48-3A11AFF0DD0B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3BB6028B-7BC0-2B95-02AE-BA43DAE5EC20}"/>
              </a:ext>
            </a:extLst>
          </p:cNvPr>
          <p:cNvSpPr/>
          <p:nvPr/>
        </p:nvSpPr>
        <p:spPr>
          <a:xfrm rot="1969142">
            <a:off x="3375907" y="2508265"/>
            <a:ext cx="390896" cy="2106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/>
          </a:p>
        </p:txBody>
      </p:sp>
      <p:grpSp>
        <p:nvGrpSpPr>
          <p:cNvPr id="183" name="グループ化 182">
            <a:extLst>
              <a:ext uri="{FF2B5EF4-FFF2-40B4-BE49-F238E27FC236}">
                <a16:creationId xmlns:a16="http://schemas.microsoft.com/office/drawing/2014/main" id="{DD5A471D-A83E-E9C2-AEE5-237AFBD41743}"/>
              </a:ext>
            </a:extLst>
          </p:cNvPr>
          <p:cNvGrpSpPr/>
          <p:nvPr/>
        </p:nvGrpSpPr>
        <p:grpSpPr>
          <a:xfrm rot="13500000">
            <a:off x="4120213" y="2626135"/>
            <a:ext cx="356475" cy="299332"/>
            <a:chOff x="-528736" y="545929"/>
            <a:chExt cx="432048" cy="362791"/>
          </a:xfrm>
        </p:grpSpPr>
        <p:sp>
          <p:nvSpPr>
            <p:cNvPr id="184" name="楕円 183">
              <a:extLst>
                <a:ext uri="{FF2B5EF4-FFF2-40B4-BE49-F238E27FC236}">
                  <a16:creationId xmlns:a16="http://schemas.microsoft.com/office/drawing/2014/main" id="{81322C28-BDB1-9FFC-1DE8-F41BBE556E9F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85" name="楕円 184">
              <a:extLst>
                <a:ext uri="{FF2B5EF4-FFF2-40B4-BE49-F238E27FC236}">
                  <a16:creationId xmlns:a16="http://schemas.microsoft.com/office/drawing/2014/main" id="{DDC8C51C-F73E-3655-FEB7-6731537E60F2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86" name="二等辺三角形 185">
              <a:extLst>
                <a:ext uri="{FF2B5EF4-FFF2-40B4-BE49-F238E27FC236}">
                  <a16:creationId xmlns:a16="http://schemas.microsoft.com/office/drawing/2014/main" id="{B20C1312-8918-B49A-46A7-4E0521C833E1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BC2A66A8-45B3-BF24-0F8C-59C88D51FC38}"/>
              </a:ext>
            </a:extLst>
          </p:cNvPr>
          <p:cNvSpPr txBox="1"/>
          <p:nvPr/>
        </p:nvSpPr>
        <p:spPr>
          <a:xfrm>
            <a:off x="3298001" y="4406093"/>
            <a:ext cx="989373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i="1" dirty="0"/>
              <a:t>t </a:t>
            </a:r>
            <a:r>
              <a:rPr kumimoji="1" lang="en-US" altLang="ja-JP" sz="2000" dirty="0"/>
              <a:t>= 2 [s]</a:t>
            </a:r>
            <a:endParaRPr kumimoji="1" lang="ja-JP" altLang="en-US" sz="2000" dirty="0"/>
          </a:p>
        </p:txBody>
      </p: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184543E9-3F6B-7E26-4CED-76C101E37337}"/>
              </a:ext>
            </a:extLst>
          </p:cNvPr>
          <p:cNvCxnSpPr>
            <a:cxnSpLocks/>
          </p:cNvCxnSpPr>
          <p:nvPr/>
        </p:nvCxnSpPr>
        <p:spPr>
          <a:xfrm flipH="1">
            <a:off x="2648108" y="2201861"/>
            <a:ext cx="225719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4C6EE201-1FFD-4B15-3814-0C4C6480A85E}"/>
              </a:ext>
            </a:extLst>
          </p:cNvPr>
          <p:cNvCxnSpPr>
            <a:cxnSpLocks/>
          </p:cNvCxnSpPr>
          <p:nvPr/>
        </p:nvCxnSpPr>
        <p:spPr>
          <a:xfrm flipV="1">
            <a:off x="2665193" y="2188108"/>
            <a:ext cx="0" cy="21556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星: 12 pt 301">
            <a:extLst>
              <a:ext uri="{FF2B5EF4-FFF2-40B4-BE49-F238E27FC236}">
                <a16:creationId xmlns:a16="http://schemas.microsoft.com/office/drawing/2014/main" id="{DC524154-75C0-17CB-6D9C-A3DF26FBACFC}"/>
              </a:ext>
            </a:extLst>
          </p:cNvPr>
          <p:cNvSpPr/>
          <p:nvPr/>
        </p:nvSpPr>
        <p:spPr>
          <a:xfrm>
            <a:off x="2805151" y="3420044"/>
            <a:ext cx="1348831" cy="398120"/>
          </a:xfrm>
          <a:prstGeom prst="star12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/>
              <a:t>Stand up</a:t>
            </a:r>
            <a:endParaRPr kumimoji="1" lang="ja-JP" altLang="en-US" sz="1050" b="1"/>
          </a:p>
        </p:txBody>
      </p:sp>
      <p:cxnSp>
        <p:nvCxnSpPr>
          <p:cNvPr id="303" name="直線コネクタ 302">
            <a:extLst>
              <a:ext uri="{FF2B5EF4-FFF2-40B4-BE49-F238E27FC236}">
                <a16:creationId xmlns:a16="http://schemas.microsoft.com/office/drawing/2014/main" id="{CC36922B-244C-D6FB-F696-B21D3163E09A}"/>
              </a:ext>
            </a:extLst>
          </p:cNvPr>
          <p:cNvCxnSpPr>
            <a:cxnSpLocks/>
          </p:cNvCxnSpPr>
          <p:nvPr/>
        </p:nvCxnSpPr>
        <p:spPr>
          <a:xfrm>
            <a:off x="4906864" y="2204864"/>
            <a:ext cx="0" cy="21388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108C6A2E-355D-4BDE-7D31-3B3BD4C67D9A}"/>
              </a:ext>
            </a:extLst>
          </p:cNvPr>
          <p:cNvSpPr/>
          <p:nvPr/>
        </p:nvSpPr>
        <p:spPr>
          <a:xfrm>
            <a:off x="4986379" y="2204864"/>
            <a:ext cx="2254863" cy="2138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305" name="直線コネクタ 304">
            <a:extLst>
              <a:ext uri="{FF2B5EF4-FFF2-40B4-BE49-F238E27FC236}">
                <a16:creationId xmlns:a16="http://schemas.microsoft.com/office/drawing/2014/main" id="{AC8EDE7A-F6C5-481B-2FA6-320D289D2B6B}"/>
              </a:ext>
            </a:extLst>
          </p:cNvPr>
          <p:cNvCxnSpPr>
            <a:cxnSpLocks/>
          </p:cNvCxnSpPr>
          <p:nvPr/>
        </p:nvCxnSpPr>
        <p:spPr>
          <a:xfrm>
            <a:off x="7241242" y="2204864"/>
            <a:ext cx="0" cy="21388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6" name="グループ化 305">
            <a:extLst>
              <a:ext uri="{FF2B5EF4-FFF2-40B4-BE49-F238E27FC236}">
                <a16:creationId xmlns:a16="http://schemas.microsoft.com/office/drawing/2014/main" id="{9DA715E0-3B6F-98DD-F232-553C184A98B8}"/>
              </a:ext>
            </a:extLst>
          </p:cNvPr>
          <p:cNvGrpSpPr/>
          <p:nvPr/>
        </p:nvGrpSpPr>
        <p:grpSpPr>
          <a:xfrm>
            <a:off x="5146282" y="2488049"/>
            <a:ext cx="620836" cy="461791"/>
            <a:chOff x="1393258" y="3140968"/>
            <a:chExt cx="752455" cy="559692"/>
          </a:xfrm>
        </p:grpSpPr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574ADF23-B692-6464-C5E7-1674A18923AC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A780576E-C2D1-0E6C-4F0E-74BFFC652DEC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AE30230F-42AF-DE03-31EE-367543ABAC89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10" name="グループ化 309">
            <a:extLst>
              <a:ext uri="{FF2B5EF4-FFF2-40B4-BE49-F238E27FC236}">
                <a16:creationId xmlns:a16="http://schemas.microsoft.com/office/drawing/2014/main" id="{1F439099-EE4C-EFA3-5985-8FEFD47C0502}"/>
              </a:ext>
            </a:extLst>
          </p:cNvPr>
          <p:cNvGrpSpPr/>
          <p:nvPr/>
        </p:nvGrpSpPr>
        <p:grpSpPr>
          <a:xfrm>
            <a:off x="5283441" y="2590616"/>
            <a:ext cx="356475" cy="299332"/>
            <a:chOff x="-528736" y="545929"/>
            <a:chExt cx="432048" cy="362791"/>
          </a:xfrm>
        </p:grpSpPr>
        <p:sp>
          <p:nvSpPr>
            <p:cNvPr id="311" name="楕円 310">
              <a:extLst>
                <a:ext uri="{FF2B5EF4-FFF2-40B4-BE49-F238E27FC236}">
                  <a16:creationId xmlns:a16="http://schemas.microsoft.com/office/drawing/2014/main" id="{4285BCBD-DCAB-12BA-C776-4A4AF5DF8A94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12" name="楕円 311">
              <a:extLst>
                <a:ext uri="{FF2B5EF4-FFF2-40B4-BE49-F238E27FC236}">
                  <a16:creationId xmlns:a16="http://schemas.microsoft.com/office/drawing/2014/main" id="{CC0967A0-1E01-60DD-E765-A77C5A7DEAE0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13" name="二等辺三角形 312">
              <a:extLst>
                <a:ext uri="{FF2B5EF4-FFF2-40B4-BE49-F238E27FC236}">
                  <a16:creationId xmlns:a16="http://schemas.microsoft.com/office/drawing/2014/main" id="{3E392B2D-944A-F238-F50F-8951855BF124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14" name="グループ化 313">
            <a:extLst>
              <a:ext uri="{FF2B5EF4-FFF2-40B4-BE49-F238E27FC236}">
                <a16:creationId xmlns:a16="http://schemas.microsoft.com/office/drawing/2014/main" id="{E1DF1E85-109D-93FC-00BA-AB0AAC28733C}"/>
              </a:ext>
            </a:extLst>
          </p:cNvPr>
          <p:cNvGrpSpPr/>
          <p:nvPr/>
        </p:nvGrpSpPr>
        <p:grpSpPr>
          <a:xfrm>
            <a:off x="5146282" y="3749586"/>
            <a:ext cx="620836" cy="461791"/>
            <a:chOff x="1393258" y="3140968"/>
            <a:chExt cx="752455" cy="559692"/>
          </a:xfrm>
        </p:grpSpPr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29C6966F-DB52-DE5F-A3EA-EBF15555D7B6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79249D7F-7071-8958-9A8F-62EB662D95E1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27A9FE8B-0DB5-ACD0-0D28-6F7BA713A7FC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18" name="グループ化 317">
            <a:extLst>
              <a:ext uri="{FF2B5EF4-FFF2-40B4-BE49-F238E27FC236}">
                <a16:creationId xmlns:a16="http://schemas.microsoft.com/office/drawing/2014/main" id="{FBED5466-4637-E869-25F0-4A26267B2771}"/>
              </a:ext>
            </a:extLst>
          </p:cNvPr>
          <p:cNvGrpSpPr/>
          <p:nvPr/>
        </p:nvGrpSpPr>
        <p:grpSpPr>
          <a:xfrm>
            <a:off x="6437702" y="3825549"/>
            <a:ext cx="356475" cy="299332"/>
            <a:chOff x="-528736" y="545929"/>
            <a:chExt cx="432048" cy="362791"/>
          </a:xfrm>
        </p:grpSpPr>
        <p:sp>
          <p:nvSpPr>
            <p:cNvPr id="319" name="楕円 318">
              <a:extLst>
                <a:ext uri="{FF2B5EF4-FFF2-40B4-BE49-F238E27FC236}">
                  <a16:creationId xmlns:a16="http://schemas.microsoft.com/office/drawing/2014/main" id="{07136585-9382-BD6B-E454-2F7583591046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20" name="楕円 319">
              <a:extLst>
                <a:ext uri="{FF2B5EF4-FFF2-40B4-BE49-F238E27FC236}">
                  <a16:creationId xmlns:a16="http://schemas.microsoft.com/office/drawing/2014/main" id="{57EF61D8-6B80-4CD6-BB26-C2B7E964867B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21" name="二等辺三角形 320">
              <a:extLst>
                <a:ext uri="{FF2B5EF4-FFF2-40B4-BE49-F238E27FC236}">
                  <a16:creationId xmlns:a16="http://schemas.microsoft.com/office/drawing/2014/main" id="{D8F90F84-1A3C-D137-6952-F98E72C97302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22" name="グループ化 321">
            <a:extLst>
              <a:ext uri="{FF2B5EF4-FFF2-40B4-BE49-F238E27FC236}">
                <a16:creationId xmlns:a16="http://schemas.microsoft.com/office/drawing/2014/main" id="{7CD63E77-2B35-9488-4B6F-AFB9FA2C9EC3}"/>
              </a:ext>
            </a:extLst>
          </p:cNvPr>
          <p:cNvGrpSpPr/>
          <p:nvPr/>
        </p:nvGrpSpPr>
        <p:grpSpPr>
          <a:xfrm>
            <a:off x="5283440" y="3825549"/>
            <a:ext cx="356475" cy="299332"/>
            <a:chOff x="-528736" y="545929"/>
            <a:chExt cx="432048" cy="362791"/>
          </a:xfrm>
        </p:grpSpPr>
        <p:sp>
          <p:nvSpPr>
            <p:cNvPr id="323" name="楕円 322">
              <a:extLst>
                <a:ext uri="{FF2B5EF4-FFF2-40B4-BE49-F238E27FC236}">
                  <a16:creationId xmlns:a16="http://schemas.microsoft.com/office/drawing/2014/main" id="{5651B076-9B86-B90E-C40C-52E6814EE533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24" name="楕円 323">
              <a:extLst>
                <a:ext uri="{FF2B5EF4-FFF2-40B4-BE49-F238E27FC236}">
                  <a16:creationId xmlns:a16="http://schemas.microsoft.com/office/drawing/2014/main" id="{52008516-C660-B32A-5C0D-64F6A156BFF6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25" name="二等辺三角形 324">
              <a:extLst>
                <a:ext uri="{FF2B5EF4-FFF2-40B4-BE49-F238E27FC236}">
                  <a16:creationId xmlns:a16="http://schemas.microsoft.com/office/drawing/2014/main" id="{90BBD8C8-0441-BA89-98DB-71AAC9CF5F1B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82F2BE30-8EA1-62F9-928E-24A8B26DE2AD}"/>
              </a:ext>
            </a:extLst>
          </p:cNvPr>
          <p:cNvSpPr/>
          <p:nvPr/>
        </p:nvSpPr>
        <p:spPr>
          <a:xfrm rot="1969142">
            <a:off x="5711845" y="2508265"/>
            <a:ext cx="390896" cy="2106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/>
          </a:p>
        </p:txBody>
      </p:sp>
      <p:grpSp>
        <p:nvGrpSpPr>
          <p:cNvPr id="327" name="グループ化 326">
            <a:extLst>
              <a:ext uri="{FF2B5EF4-FFF2-40B4-BE49-F238E27FC236}">
                <a16:creationId xmlns:a16="http://schemas.microsoft.com/office/drawing/2014/main" id="{8FE6C7CC-DCE8-08B5-1619-3EE201F1FBE6}"/>
              </a:ext>
            </a:extLst>
          </p:cNvPr>
          <p:cNvGrpSpPr/>
          <p:nvPr/>
        </p:nvGrpSpPr>
        <p:grpSpPr>
          <a:xfrm rot="13500000">
            <a:off x="6456151" y="2626135"/>
            <a:ext cx="356475" cy="299332"/>
            <a:chOff x="-528736" y="545929"/>
            <a:chExt cx="432048" cy="362791"/>
          </a:xfrm>
        </p:grpSpPr>
        <p:sp>
          <p:nvSpPr>
            <p:cNvPr id="328" name="楕円 327">
              <a:extLst>
                <a:ext uri="{FF2B5EF4-FFF2-40B4-BE49-F238E27FC236}">
                  <a16:creationId xmlns:a16="http://schemas.microsoft.com/office/drawing/2014/main" id="{D6324714-45F4-CFCE-EA78-BEF5E2038A2A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29" name="楕円 328">
              <a:extLst>
                <a:ext uri="{FF2B5EF4-FFF2-40B4-BE49-F238E27FC236}">
                  <a16:creationId xmlns:a16="http://schemas.microsoft.com/office/drawing/2014/main" id="{B158BC32-8197-BC19-D01B-40EFE2679656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30" name="二等辺三角形 329">
              <a:extLst>
                <a:ext uri="{FF2B5EF4-FFF2-40B4-BE49-F238E27FC236}">
                  <a16:creationId xmlns:a16="http://schemas.microsoft.com/office/drawing/2014/main" id="{34E17ED8-66A9-8ED2-F6B1-1AE7426EC89A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31" name="テキスト ボックス 330">
            <a:extLst>
              <a:ext uri="{FF2B5EF4-FFF2-40B4-BE49-F238E27FC236}">
                <a16:creationId xmlns:a16="http://schemas.microsoft.com/office/drawing/2014/main" id="{E30385D6-6169-5508-0E1B-B5443F4F28A6}"/>
              </a:ext>
            </a:extLst>
          </p:cNvPr>
          <p:cNvSpPr txBox="1"/>
          <p:nvPr/>
        </p:nvSpPr>
        <p:spPr>
          <a:xfrm>
            <a:off x="5633939" y="4406093"/>
            <a:ext cx="989373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i="1" dirty="0"/>
              <a:t>t </a:t>
            </a:r>
            <a:r>
              <a:rPr kumimoji="1" lang="en-US" altLang="ja-JP" sz="2000" dirty="0"/>
              <a:t>= 5 [s]</a:t>
            </a:r>
            <a:endParaRPr kumimoji="1" lang="ja-JP" altLang="en-US" sz="2000" dirty="0"/>
          </a:p>
        </p:txBody>
      </p:sp>
      <p:cxnSp>
        <p:nvCxnSpPr>
          <p:cNvPr id="332" name="直線コネクタ 331">
            <a:extLst>
              <a:ext uri="{FF2B5EF4-FFF2-40B4-BE49-F238E27FC236}">
                <a16:creationId xmlns:a16="http://schemas.microsoft.com/office/drawing/2014/main" id="{AF084F6A-ECB7-F08D-FB74-D926DBEAB1CE}"/>
              </a:ext>
            </a:extLst>
          </p:cNvPr>
          <p:cNvCxnSpPr>
            <a:cxnSpLocks/>
          </p:cNvCxnSpPr>
          <p:nvPr/>
        </p:nvCxnSpPr>
        <p:spPr>
          <a:xfrm flipH="1">
            <a:off x="4984046" y="2201861"/>
            <a:ext cx="225719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線コネクタ 332">
            <a:extLst>
              <a:ext uri="{FF2B5EF4-FFF2-40B4-BE49-F238E27FC236}">
                <a16:creationId xmlns:a16="http://schemas.microsoft.com/office/drawing/2014/main" id="{06A07C42-B15A-0A0C-AFC7-98EC64A95DFF}"/>
              </a:ext>
            </a:extLst>
          </p:cNvPr>
          <p:cNvCxnSpPr>
            <a:cxnSpLocks/>
          </p:cNvCxnSpPr>
          <p:nvPr/>
        </p:nvCxnSpPr>
        <p:spPr>
          <a:xfrm flipV="1">
            <a:off x="5001131" y="2188108"/>
            <a:ext cx="0" cy="21556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星: 12 pt 333">
            <a:extLst>
              <a:ext uri="{FF2B5EF4-FFF2-40B4-BE49-F238E27FC236}">
                <a16:creationId xmlns:a16="http://schemas.microsoft.com/office/drawing/2014/main" id="{28AA97C5-B2D5-BC68-C6D4-FD4AB0108A4E}"/>
              </a:ext>
            </a:extLst>
          </p:cNvPr>
          <p:cNvSpPr/>
          <p:nvPr/>
        </p:nvSpPr>
        <p:spPr>
          <a:xfrm>
            <a:off x="5141089" y="3420044"/>
            <a:ext cx="1348831" cy="398120"/>
          </a:xfrm>
          <a:prstGeom prst="star12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b="1"/>
              <a:t>Stand up</a:t>
            </a:r>
            <a:endParaRPr kumimoji="1" lang="ja-JP" altLang="en-US" sz="1050" b="1"/>
          </a:p>
        </p:txBody>
      </p:sp>
      <p:sp>
        <p:nvSpPr>
          <p:cNvPr id="335" name="吹き出し: 円形 334">
            <a:extLst>
              <a:ext uri="{FF2B5EF4-FFF2-40B4-BE49-F238E27FC236}">
                <a16:creationId xmlns:a16="http://schemas.microsoft.com/office/drawing/2014/main" id="{F6234CDC-3689-9D4A-5CF8-D0BC74DF0A32}"/>
              </a:ext>
            </a:extLst>
          </p:cNvPr>
          <p:cNvSpPr/>
          <p:nvPr/>
        </p:nvSpPr>
        <p:spPr>
          <a:xfrm>
            <a:off x="6073770" y="2087720"/>
            <a:ext cx="638876" cy="397931"/>
          </a:xfrm>
          <a:prstGeom prst="wedgeEllipseCallout">
            <a:avLst>
              <a:gd name="adj1" fmla="val 20988"/>
              <a:gd name="adj2" fmla="val 68698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ysClr val="windowText" lastClr="000000"/>
                </a:solidFill>
              </a:rPr>
              <a:t>‼</a:t>
            </a:r>
            <a:endParaRPr kumimoji="1" lang="ja-JP" altLang="en-US" b="1">
              <a:solidFill>
                <a:sysClr val="windowText" lastClr="000000"/>
              </a:solidFill>
            </a:endParaRPr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CB619A18-2C5A-FB66-C7EB-CC89CB9B13C5}"/>
              </a:ext>
            </a:extLst>
          </p:cNvPr>
          <p:cNvSpPr/>
          <p:nvPr/>
        </p:nvSpPr>
        <p:spPr>
          <a:xfrm>
            <a:off x="7343783" y="2204864"/>
            <a:ext cx="2254863" cy="2138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337" name="直線コネクタ 336">
            <a:extLst>
              <a:ext uri="{FF2B5EF4-FFF2-40B4-BE49-F238E27FC236}">
                <a16:creationId xmlns:a16="http://schemas.microsoft.com/office/drawing/2014/main" id="{8B8D9E44-885A-8B07-EC57-30C0E9D73BB8}"/>
              </a:ext>
            </a:extLst>
          </p:cNvPr>
          <p:cNvCxnSpPr>
            <a:cxnSpLocks/>
          </p:cNvCxnSpPr>
          <p:nvPr/>
        </p:nvCxnSpPr>
        <p:spPr>
          <a:xfrm>
            <a:off x="9598646" y="2204864"/>
            <a:ext cx="0" cy="21388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8" name="グループ化 337">
            <a:extLst>
              <a:ext uri="{FF2B5EF4-FFF2-40B4-BE49-F238E27FC236}">
                <a16:creationId xmlns:a16="http://schemas.microsoft.com/office/drawing/2014/main" id="{57E48C8E-8757-579C-DCBC-0C191FC27AB6}"/>
              </a:ext>
            </a:extLst>
          </p:cNvPr>
          <p:cNvGrpSpPr/>
          <p:nvPr/>
        </p:nvGrpSpPr>
        <p:grpSpPr>
          <a:xfrm>
            <a:off x="7503686" y="2488049"/>
            <a:ext cx="620836" cy="461791"/>
            <a:chOff x="1393258" y="3140968"/>
            <a:chExt cx="752455" cy="559692"/>
          </a:xfrm>
        </p:grpSpPr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2C188890-DE6C-0C81-C38E-EA6307F8BAF9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250A34A9-9A7F-83A8-DE75-575A0A06C11A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18A96E5E-57CE-C534-2B6E-1040AF9A5FA6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42" name="グループ化 341">
            <a:extLst>
              <a:ext uri="{FF2B5EF4-FFF2-40B4-BE49-F238E27FC236}">
                <a16:creationId xmlns:a16="http://schemas.microsoft.com/office/drawing/2014/main" id="{DB91219B-90A6-1E2E-065A-81C2A509F595}"/>
              </a:ext>
            </a:extLst>
          </p:cNvPr>
          <p:cNvGrpSpPr/>
          <p:nvPr/>
        </p:nvGrpSpPr>
        <p:grpSpPr>
          <a:xfrm>
            <a:off x="7640845" y="2590616"/>
            <a:ext cx="356475" cy="299332"/>
            <a:chOff x="-528736" y="545929"/>
            <a:chExt cx="432048" cy="362791"/>
          </a:xfrm>
        </p:grpSpPr>
        <p:sp>
          <p:nvSpPr>
            <p:cNvPr id="343" name="楕円 342">
              <a:extLst>
                <a:ext uri="{FF2B5EF4-FFF2-40B4-BE49-F238E27FC236}">
                  <a16:creationId xmlns:a16="http://schemas.microsoft.com/office/drawing/2014/main" id="{C766184C-7D7E-A657-DA46-2E0A25131405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4" name="楕円 343">
              <a:extLst>
                <a:ext uri="{FF2B5EF4-FFF2-40B4-BE49-F238E27FC236}">
                  <a16:creationId xmlns:a16="http://schemas.microsoft.com/office/drawing/2014/main" id="{016F8C16-84BF-D860-AEC8-190B096EB194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5" name="二等辺三角形 344">
              <a:extLst>
                <a:ext uri="{FF2B5EF4-FFF2-40B4-BE49-F238E27FC236}">
                  <a16:creationId xmlns:a16="http://schemas.microsoft.com/office/drawing/2014/main" id="{1C2949B5-D9D9-D602-E9B2-C39F6493DFC9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46" name="グループ化 345">
            <a:extLst>
              <a:ext uri="{FF2B5EF4-FFF2-40B4-BE49-F238E27FC236}">
                <a16:creationId xmlns:a16="http://schemas.microsoft.com/office/drawing/2014/main" id="{D9238B4A-22AC-83F7-2FE9-F4C81E851A1B}"/>
              </a:ext>
            </a:extLst>
          </p:cNvPr>
          <p:cNvGrpSpPr/>
          <p:nvPr/>
        </p:nvGrpSpPr>
        <p:grpSpPr>
          <a:xfrm>
            <a:off x="7503686" y="3749586"/>
            <a:ext cx="620836" cy="461791"/>
            <a:chOff x="1393258" y="3140968"/>
            <a:chExt cx="752455" cy="559692"/>
          </a:xfrm>
        </p:grpSpPr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7FD224AD-2B82-8B40-DC6C-697EEDB86FC5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486531E2-2D69-A0EE-83B5-69AE59AA481E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80052DC6-D7CB-3923-FC25-BADD1BDE5C47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50" name="グループ化 349">
            <a:extLst>
              <a:ext uri="{FF2B5EF4-FFF2-40B4-BE49-F238E27FC236}">
                <a16:creationId xmlns:a16="http://schemas.microsoft.com/office/drawing/2014/main" id="{D5F70C82-A3D6-DD59-0B56-7B7AEB8D3E35}"/>
              </a:ext>
            </a:extLst>
          </p:cNvPr>
          <p:cNvGrpSpPr/>
          <p:nvPr/>
        </p:nvGrpSpPr>
        <p:grpSpPr>
          <a:xfrm>
            <a:off x="8795106" y="3825549"/>
            <a:ext cx="356475" cy="299332"/>
            <a:chOff x="-528736" y="545929"/>
            <a:chExt cx="432048" cy="362791"/>
          </a:xfrm>
        </p:grpSpPr>
        <p:sp>
          <p:nvSpPr>
            <p:cNvPr id="351" name="楕円 350">
              <a:extLst>
                <a:ext uri="{FF2B5EF4-FFF2-40B4-BE49-F238E27FC236}">
                  <a16:creationId xmlns:a16="http://schemas.microsoft.com/office/drawing/2014/main" id="{CF21CE44-65E6-5E43-ED75-4EBB6CE46D59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52" name="楕円 351">
              <a:extLst>
                <a:ext uri="{FF2B5EF4-FFF2-40B4-BE49-F238E27FC236}">
                  <a16:creationId xmlns:a16="http://schemas.microsoft.com/office/drawing/2014/main" id="{72A77BF7-A9B3-C452-1DC2-D2A726026753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53" name="二等辺三角形 352">
              <a:extLst>
                <a:ext uri="{FF2B5EF4-FFF2-40B4-BE49-F238E27FC236}">
                  <a16:creationId xmlns:a16="http://schemas.microsoft.com/office/drawing/2014/main" id="{E3261AC7-F793-7D29-548C-D4ADE1A264C1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54" name="グループ化 353">
            <a:extLst>
              <a:ext uri="{FF2B5EF4-FFF2-40B4-BE49-F238E27FC236}">
                <a16:creationId xmlns:a16="http://schemas.microsoft.com/office/drawing/2014/main" id="{F6691ED1-E91C-EAB6-B20B-1E36D46DEA44}"/>
              </a:ext>
            </a:extLst>
          </p:cNvPr>
          <p:cNvGrpSpPr/>
          <p:nvPr/>
        </p:nvGrpSpPr>
        <p:grpSpPr>
          <a:xfrm>
            <a:off x="7640844" y="3825549"/>
            <a:ext cx="356475" cy="299332"/>
            <a:chOff x="-528736" y="545929"/>
            <a:chExt cx="432048" cy="362791"/>
          </a:xfrm>
        </p:grpSpPr>
        <p:sp>
          <p:nvSpPr>
            <p:cNvPr id="355" name="楕円 354">
              <a:extLst>
                <a:ext uri="{FF2B5EF4-FFF2-40B4-BE49-F238E27FC236}">
                  <a16:creationId xmlns:a16="http://schemas.microsoft.com/office/drawing/2014/main" id="{E7B64FED-673D-B8F7-7722-E923E0C771B8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56" name="楕円 355">
              <a:extLst>
                <a:ext uri="{FF2B5EF4-FFF2-40B4-BE49-F238E27FC236}">
                  <a16:creationId xmlns:a16="http://schemas.microsoft.com/office/drawing/2014/main" id="{84A4F880-8B8A-C45D-B02F-0C88533CDA82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57" name="二等辺三角形 356">
              <a:extLst>
                <a:ext uri="{FF2B5EF4-FFF2-40B4-BE49-F238E27FC236}">
                  <a16:creationId xmlns:a16="http://schemas.microsoft.com/office/drawing/2014/main" id="{8EB92684-4B5C-F511-0092-CE8D0007852E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58" name="正方形/長方形 357">
            <a:extLst>
              <a:ext uri="{FF2B5EF4-FFF2-40B4-BE49-F238E27FC236}">
                <a16:creationId xmlns:a16="http://schemas.microsoft.com/office/drawing/2014/main" id="{A883D8E5-EA69-4AF1-5F81-896D83A798AA}"/>
              </a:ext>
            </a:extLst>
          </p:cNvPr>
          <p:cNvSpPr/>
          <p:nvPr/>
        </p:nvSpPr>
        <p:spPr>
          <a:xfrm rot="1969142">
            <a:off x="8069249" y="2508265"/>
            <a:ext cx="390896" cy="2106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/>
          </a:p>
        </p:txBody>
      </p:sp>
      <p:grpSp>
        <p:nvGrpSpPr>
          <p:cNvPr id="359" name="グループ化 358">
            <a:extLst>
              <a:ext uri="{FF2B5EF4-FFF2-40B4-BE49-F238E27FC236}">
                <a16:creationId xmlns:a16="http://schemas.microsoft.com/office/drawing/2014/main" id="{FBF39CAA-6CDE-10D6-7EBF-B170F00665B8}"/>
              </a:ext>
            </a:extLst>
          </p:cNvPr>
          <p:cNvGrpSpPr/>
          <p:nvPr/>
        </p:nvGrpSpPr>
        <p:grpSpPr>
          <a:xfrm rot="13500000">
            <a:off x="8105759" y="3465253"/>
            <a:ext cx="356475" cy="299332"/>
            <a:chOff x="-528736" y="545929"/>
            <a:chExt cx="432048" cy="362791"/>
          </a:xfrm>
        </p:grpSpPr>
        <p:sp>
          <p:nvSpPr>
            <p:cNvPr id="360" name="楕円 359">
              <a:extLst>
                <a:ext uri="{FF2B5EF4-FFF2-40B4-BE49-F238E27FC236}">
                  <a16:creationId xmlns:a16="http://schemas.microsoft.com/office/drawing/2014/main" id="{6C863C42-4C08-79C1-7DEC-EB1E5CE5D0E2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61" name="楕円 360">
              <a:extLst>
                <a:ext uri="{FF2B5EF4-FFF2-40B4-BE49-F238E27FC236}">
                  <a16:creationId xmlns:a16="http://schemas.microsoft.com/office/drawing/2014/main" id="{2DE3EF93-8AC0-5916-4A73-CD98D9F37CA9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62" name="二等辺三角形 361">
              <a:extLst>
                <a:ext uri="{FF2B5EF4-FFF2-40B4-BE49-F238E27FC236}">
                  <a16:creationId xmlns:a16="http://schemas.microsoft.com/office/drawing/2014/main" id="{999EE63B-CF06-638C-A1F1-29E0CD0B3C39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5C28D949-BA62-4F48-5933-7B7BE76F12FA}"/>
              </a:ext>
            </a:extLst>
          </p:cNvPr>
          <p:cNvSpPr txBox="1"/>
          <p:nvPr/>
        </p:nvSpPr>
        <p:spPr>
          <a:xfrm>
            <a:off x="7991343" y="4406093"/>
            <a:ext cx="989373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i="1" dirty="0"/>
              <a:t>t </a:t>
            </a:r>
            <a:r>
              <a:rPr kumimoji="1" lang="en-US" altLang="ja-JP" sz="2000" dirty="0"/>
              <a:t>= 7 [s]</a:t>
            </a:r>
            <a:endParaRPr kumimoji="1" lang="ja-JP" altLang="en-US" sz="2000" dirty="0"/>
          </a:p>
        </p:txBody>
      </p:sp>
      <p:cxnSp>
        <p:nvCxnSpPr>
          <p:cNvPr id="364" name="直線コネクタ 363">
            <a:extLst>
              <a:ext uri="{FF2B5EF4-FFF2-40B4-BE49-F238E27FC236}">
                <a16:creationId xmlns:a16="http://schemas.microsoft.com/office/drawing/2014/main" id="{A1A0A16F-F0F2-6869-0557-92194B1A881B}"/>
              </a:ext>
            </a:extLst>
          </p:cNvPr>
          <p:cNvCxnSpPr>
            <a:cxnSpLocks/>
          </p:cNvCxnSpPr>
          <p:nvPr/>
        </p:nvCxnSpPr>
        <p:spPr>
          <a:xfrm flipH="1">
            <a:off x="7341450" y="2201861"/>
            <a:ext cx="225719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線コネクタ 364">
            <a:extLst>
              <a:ext uri="{FF2B5EF4-FFF2-40B4-BE49-F238E27FC236}">
                <a16:creationId xmlns:a16="http://schemas.microsoft.com/office/drawing/2014/main" id="{AD5B491F-AFBE-BADF-FB35-D3C9DCF18F04}"/>
              </a:ext>
            </a:extLst>
          </p:cNvPr>
          <p:cNvCxnSpPr>
            <a:cxnSpLocks/>
          </p:cNvCxnSpPr>
          <p:nvPr/>
        </p:nvCxnSpPr>
        <p:spPr>
          <a:xfrm flipV="1">
            <a:off x="7358535" y="2188108"/>
            <a:ext cx="0" cy="21556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吹き出し: 四角形 366">
            <a:extLst>
              <a:ext uri="{FF2B5EF4-FFF2-40B4-BE49-F238E27FC236}">
                <a16:creationId xmlns:a16="http://schemas.microsoft.com/office/drawing/2014/main" id="{61613CE5-5F59-446B-C595-D496E280A464}"/>
              </a:ext>
            </a:extLst>
          </p:cNvPr>
          <p:cNvSpPr/>
          <p:nvPr/>
        </p:nvSpPr>
        <p:spPr>
          <a:xfrm>
            <a:off x="8353858" y="2985966"/>
            <a:ext cx="1130723" cy="434078"/>
          </a:xfrm>
          <a:prstGeom prst="wedgeRectCallout">
            <a:avLst>
              <a:gd name="adj1" fmla="val -77198"/>
              <a:gd name="adj2" fmla="val -9544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accent1"/>
                </a:solidFill>
              </a:rPr>
              <a:t>Out of sight</a:t>
            </a:r>
          </a:p>
          <a:p>
            <a:pPr algn="ctr"/>
            <a:r>
              <a:rPr lang="ja-JP" altLang="en-US" sz="1200" b="1">
                <a:solidFill>
                  <a:schemeClr val="accent1"/>
                </a:solidFill>
              </a:rPr>
              <a:t>➡ </a:t>
            </a:r>
            <a:r>
              <a:rPr lang="en-US" altLang="ja-JP" sz="1200" b="1">
                <a:solidFill>
                  <a:schemeClr val="accent1"/>
                </a:solidFill>
              </a:rPr>
              <a:t>Danger</a:t>
            </a:r>
            <a:endParaRPr kumimoji="1" lang="ja-JP" altLang="en-US" sz="1200" b="1">
              <a:solidFill>
                <a:schemeClr val="accent1"/>
              </a:solidFill>
            </a:endParaRPr>
          </a:p>
        </p:txBody>
      </p:sp>
      <p:sp>
        <p:nvSpPr>
          <p:cNvPr id="368" name="吹き出し: 四角形 367">
            <a:extLst>
              <a:ext uri="{FF2B5EF4-FFF2-40B4-BE49-F238E27FC236}">
                <a16:creationId xmlns:a16="http://schemas.microsoft.com/office/drawing/2014/main" id="{0391C359-3ECB-3548-1B02-7B9F4ED03155}"/>
              </a:ext>
            </a:extLst>
          </p:cNvPr>
          <p:cNvSpPr/>
          <p:nvPr/>
        </p:nvSpPr>
        <p:spPr>
          <a:xfrm>
            <a:off x="8353858" y="2981999"/>
            <a:ext cx="1130723" cy="434078"/>
          </a:xfrm>
          <a:prstGeom prst="wedgeRectCallout">
            <a:avLst>
              <a:gd name="adj1" fmla="val -4893"/>
              <a:gd name="adj2" fmla="val 11740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accent1"/>
                </a:solidFill>
              </a:rPr>
              <a:t>Out of sight</a:t>
            </a:r>
          </a:p>
          <a:p>
            <a:pPr algn="ctr"/>
            <a:r>
              <a:rPr lang="ja-JP" altLang="en-US" sz="1200" b="1">
                <a:solidFill>
                  <a:schemeClr val="accent1"/>
                </a:solidFill>
              </a:rPr>
              <a:t>➡ </a:t>
            </a:r>
            <a:r>
              <a:rPr lang="en-US" altLang="ja-JP" sz="1200" b="1">
                <a:solidFill>
                  <a:schemeClr val="accent1"/>
                </a:solidFill>
              </a:rPr>
              <a:t>Danger</a:t>
            </a:r>
            <a:endParaRPr kumimoji="1" lang="ja-JP" altLang="en-US" sz="1200" b="1">
              <a:solidFill>
                <a:schemeClr val="accent1"/>
              </a:solidFill>
            </a:endParaRPr>
          </a:p>
        </p:txBody>
      </p:sp>
      <p:grpSp>
        <p:nvGrpSpPr>
          <p:cNvPr id="369" name="グループ化 368">
            <a:extLst>
              <a:ext uri="{FF2B5EF4-FFF2-40B4-BE49-F238E27FC236}">
                <a16:creationId xmlns:a16="http://schemas.microsoft.com/office/drawing/2014/main" id="{DF279CEF-D2F5-5D4C-33A2-840ACBE9C7F8}"/>
              </a:ext>
            </a:extLst>
          </p:cNvPr>
          <p:cNvGrpSpPr/>
          <p:nvPr/>
        </p:nvGrpSpPr>
        <p:grpSpPr>
          <a:xfrm>
            <a:off x="6763393" y="2350585"/>
            <a:ext cx="344451" cy="341064"/>
            <a:chOff x="7662968" y="2605541"/>
            <a:chExt cx="344451" cy="341064"/>
          </a:xfrm>
        </p:grpSpPr>
        <p:cxnSp>
          <p:nvCxnSpPr>
            <p:cNvPr id="370" name="直線コネクタ 369">
              <a:extLst>
                <a:ext uri="{FF2B5EF4-FFF2-40B4-BE49-F238E27FC236}">
                  <a16:creationId xmlns:a16="http://schemas.microsoft.com/office/drawing/2014/main" id="{C6842170-0F9C-AEAD-972D-1742FADACE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8437" y="2605541"/>
              <a:ext cx="298982" cy="299015"/>
            </a:xfrm>
            <a:prstGeom prst="line">
              <a:avLst/>
            </a:prstGeom>
            <a:ln w="38100">
              <a:solidFill>
                <a:srgbClr val="FF7D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線コネクタ 370">
              <a:extLst>
                <a:ext uri="{FF2B5EF4-FFF2-40B4-BE49-F238E27FC236}">
                  <a16:creationId xmlns:a16="http://schemas.microsoft.com/office/drawing/2014/main" id="{FBD4CF10-E423-6A51-9208-D09075DC4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968" y="2636912"/>
              <a:ext cx="220597" cy="220621"/>
            </a:xfrm>
            <a:prstGeom prst="line">
              <a:avLst/>
            </a:prstGeom>
            <a:ln w="38100">
              <a:solidFill>
                <a:srgbClr val="FF7D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線コネクタ 371">
              <a:extLst>
                <a:ext uri="{FF2B5EF4-FFF2-40B4-BE49-F238E27FC236}">
                  <a16:creationId xmlns:a16="http://schemas.microsoft.com/office/drawing/2014/main" id="{7827A5C3-0DAE-4883-86DC-9EFA161EF8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2863" y="2725984"/>
              <a:ext cx="220597" cy="220621"/>
            </a:xfrm>
            <a:prstGeom prst="line">
              <a:avLst/>
            </a:prstGeom>
            <a:ln w="38100">
              <a:solidFill>
                <a:srgbClr val="FF7D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3" name="正方形/長方形 372">
            <a:extLst>
              <a:ext uri="{FF2B5EF4-FFF2-40B4-BE49-F238E27FC236}">
                <a16:creationId xmlns:a16="http://schemas.microsoft.com/office/drawing/2014/main" id="{C6121A20-2C34-A290-5E36-02440120F263}"/>
              </a:ext>
            </a:extLst>
          </p:cNvPr>
          <p:cNvSpPr/>
          <p:nvPr/>
        </p:nvSpPr>
        <p:spPr>
          <a:xfrm>
            <a:off x="9658543" y="2204864"/>
            <a:ext cx="2254863" cy="2138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374" name="直線コネクタ 373">
            <a:extLst>
              <a:ext uri="{FF2B5EF4-FFF2-40B4-BE49-F238E27FC236}">
                <a16:creationId xmlns:a16="http://schemas.microsoft.com/office/drawing/2014/main" id="{C5056F45-F555-3517-2604-41C716092E3B}"/>
              </a:ext>
            </a:extLst>
          </p:cNvPr>
          <p:cNvCxnSpPr>
            <a:cxnSpLocks/>
          </p:cNvCxnSpPr>
          <p:nvPr/>
        </p:nvCxnSpPr>
        <p:spPr>
          <a:xfrm>
            <a:off x="11913406" y="2204864"/>
            <a:ext cx="0" cy="2138847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5" name="グループ化 374">
            <a:extLst>
              <a:ext uri="{FF2B5EF4-FFF2-40B4-BE49-F238E27FC236}">
                <a16:creationId xmlns:a16="http://schemas.microsoft.com/office/drawing/2014/main" id="{EE88E186-4AD6-45C9-4C48-3E7C6166619E}"/>
              </a:ext>
            </a:extLst>
          </p:cNvPr>
          <p:cNvGrpSpPr/>
          <p:nvPr/>
        </p:nvGrpSpPr>
        <p:grpSpPr>
          <a:xfrm>
            <a:off x="9818446" y="2488049"/>
            <a:ext cx="620836" cy="461791"/>
            <a:chOff x="1393258" y="3140968"/>
            <a:chExt cx="752455" cy="559692"/>
          </a:xfrm>
        </p:grpSpPr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AF25E78B-3222-E765-29B5-3F349EA05419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77" name="正方形/長方形 376">
              <a:extLst>
                <a:ext uri="{FF2B5EF4-FFF2-40B4-BE49-F238E27FC236}">
                  <a16:creationId xmlns:a16="http://schemas.microsoft.com/office/drawing/2014/main" id="{C72431B1-DF98-8561-69DA-62244443E673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78" name="正方形/長方形 377">
              <a:extLst>
                <a:ext uri="{FF2B5EF4-FFF2-40B4-BE49-F238E27FC236}">
                  <a16:creationId xmlns:a16="http://schemas.microsoft.com/office/drawing/2014/main" id="{8B5041BE-467B-5098-0D88-8F5AFE85456D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79" name="グループ化 378">
            <a:extLst>
              <a:ext uri="{FF2B5EF4-FFF2-40B4-BE49-F238E27FC236}">
                <a16:creationId xmlns:a16="http://schemas.microsoft.com/office/drawing/2014/main" id="{C8E3E01D-78B6-C900-E8F1-95F0906089B6}"/>
              </a:ext>
            </a:extLst>
          </p:cNvPr>
          <p:cNvGrpSpPr/>
          <p:nvPr/>
        </p:nvGrpSpPr>
        <p:grpSpPr>
          <a:xfrm>
            <a:off x="9955605" y="2590616"/>
            <a:ext cx="356475" cy="299332"/>
            <a:chOff x="-528736" y="545929"/>
            <a:chExt cx="432048" cy="362791"/>
          </a:xfrm>
        </p:grpSpPr>
        <p:sp>
          <p:nvSpPr>
            <p:cNvPr id="380" name="楕円 379">
              <a:extLst>
                <a:ext uri="{FF2B5EF4-FFF2-40B4-BE49-F238E27FC236}">
                  <a16:creationId xmlns:a16="http://schemas.microsoft.com/office/drawing/2014/main" id="{76B18B6C-CEA1-E03F-D3E8-66A307916F00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81" name="楕円 380">
              <a:extLst>
                <a:ext uri="{FF2B5EF4-FFF2-40B4-BE49-F238E27FC236}">
                  <a16:creationId xmlns:a16="http://schemas.microsoft.com/office/drawing/2014/main" id="{68DE2808-A533-70C9-ABD0-1C5F746ABF3A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82" name="二等辺三角形 381">
              <a:extLst>
                <a:ext uri="{FF2B5EF4-FFF2-40B4-BE49-F238E27FC236}">
                  <a16:creationId xmlns:a16="http://schemas.microsoft.com/office/drawing/2014/main" id="{B748CAD7-6E82-821D-54D9-062BB91028A8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83" name="グループ化 382">
            <a:extLst>
              <a:ext uri="{FF2B5EF4-FFF2-40B4-BE49-F238E27FC236}">
                <a16:creationId xmlns:a16="http://schemas.microsoft.com/office/drawing/2014/main" id="{CC43BDEF-AE93-C4C3-2E3B-C1B25E50CE43}"/>
              </a:ext>
            </a:extLst>
          </p:cNvPr>
          <p:cNvGrpSpPr/>
          <p:nvPr/>
        </p:nvGrpSpPr>
        <p:grpSpPr>
          <a:xfrm>
            <a:off x="9818446" y="3749586"/>
            <a:ext cx="620836" cy="461791"/>
            <a:chOff x="1393258" y="3140968"/>
            <a:chExt cx="752455" cy="559692"/>
          </a:xfrm>
        </p:grpSpPr>
        <p:sp>
          <p:nvSpPr>
            <p:cNvPr id="384" name="正方形/長方形 383">
              <a:extLst>
                <a:ext uri="{FF2B5EF4-FFF2-40B4-BE49-F238E27FC236}">
                  <a16:creationId xmlns:a16="http://schemas.microsoft.com/office/drawing/2014/main" id="{BA17B81F-ADF4-04AD-19A6-F7DB4BE7B28A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85" name="正方形/長方形 384">
              <a:extLst>
                <a:ext uri="{FF2B5EF4-FFF2-40B4-BE49-F238E27FC236}">
                  <a16:creationId xmlns:a16="http://schemas.microsoft.com/office/drawing/2014/main" id="{A5233326-C598-0B4D-9A43-98945B07AE2A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86" name="正方形/長方形 385">
              <a:extLst>
                <a:ext uri="{FF2B5EF4-FFF2-40B4-BE49-F238E27FC236}">
                  <a16:creationId xmlns:a16="http://schemas.microsoft.com/office/drawing/2014/main" id="{BF9B9271-9D8B-8930-E640-6CB606421805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87" name="グループ化 386">
            <a:extLst>
              <a:ext uri="{FF2B5EF4-FFF2-40B4-BE49-F238E27FC236}">
                <a16:creationId xmlns:a16="http://schemas.microsoft.com/office/drawing/2014/main" id="{12CB5170-F3D6-66ED-7F55-190224835005}"/>
              </a:ext>
            </a:extLst>
          </p:cNvPr>
          <p:cNvGrpSpPr/>
          <p:nvPr/>
        </p:nvGrpSpPr>
        <p:grpSpPr>
          <a:xfrm>
            <a:off x="11109866" y="3825549"/>
            <a:ext cx="356475" cy="299332"/>
            <a:chOff x="-528736" y="545929"/>
            <a:chExt cx="432048" cy="362791"/>
          </a:xfrm>
        </p:grpSpPr>
        <p:sp>
          <p:nvSpPr>
            <p:cNvPr id="388" name="楕円 387">
              <a:extLst>
                <a:ext uri="{FF2B5EF4-FFF2-40B4-BE49-F238E27FC236}">
                  <a16:creationId xmlns:a16="http://schemas.microsoft.com/office/drawing/2014/main" id="{1AD810F7-15E6-4D64-ACC8-7291FF94C6AC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89" name="楕円 388">
              <a:extLst>
                <a:ext uri="{FF2B5EF4-FFF2-40B4-BE49-F238E27FC236}">
                  <a16:creationId xmlns:a16="http://schemas.microsoft.com/office/drawing/2014/main" id="{5BBEDE58-A132-4180-DC28-9E60E6FC4678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0" name="二等辺三角形 389">
              <a:extLst>
                <a:ext uri="{FF2B5EF4-FFF2-40B4-BE49-F238E27FC236}">
                  <a16:creationId xmlns:a16="http://schemas.microsoft.com/office/drawing/2014/main" id="{306E06C1-73AA-9C11-3347-C78D0E0DF28D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391" name="グループ化 390">
            <a:extLst>
              <a:ext uri="{FF2B5EF4-FFF2-40B4-BE49-F238E27FC236}">
                <a16:creationId xmlns:a16="http://schemas.microsoft.com/office/drawing/2014/main" id="{3CE2773D-120B-1BE9-D9FF-9059C7C5D503}"/>
              </a:ext>
            </a:extLst>
          </p:cNvPr>
          <p:cNvGrpSpPr/>
          <p:nvPr/>
        </p:nvGrpSpPr>
        <p:grpSpPr>
          <a:xfrm>
            <a:off x="9955604" y="3825549"/>
            <a:ext cx="356475" cy="299332"/>
            <a:chOff x="-528736" y="545929"/>
            <a:chExt cx="432048" cy="362791"/>
          </a:xfrm>
        </p:grpSpPr>
        <p:sp>
          <p:nvSpPr>
            <p:cNvPr id="392" name="楕円 391">
              <a:extLst>
                <a:ext uri="{FF2B5EF4-FFF2-40B4-BE49-F238E27FC236}">
                  <a16:creationId xmlns:a16="http://schemas.microsoft.com/office/drawing/2014/main" id="{B49D82BF-0895-DC45-1035-3AF3EB79B0DA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3" name="楕円 392">
              <a:extLst>
                <a:ext uri="{FF2B5EF4-FFF2-40B4-BE49-F238E27FC236}">
                  <a16:creationId xmlns:a16="http://schemas.microsoft.com/office/drawing/2014/main" id="{B943F294-B32F-6DE0-D2E8-D6F84B4BDF40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4" name="二等辺三角形 393">
              <a:extLst>
                <a:ext uri="{FF2B5EF4-FFF2-40B4-BE49-F238E27FC236}">
                  <a16:creationId xmlns:a16="http://schemas.microsoft.com/office/drawing/2014/main" id="{B755B222-A126-B21C-0784-EBDBED25611E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95" name="正方形/長方形 394">
            <a:extLst>
              <a:ext uri="{FF2B5EF4-FFF2-40B4-BE49-F238E27FC236}">
                <a16:creationId xmlns:a16="http://schemas.microsoft.com/office/drawing/2014/main" id="{1B30CBE9-D735-6E55-26AA-0CB26FF995DE}"/>
              </a:ext>
            </a:extLst>
          </p:cNvPr>
          <p:cNvSpPr/>
          <p:nvPr/>
        </p:nvSpPr>
        <p:spPr>
          <a:xfrm rot="1969142">
            <a:off x="10384009" y="2508265"/>
            <a:ext cx="390896" cy="2106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/>
          </a:p>
        </p:txBody>
      </p:sp>
      <p:grpSp>
        <p:nvGrpSpPr>
          <p:cNvPr id="396" name="グループ化 395">
            <a:extLst>
              <a:ext uri="{FF2B5EF4-FFF2-40B4-BE49-F238E27FC236}">
                <a16:creationId xmlns:a16="http://schemas.microsoft.com/office/drawing/2014/main" id="{8A583D6C-31A3-9AFD-DF60-63569E8429FD}"/>
              </a:ext>
            </a:extLst>
          </p:cNvPr>
          <p:cNvGrpSpPr/>
          <p:nvPr/>
        </p:nvGrpSpPr>
        <p:grpSpPr>
          <a:xfrm rot="2700000">
            <a:off x="10929043" y="2892758"/>
            <a:ext cx="356475" cy="299332"/>
            <a:chOff x="-528736" y="545929"/>
            <a:chExt cx="432048" cy="362791"/>
          </a:xfrm>
        </p:grpSpPr>
        <p:sp>
          <p:nvSpPr>
            <p:cNvPr id="397" name="楕円 396">
              <a:extLst>
                <a:ext uri="{FF2B5EF4-FFF2-40B4-BE49-F238E27FC236}">
                  <a16:creationId xmlns:a16="http://schemas.microsoft.com/office/drawing/2014/main" id="{B05A8911-F178-F554-B725-84E99CBCD848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8" name="楕円 397">
              <a:extLst>
                <a:ext uri="{FF2B5EF4-FFF2-40B4-BE49-F238E27FC236}">
                  <a16:creationId xmlns:a16="http://schemas.microsoft.com/office/drawing/2014/main" id="{CDFA35BD-377F-52C4-91A6-DCEE4DA8C191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399" name="二等辺三角形 398">
              <a:extLst>
                <a:ext uri="{FF2B5EF4-FFF2-40B4-BE49-F238E27FC236}">
                  <a16:creationId xmlns:a16="http://schemas.microsoft.com/office/drawing/2014/main" id="{5011B20E-42A4-7CEE-0839-DF32FC75F368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400" name="テキスト ボックス 399">
            <a:extLst>
              <a:ext uri="{FF2B5EF4-FFF2-40B4-BE49-F238E27FC236}">
                <a16:creationId xmlns:a16="http://schemas.microsoft.com/office/drawing/2014/main" id="{955A5FC3-3B96-5B0F-2F9E-AAF58E2ED286}"/>
              </a:ext>
            </a:extLst>
          </p:cNvPr>
          <p:cNvSpPr txBox="1"/>
          <p:nvPr/>
        </p:nvSpPr>
        <p:spPr>
          <a:xfrm>
            <a:off x="10306103" y="4406093"/>
            <a:ext cx="989373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i="1" dirty="0"/>
              <a:t>t </a:t>
            </a:r>
            <a:r>
              <a:rPr kumimoji="1" lang="en-US" altLang="ja-JP" sz="2000" dirty="0"/>
              <a:t>= 9 [s]</a:t>
            </a:r>
            <a:endParaRPr kumimoji="1" lang="ja-JP" altLang="en-US" sz="2000" dirty="0"/>
          </a:p>
        </p:txBody>
      </p:sp>
      <p:cxnSp>
        <p:nvCxnSpPr>
          <p:cNvPr id="401" name="直線コネクタ 400">
            <a:extLst>
              <a:ext uri="{FF2B5EF4-FFF2-40B4-BE49-F238E27FC236}">
                <a16:creationId xmlns:a16="http://schemas.microsoft.com/office/drawing/2014/main" id="{193A86C6-FFBD-BBAA-79E0-2FC432CE13BE}"/>
              </a:ext>
            </a:extLst>
          </p:cNvPr>
          <p:cNvCxnSpPr>
            <a:cxnSpLocks/>
          </p:cNvCxnSpPr>
          <p:nvPr/>
        </p:nvCxnSpPr>
        <p:spPr>
          <a:xfrm flipH="1">
            <a:off x="9656210" y="2201861"/>
            <a:ext cx="2257196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直線コネクタ 401">
            <a:extLst>
              <a:ext uri="{FF2B5EF4-FFF2-40B4-BE49-F238E27FC236}">
                <a16:creationId xmlns:a16="http://schemas.microsoft.com/office/drawing/2014/main" id="{5DE9F5BE-39FB-5937-9302-C3CDF8B184BB}"/>
              </a:ext>
            </a:extLst>
          </p:cNvPr>
          <p:cNvCxnSpPr>
            <a:cxnSpLocks/>
          </p:cNvCxnSpPr>
          <p:nvPr/>
        </p:nvCxnSpPr>
        <p:spPr>
          <a:xfrm flipV="1">
            <a:off x="9673295" y="2188108"/>
            <a:ext cx="0" cy="21556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5" name="グループ化 404">
            <a:extLst>
              <a:ext uri="{FF2B5EF4-FFF2-40B4-BE49-F238E27FC236}">
                <a16:creationId xmlns:a16="http://schemas.microsoft.com/office/drawing/2014/main" id="{0A95CED2-CC6E-5EA7-6D55-872E007E589E}"/>
              </a:ext>
            </a:extLst>
          </p:cNvPr>
          <p:cNvGrpSpPr/>
          <p:nvPr/>
        </p:nvGrpSpPr>
        <p:grpSpPr>
          <a:xfrm rot="10800000">
            <a:off x="10625519" y="3135619"/>
            <a:ext cx="344451" cy="341064"/>
            <a:chOff x="7662968" y="2605541"/>
            <a:chExt cx="344451" cy="341064"/>
          </a:xfrm>
        </p:grpSpPr>
        <p:cxnSp>
          <p:nvCxnSpPr>
            <p:cNvPr id="406" name="直線コネクタ 405">
              <a:extLst>
                <a:ext uri="{FF2B5EF4-FFF2-40B4-BE49-F238E27FC236}">
                  <a16:creationId xmlns:a16="http://schemas.microsoft.com/office/drawing/2014/main" id="{DD1B713C-BB29-7D25-8214-DEE10C86C9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08437" y="2605541"/>
              <a:ext cx="298982" cy="299015"/>
            </a:xfrm>
            <a:prstGeom prst="line">
              <a:avLst/>
            </a:prstGeom>
            <a:ln w="38100">
              <a:solidFill>
                <a:srgbClr val="FF7D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線コネクタ 406">
              <a:extLst>
                <a:ext uri="{FF2B5EF4-FFF2-40B4-BE49-F238E27FC236}">
                  <a16:creationId xmlns:a16="http://schemas.microsoft.com/office/drawing/2014/main" id="{92E83664-8A68-80E7-5B2F-051F2BC60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968" y="2636912"/>
              <a:ext cx="220597" cy="220621"/>
            </a:xfrm>
            <a:prstGeom prst="line">
              <a:avLst/>
            </a:prstGeom>
            <a:ln w="38100">
              <a:solidFill>
                <a:srgbClr val="FF7D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線コネクタ 407">
              <a:extLst>
                <a:ext uri="{FF2B5EF4-FFF2-40B4-BE49-F238E27FC236}">
                  <a16:creationId xmlns:a16="http://schemas.microsoft.com/office/drawing/2014/main" id="{1FDD98E5-6841-79B8-7195-279FAF4D2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2863" y="2725984"/>
              <a:ext cx="220597" cy="220621"/>
            </a:xfrm>
            <a:prstGeom prst="line">
              <a:avLst/>
            </a:prstGeom>
            <a:ln w="38100">
              <a:solidFill>
                <a:srgbClr val="FF7D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43923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AEC52-9495-B436-E684-4916B7D7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位置ランダム検証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F28F19-7599-6B27-628C-4B03E6D4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78</a:t>
            </a:fld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02F6A51-27B7-B2E6-7DEC-D6A5BBF0C3F2}"/>
              </a:ext>
            </a:extLst>
          </p:cNvPr>
          <p:cNvSpPr/>
          <p:nvPr/>
        </p:nvSpPr>
        <p:spPr>
          <a:xfrm>
            <a:off x="9615755" y="1124744"/>
            <a:ext cx="2254863" cy="222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27E02B6-04C2-6126-80A6-CD4E0EB54E8B}"/>
              </a:ext>
            </a:extLst>
          </p:cNvPr>
          <p:cNvCxnSpPr>
            <a:cxnSpLocks/>
          </p:cNvCxnSpPr>
          <p:nvPr/>
        </p:nvCxnSpPr>
        <p:spPr>
          <a:xfrm>
            <a:off x="11870618" y="1124744"/>
            <a:ext cx="0" cy="2225359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CFF8559-34E7-5E0C-1508-D01EC490CEBB}"/>
              </a:ext>
            </a:extLst>
          </p:cNvPr>
          <p:cNvCxnSpPr>
            <a:cxnSpLocks/>
          </p:cNvCxnSpPr>
          <p:nvPr/>
        </p:nvCxnSpPr>
        <p:spPr>
          <a:xfrm flipH="1">
            <a:off x="9613422" y="1126881"/>
            <a:ext cx="2257196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3360190-B6C4-5B64-FA20-DC8CDFBB8C63}"/>
              </a:ext>
            </a:extLst>
          </p:cNvPr>
          <p:cNvCxnSpPr>
            <a:cxnSpLocks/>
          </p:cNvCxnSpPr>
          <p:nvPr/>
        </p:nvCxnSpPr>
        <p:spPr>
          <a:xfrm flipV="1">
            <a:off x="9630507" y="1124744"/>
            <a:ext cx="0" cy="2225359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6408242-23EB-7738-B2DD-BC8B862BCBD2}"/>
              </a:ext>
            </a:extLst>
          </p:cNvPr>
          <p:cNvCxnSpPr>
            <a:cxnSpLocks/>
          </p:cNvCxnSpPr>
          <p:nvPr/>
        </p:nvCxnSpPr>
        <p:spPr>
          <a:xfrm>
            <a:off x="9613422" y="3350103"/>
            <a:ext cx="2425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4337A715-9E02-76E3-07F6-1393CCDAD604}"/>
              </a:ext>
            </a:extLst>
          </p:cNvPr>
          <p:cNvGrpSpPr/>
          <p:nvPr/>
        </p:nvGrpSpPr>
        <p:grpSpPr>
          <a:xfrm>
            <a:off x="5442872" y="1201536"/>
            <a:ext cx="620836" cy="461791"/>
            <a:chOff x="1393258" y="3140968"/>
            <a:chExt cx="752455" cy="559692"/>
          </a:xfrm>
        </p:grpSpPr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A40CDEA8-044D-01E6-F6D1-D0A32CE05AE2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D0A8EAFC-A468-FABF-6D9A-1BAC80F06875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227EE2D4-5DC4-CA87-6BCE-DE23CC4FAC39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04B8BC2F-B0DB-A761-C552-F8F336D49F85}"/>
              </a:ext>
            </a:extLst>
          </p:cNvPr>
          <p:cNvSpPr/>
          <p:nvPr/>
        </p:nvSpPr>
        <p:spPr>
          <a:xfrm rot="1969142">
            <a:off x="5872958" y="1220579"/>
            <a:ext cx="233130" cy="15409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B2DE6BA-48AA-BA75-CCB2-40986E5A8128}"/>
              </a:ext>
            </a:extLst>
          </p:cNvPr>
          <p:cNvCxnSpPr>
            <a:cxnSpLocks/>
          </p:cNvCxnSpPr>
          <p:nvPr/>
        </p:nvCxnSpPr>
        <p:spPr>
          <a:xfrm flipV="1">
            <a:off x="9630507" y="940078"/>
            <a:ext cx="0" cy="24100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2AE2B1-6D26-9B7A-A514-DE55F08F4782}"/>
              </a:ext>
            </a:extLst>
          </p:cNvPr>
          <p:cNvSpPr txBox="1"/>
          <p:nvPr/>
        </p:nvSpPr>
        <p:spPr>
          <a:xfrm>
            <a:off x="9279129" y="334665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O</a:t>
            </a:r>
            <a:endParaRPr kumimoji="1" lang="ja-JP" altLang="en-US" i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3315927-A363-E0B3-0513-B3455EFFDB69}"/>
              </a:ext>
            </a:extLst>
          </p:cNvPr>
          <p:cNvSpPr txBox="1"/>
          <p:nvPr/>
        </p:nvSpPr>
        <p:spPr>
          <a:xfrm>
            <a:off x="11693003" y="341825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endParaRPr kumimoji="1" lang="ja-JP" altLang="en-US" i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783AC53-58AF-21B0-F3D6-23D19D2EB893}"/>
              </a:ext>
            </a:extLst>
          </p:cNvPr>
          <p:cNvSpPr txBox="1"/>
          <p:nvPr/>
        </p:nvSpPr>
        <p:spPr>
          <a:xfrm>
            <a:off x="9266731" y="849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Y</a:t>
            </a:r>
            <a:endParaRPr kumimoji="1" lang="ja-JP" altLang="en-US" i="1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C07238BD-FB8C-E89A-F740-F3F4DF00E55B}"/>
              </a:ext>
            </a:extLst>
          </p:cNvPr>
          <p:cNvGrpSpPr/>
          <p:nvPr/>
        </p:nvGrpSpPr>
        <p:grpSpPr>
          <a:xfrm>
            <a:off x="9630508" y="1565228"/>
            <a:ext cx="2225360" cy="1427900"/>
            <a:chOff x="4983320" y="2713548"/>
            <a:chExt cx="2425909" cy="1427900"/>
          </a:xfrm>
        </p:grpSpPr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ABE3D941-D463-2697-BF06-105BD933C6D8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2713548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68BBC40E-987D-D4A8-C366-5A0AA0AA3BC3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3070523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B93FD98E-14F0-EFAE-47E6-21C21C2E5B8D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3427498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D1DBEDC7-689E-2A10-D170-08CA7E2CBC1A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3784473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59027242-F3D2-7BC2-5C45-D8325074B722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4141448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722DB149-C958-7DE2-4795-543705188DB5}"/>
              </a:ext>
            </a:extLst>
          </p:cNvPr>
          <p:cNvGrpSpPr/>
          <p:nvPr/>
        </p:nvGrpSpPr>
        <p:grpSpPr>
          <a:xfrm rot="16200000">
            <a:off x="9629340" y="1526477"/>
            <a:ext cx="2225360" cy="1427900"/>
            <a:chOff x="4983320" y="2713548"/>
            <a:chExt cx="2425909" cy="1427900"/>
          </a:xfrm>
        </p:grpSpPr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486C5FD3-E980-630D-A562-CE64F13F26D0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2713548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4F8C4A6F-07AE-70F4-CE33-6F047A206FD1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3070523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31D89CF3-26DD-0576-5C44-58402B20D29A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3427498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FEF5B989-A404-AD53-5F55-1B94120AB5E6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3784473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36BA5610-9F62-4178-A818-5EFE7A0B28ED}"/>
                </a:ext>
              </a:extLst>
            </p:cNvPr>
            <p:cNvCxnSpPr>
              <a:cxnSpLocks/>
            </p:cNvCxnSpPr>
            <p:nvPr/>
          </p:nvCxnSpPr>
          <p:spPr>
            <a:xfrm>
              <a:off x="4983320" y="4141448"/>
              <a:ext cx="2425909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995D517-D5EF-A966-9D0D-32FC1289A168}"/>
              </a:ext>
            </a:extLst>
          </p:cNvPr>
          <p:cNvSpPr txBox="1"/>
          <p:nvPr/>
        </p:nvSpPr>
        <p:spPr>
          <a:xfrm>
            <a:off x="9334444" y="13805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5A470D1-54CD-4D74-87B9-2A4DCD0C85E1}"/>
              </a:ext>
            </a:extLst>
          </p:cNvPr>
          <p:cNvSpPr txBox="1"/>
          <p:nvPr/>
        </p:nvSpPr>
        <p:spPr>
          <a:xfrm>
            <a:off x="9334444" y="20960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B13C4F1-41F8-007D-8203-BD77D8316F2A}"/>
              </a:ext>
            </a:extLst>
          </p:cNvPr>
          <p:cNvSpPr txBox="1"/>
          <p:nvPr/>
        </p:nvSpPr>
        <p:spPr>
          <a:xfrm>
            <a:off x="9334444" y="28084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3A8F8D8A-881B-87F4-EEAE-AE1A57705FBE}"/>
              </a:ext>
            </a:extLst>
          </p:cNvPr>
          <p:cNvGrpSpPr/>
          <p:nvPr/>
        </p:nvGrpSpPr>
        <p:grpSpPr>
          <a:xfrm>
            <a:off x="5442872" y="1772974"/>
            <a:ext cx="620836" cy="461791"/>
            <a:chOff x="1393258" y="3140968"/>
            <a:chExt cx="752455" cy="559692"/>
          </a:xfrm>
        </p:grpSpPr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34E42BB2-A803-426D-5BB0-AE2A2AA557EE}"/>
                </a:ext>
              </a:extLst>
            </p:cNvPr>
            <p:cNvSpPr/>
            <p:nvPr/>
          </p:nvSpPr>
          <p:spPr>
            <a:xfrm>
              <a:off x="1477789" y="3140968"/>
              <a:ext cx="586219" cy="55969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2664684E-7946-B196-EF6C-9AC57EE122CB}"/>
                </a:ext>
              </a:extLst>
            </p:cNvPr>
            <p:cNvSpPr/>
            <p:nvPr/>
          </p:nvSpPr>
          <p:spPr>
            <a:xfrm>
              <a:off x="2064009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03C5AF2A-C0E0-426E-6AD9-1F598E8B4D5C}"/>
                </a:ext>
              </a:extLst>
            </p:cNvPr>
            <p:cNvSpPr/>
            <p:nvPr/>
          </p:nvSpPr>
          <p:spPr>
            <a:xfrm>
              <a:off x="1393258" y="3167675"/>
              <a:ext cx="81704" cy="52265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7F6987F-95D6-8416-EB51-DED72C48752C}"/>
              </a:ext>
            </a:extLst>
          </p:cNvPr>
          <p:cNvSpPr txBox="1"/>
          <p:nvPr/>
        </p:nvSpPr>
        <p:spPr>
          <a:xfrm>
            <a:off x="9877640" y="33138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73A3462-BF52-8DFB-DC0F-3B47A53227F6}"/>
              </a:ext>
            </a:extLst>
          </p:cNvPr>
          <p:cNvSpPr txBox="1"/>
          <p:nvPr/>
        </p:nvSpPr>
        <p:spPr>
          <a:xfrm>
            <a:off x="10593146" y="33283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0C5B98A-FBC1-676F-FC98-E46B15B7E194}"/>
              </a:ext>
            </a:extLst>
          </p:cNvPr>
          <p:cNvSpPr txBox="1"/>
          <p:nvPr/>
        </p:nvSpPr>
        <p:spPr>
          <a:xfrm>
            <a:off x="11305929" y="33283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CE219ED3-7BEC-01DB-A11B-D21058B4DF90}"/>
              </a:ext>
            </a:extLst>
          </p:cNvPr>
          <p:cNvSpPr/>
          <p:nvPr/>
        </p:nvSpPr>
        <p:spPr>
          <a:xfrm>
            <a:off x="9877640" y="2839445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D1F9FF1B-BFC0-ED86-E700-162ACEC4EB86}"/>
              </a:ext>
            </a:extLst>
          </p:cNvPr>
          <p:cNvSpPr/>
          <p:nvPr/>
        </p:nvSpPr>
        <p:spPr>
          <a:xfrm>
            <a:off x="10589504" y="2839445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9E298A56-7C5C-E183-9043-E3DD886FB257}"/>
              </a:ext>
            </a:extLst>
          </p:cNvPr>
          <p:cNvSpPr/>
          <p:nvPr/>
        </p:nvSpPr>
        <p:spPr>
          <a:xfrm>
            <a:off x="11302287" y="2839445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DB7B00E-A342-BAA1-223F-7BB317CB8868}"/>
              </a:ext>
            </a:extLst>
          </p:cNvPr>
          <p:cNvSpPr/>
          <p:nvPr/>
        </p:nvSpPr>
        <p:spPr>
          <a:xfrm>
            <a:off x="9877640" y="2126997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969C1C95-5CB5-4A90-24D4-B7939AC0D748}"/>
              </a:ext>
            </a:extLst>
          </p:cNvPr>
          <p:cNvSpPr/>
          <p:nvPr/>
        </p:nvSpPr>
        <p:spPr>
          <a:xfrm>
            <a:off x="10589504" y="2126997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3F25FD71-384B-DB9B-4C3B-1EC54445AF10}"/>
              </a:ext>
            </a:extLst>
          </p:cNvPr>
          <p:cNvSpPr/>
          <p:nvPr/>
        </p:nvSpPr>
        <p:spPr>
          <a:xfrm>
            <a:off x="11302287" y="2126997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24371FDE-3154-C7DC-35A2-B0B37B5B77A5}"/>
              </a:ext>
            </a:extLst>
          </p:cNvPr>
          <p:cNvSpPr/>
          <p:nvPr/>
        </p:nvSpPr>
        <p:spPr>
          <a:xfrm>
            <a:off x="9877640" y="1410044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610BECC4-127B-5943-2E30-AD6FE5A1BB0E}"/>
              </a:ext>
            </a:extLst>
          </p:cNvPr>
          <p:cNvSpPr/>
          <p:nvPr/>
        </p:nvSpPr>
        <p:spPr>
          <a:xfrm>
            <a:off x="10589504" y="1410044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8BD51791-61F4-CB11-DAA8-33DC67BD2773}"/>
              </a:ext>
            </a:extLst>
          </p:cNvPr>
          <p:cNvSpPr/>
          <p:nvPr/>
        </p:nvSpPr>
        <p:spPr>
          <a:xfrm>
            <a:off x="11302287" y="1410044"/>
            <a:ext cx="307366" cy="30736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5BF66BF0-ED6F-D7DA-8A53-A8E141E97D93}"/>
              </a:ext>
            </a:extLst>
          </p:cNvPr>
          <p:cNvGrpSpPr/>
          <p:nvPr/>
        </p:nvGrpSpPr>
        <p:grpSpPr>
          <a:xfrm>
            <a:off x="5577398" y="1278208"/>
            <a:ext cx="356475" cy="299332"/>
            <a:chOff x="-528736" y="545929"/>
            <a:chExt cx="432048" cy="362791"/>
          </a:xfrm>
        </p:grpSpPr>
        <p:sp>
          <p:nvSpPr>
            <p:cNvPr id="50" name="楕円 49">
              <a:extLst>
                <a:ext uri="{FF2B5EF4-FFF2-40B4-BE49-F238E27FC236}">
                  <a16:creationId xmlns:a16="http://schemas.microsoft.com/office/drawing/2014/main" id="{DA6B635C-61F3-3CDD-E942-77143E6465F0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1" name="楕円 50">
              <a:extLst>
                <a:ext uri="{FF2B5EF4-FFF2-40B4-BE49-F238E27FC236}">
                  <a16:creationId xmlns:a16="http://schemas.microsoft.com/office/drawing/2014/main" id="{1D371FA9-F71F-7ADC-F660-73BAD30A98AA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2" name="二等辺三角形 51">
              <a:extLst>
                <a:ext uri="{FF2B5EF4-FFF2-40B4-BE49-F238E27FC236}">
                  <a16:creationId xmlns:a16="http://schemas.microsoft.com/office/drawing/2014/main" id="{5D7B98A2-A81F-FA3D-5A9F-5A837DBABFEE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38B1E6A4-53E2-F396-FF42-13BC319125BB}"/>
              </a:ext>
            </a:extLst>
          </p:cNvPr>
          <p:cNvGrpSpPr/>
          <p:nvPr/>
        </p:nvGrpSpPr>
        <p:grpSpPr>
          <a:xfrm>
            <a:off x="5577398" y="2444822"/>
            <a:ext cx="356475" cy="299332"/>
            <a:chOff x="-528736" y="545929"/>
            <a:chExt cx="432048" cy="362791"/>
          </a:xfrm>
        </p:grpSpPr>
        <p:sp>
          <p:nvSpPr>
            <p:cNvPr id="54" name="楕円 53">
              <a:extLst>
                <a:ext uri="{FF2B5EF4-FFF2-40B4-BE49-F238E27FC236}">
                  <a16:creationId xmlns:a16="http://schemas.microsoft.com/office/drawing/2014/main" id="{8538CDE7-8512-D9D7-F585-581B2F39E1D9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5" name="楕円 54">
              <a:extLst>
                <a:ext uri="{FF2B5EF4-FFF2-40B4-BE49-F238E27FC236}">
                  <a16:creationId xmlns:a16="http://schemas.microsoft.com/office/drawing/2014/main" id="{8D727B57-5ED9-F312-F1E2-E1DA0B9EFF3A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6" name="二等辺三角形 55">
              <a:extLst>
                <a:ext uri="{FF2B5EF4-FFF2-40B4-BE49-F238E27FC236}">
                  <a16:creationId xmlns:a16="http://schemas.microsoft.com/office/drawing/2014/main" id="{838FC8B9-3D8E-AA72-E7B3-4C7CA1484B23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20FB8D16-2E61-3447-2294-EEF928175D66}"/>
              </a:ext>
            </a:extLst>
          </p:cNvPr>
          <p:cNvGrpSpPr/>
          <p:nvPr/>
        </p:nvGrpSpPr>
        <p:grpSpPr>
          <a:xfrm>
            <a:off x="5577398" y="1861515"/>
            <a:ext cx="356475" cy="299332"/>
            <a:chOff x="-528736" y="545929"/>
            <a:chExt cx="432048" cy="362791"/>
          </a:xfrm>
        </p:grpSpPr>
        <p:sp>
          <p:nvSpPr>
            <p:cNvPr id="58" name="楕円 57">
              <a:extLst>
                <a:ext uri="{FF2B5EF4-FFF2-40B4-BE49-F238E27FC236}">
                  <a16:creationId xmlns:a16="http://schemas.microsoft.com/office/drawing/2014/main" id="{CCFB21AC-1B43-5297-0DF7-7D91A62BD9CE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59" name="楕円 58">
              <a:extLst>
                <a:ext uri="{FF2B5EF4-FFF2-40B4-BE49-F238E27FC236}">
                  <a16:creationId xmlns:a16="http://schemas.microsoft.com/office/drawing/2014/main" id="{AFD90C7D-E912-42EA-CBAC-A28870A621EF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60" name="二等辺三角形 59">
              <a:extLst>
                <a:ext uri="{FF2B5EF4-FFF2-40B4-BE49-F238E27FC236}">
                  <a16:creationId xmlns:a16="http://schemas.microsoft.com/office/drawing/2014/main" id="{23D268D7-19D9-A091-F9CC-28DB52D9161B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A25EA57-0926-625C-F0EE-D702E6849C0A}"/>
              </a:ext>
            </a:extLst>
          </p:cNvPr>
          <p:cNvGrpSpPr/>
          <p:nvPr/>
        </p:nvGrpSpPr>
        <p:grpSpPr>
          <a:xfrm>
            <a:off x="5577398" y="3028128"/>
            <a:ext cx="356475" cy="299332"/>
            <a:chOff x="-528736" y="545929"/>
            <a:chExt cx="432048" cy="362791"/>
          </a:xfrm>
        </p:grpSpPr>
        <p:sp>
          <p:nvSpPr>
            <p:cNvPr id="62" name="楕円 61">
              <a:extLst>
                <a:ext uri="{FF2B5EF4-FFF2-40B4-BE49-F238E27FC236}">
                  <a16:creationId xmlns:a16="http://schemas.microsoft.com/office/drawing/2014/main" id="{8EC1CE9E-9B3A-373A-82ED-1AE58E57CFEB}"/>
                </a:ext>
              </a:extLst>
            </p:cNvPr>
            <p:cNvSpPr/>
            <p:nvPr/>
          </p:nvSpPr>
          <p:spPr>
            <a:xfrm>
              <a:off x="-528736" y="692696"/>
              <a:ext cx="432048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D2AA3945-4C17-C0E3-5D9B-83200CC4E665}"/>
                </a:ext>
              </a:extLst>
            </p:cNvPr>
            <p:cNvSpPr/>
            <p:nvPr/>
          </p:nvSpPr>
          <p:spPr>
            <a:xfrm>
              <a:off x="-405033" y="692696"/>
              <a:ext cx="184641" cy="21602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64" name="二等辺三角形 63">
              <a:extLst>
                <a:ext uri="{FF2B5EF4-FFF2-40B4-BE49-F238E27FC236}">
                  <a16:creationId xmlns:a16="http://schemas.microsoft.com/office/drawing/2014/main" id="{D931C8E7-E6DB-341C-D4E8-66953CCF2053}"/>
                </a:ext>
              </a:extLst>
            </p:cNvPr>
            <p:cNvSpPr/>
            <p:nvPr/>
          </p:nvSpPr>
          <p:spPr>
            <a:xfrm>
              <a:off x="-364409" y="545929"/>
              <a:ext cx="103391" cy="15706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E9EE211B-59A0-F33A-DB98-FE5B9208CEDD}"/>
              </a:ext>
            </a:extLst>
          </p:cNvPr>
          <p:cNvSpPr txBox="1"/>
          <p:nvPr/>
        </p:nvSpPr>
        <p:spPr>
          <a:xfrm>
            <a:off x="6198730" y="1115409"/>
            <a:ext cx="2145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Patient A </a:t>
            </a:r>
          </a:p>
          <a:p>
            <a:r>
              <a:rPr lang="en-US" altLang="ja-JP" sz="1400" dirty="0"/>
              <a:t>with wheelchair and </a:t>
            </a:r>
            <a:r>
              <a:rPr lang="en-US" altLang="ja-JP" sz="1400" dirty="0" err="1"/>
              <a:t>ivPole</a:t>
            </a:r>
            <a:endParaRPr kumimoji="1" lang="ja-JP" altLang="en-US" sz="14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7E0BF3-B782-5223-6D5F-E5BA570B0B28}"/>
              </a:ext>
            </a:extLst>
          </p:cNvPr>
          <p:cNvSpPr txBox="1"/>
          <p:nvPr/>
        </p:nvSpPr>
        <p:spPr>
          <a:xfrm>
            <a:off x="6198730" y="1690222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Patient B </a:t>
            </a:r>
          </a:p>
          <a:p>
            <a:r>
              <a:rPr lang="en-US" altLang="ja-JP" sz="1400" dirty="0"/>
              <a:t>with wheelchair</a:t>
            </a:r>
            <a:endParaRPr kumimoji="1" lang="ja-JP" altLang="en-US" sz="1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7170443A-CD99-C991-FCA3-D8CB91F4459D}"/>
              </a:ext>
            </a:extLst>
          </p:cNvPr>
          <p:cNvSpPr txBox="1"/>
          <p:nvPr/>
        </p:nvSpPr>
        <p:spPr>
          <a:xfrm>
            <a:off x="6198730" y="2274997"/>
            <a:ext cx="17171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Patient C </a:t>
            </a:r>
          </a:p>
          <a:p>
            <a:r>
              <a:rPr lang="en-US" altLang="ja-JP" sz="1400" dirty="0"/>
              <a:t>with no specific risks</a:t>
            </a:r>
            <a:endParaRPr kumimoji="1" lang="ja-JP" altLang="en-US" sz="14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084E30B-0AE3-E8DE-BF03-AFBD458F84F9}"/>
              </a:ext>
            </a:extLst>
          </p:cNvPr>
          <p:cNvSpPr txBox="1"/>
          <p:nvPr/>
        </p:nvSpPr>
        <p:spPr>
          <a:xfrm>
            <a:off x="6198730" y="299312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Nurse</a:t>
            </a:r>
            <a:endParaRPr kumimoji="1" lang="ja-JP" altLang="en-US" sz="1400" dirty="0"/>
          </a:p>
        </p:txBody>
      </p:sp>
      <p:sp>
        <p:nvSpPr>
          <p:cNvPr id="78" name="矢印: 右 77">
            <a:extLst>
              <a:ext uri="{FF2B5EF4-FFF2-40B4-BE49-F238E27FC236}">
                <a16:creationId xmlns:a16="http://schemas.microsoft.com/office/drawing/2014/main" id="{B91B5395-DB7A-BDF6-0B26-626BE69C19EA}"/>
              </a:ext>
            </a:extLst>
          </p:cNvPr>
          <p:cNvSpPr/>
          <p:nvPr/>
        </p:nvSpPr>
        <p:spPr>
          <a:xfrm>
            <a:off x="8441633" y="1870989"/>
            <a:ext cx="595096" cy="694928"/>
          </a:xfrm>
          <a:prstGeom prst="rightArrow">
            <a:avLst>
              <a:gd name="adj1" fmla="val 33896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64DE7B0-B854-C5DD-D2C2-D9B596C5777F}"/>
              </a:ext>
            </a:extLst>
          </p:cNvPr>
          <p:cNvSpPr txBox="1"/>
          <p:nvPr/>
        </p:nvSpPr>
        <p:spPr>
          <a:xfrm>
            <a:off x="8103702" y="256162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3×</a:t>
            </a:r>
            <a:r>
              <a:rPr kumimoji="1" lang="en-US" altLang="ja-JP" baseline="-25000" dirty="0"/>
              <a:t>9</a:t>
            </a:r>
            <a:r>
              <a:rPr kumimoji="1" lang="en-US" altLang="ja-JP" dirty="0"/>
              <a:t>P</a:t>
            </a:r>
            <a:r>
              <a:rPr kumimoji="1" lang="en-US" altLang="ja-JP" baseline="-25000" dirty="0"/>
              <a:t>4</a:t>
            </a:r>
            <a:r>
              <a:rPr kumimoji="1" lang="en-US" altLang="ja-JP" dirty="0"/>
              <a:t> trials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58688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F3D410-B541-BC4C-19BD-396CF5F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通知アルゴリズム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08DCA6-ABC3-DE97-359D-B2C40784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79</a:t>
            </a:fld>
            <a:endParaRPr lang="ja-JP" altLang="en-US"/>
          </a:p>
        </p:txBody>
      </p:sp>
      <p:pic>
        <p:nvPicPr>
          <p:cNvPr id="25" name="図 24" descr="グラフ, 折れ線グラフ&#10;&#10;自動的に生成された説明">
            <a:extLst>
              <a:ext uri="{FF2B5EF4-FFF2-40B4-BE49-F238E27FC236}">
                <a16:creationId xmlns:a16="http://schemas.microsoft.com/office/drawing/2014/main" id="{775601D9-2818-D2B1-EA6C-4BF2373F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77"/>
          <a:stretch/>
        </p:blipFill>
        <p:spPr>
          <a:xfrm>
            <a:off x="6647070" y="3991020"/>
            <a:ext cx="4851400" cy="2863067"/>
          </a:xfrm>
          <a:prstGeom prst="rect">
            <a:avLst/>
          </a:prstGeom>
        </p:spPr>
      </p:pic>
      <p:sp>
        <p:nvSpPr>
          <p:cNvPr id="26" name="吹き出し: 四角形 25">
            <a:extLst>
              <a:ext uri="{FF2B5EF4-FFF2-40B4-BE49-F238E27FC236}">
                <a16:creationId xmlns:a16="http://schemas.microsoft.com/office/drawing/2014/main" id="{626DA27F-3B44-44F8-226F-4B4299965A27}"/>
              </a:ext>
            </a:extLst>
          </p:cNvPr>
          <p:cNvSpPr/>
          <p:nvPr/>
        </p:nvSpPr>
        <p:spPr>
          <a:xfrm>
            <a:off x="6529918" y="103586"/>
            <a:ext cx="4968552" cy="3660967"/>
          </a:xfrm>
          <a:prstGeom prst="wedgeRectCallout">
            <a:avLst>
              <a:gd name="adj1" fmla="val -3465"/>
              <a:gd name="adj2" fmla="val 6562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吹き出し: 四角形 43">
            <a:extLst>
              <a:ext uri="{FF2B5EF4-FFF2-40B4-BE49-F238E27FC236}">
                <a16:creationId xmlns:a16="http://schemas.microsoft.com/office/drawing/2014/main" id="{1B629BBB-BF71-24DF-5674-78BFB9BB618B}"/>
              </a:ext>
            </a:extLst>
          </p:cNvPr>
          <p:cNvSpPr/>
          <p:nvPr/>
        </p:nvSpPr>
        <p:spPr>
          <a:xfrm>
            <a:off x="3482419" y="2403642"/>
            <a:ext cx="2700533" cy="884526"/>
          </a:xfrm>
          <a:prstGeom prst="wedgeRectCallout">
            <a:avLst>
              <a:gd name="adj1" fmla="val -9279"/>
              <a:gd name="adj2" fmla="val 7606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80F5820-D0F5-C884-5C0F-3E80F27C33FF}"/>
              </a:ext>
            </a:extLst>
          </p:cNvPr>
          <p:cNvSpPr/>
          <p:nvPr/>
        </p:nvSpPr>
        <p:spPr>
          <a:xfrm>
            <a:off x="7610038" y="3422117"/>
            <a:ext cx="1224135" cy="227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BA3841F-58AA-C7C3-FC70-E1BC8C48C15D}"/>
              </a:ext>
            </a:extLst>
          </p:cNvPr>
          <p:cNvSpPr/>
          <p:nvPr/>
        </p:nvSpPr>
        <p:spPr>
          <a:xfrm>
            <a:off x="9183025" y="3421771"/>
            <a:ext cx="1091309" cy="2275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BFFEB68-33AC-9CA1-7490-113B82DEDBCD}"/>
              </a:ext>
            </a:extLst>
          </p:cNvPr>
          <p:cNvSpPr txBox="1"/>
          <p:nvPr/>
        </p:nvSpPr>
        <p:spPr>
          <a:xfrm>
            <a:off x="6406807" y="3400728"/>
            <a:ext cx="5242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/>
              <a:t>『</a:t>
            </a:r>
            <a:r>
              <a:rPr kumimoji="1" lang="ja-JP" altLang="en-US" sz="1400" b="1" dirty="0"/>
              <a:t>♬ </a:t>
            </a:r>
            <a:r>
              <a:rPr kumimoji="1" lang="en-US" altLang="ja-JP" sz="1400" b="1" dirty="0"/>
              <a:t>B</a:t>
            </a:r>
            <a:r>
              <a:rPr kumimoji="1" lang="ja-JP" altLang="en-US" sz="1400" b="1" dirty="0"/>
              <a:t>さんが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点滴をしている</a:t>
            </a:r>
            <a:r>
              <a:rPr kumimoji="1" lang="ja-JP" altLang="en-US" sz="1400" b="1" dirty="0"/>
              <a:t>のに</a:t>
            </a:r>
            <a:r>
              <a:rPr kumimoji="1" lang="ja-JP" altLang="en-US" sz="1400" b="1" dirty="0">
                <a:solidFill>
                  <a:schemeClr val="accent2"/>
                </a:solidFill>
              </a:rPr>
              <a:t>立ち上がった</a:t>
            </a:r>
            <a:r>
              <a:rPr kumimoji="1" lang="ja-JP" altLang="en-US" sz="1400" b="1" dirty="0"/>
              <a:t>ので危険です</a:t>
            </a:r>
            <a:r>
              <a:rPr lang="en-US" altLang="ja-JP" sz="1400" b="1" dirty="0"/>
              <a:t>』</a:t>
            </a:r>
            <a:endParaRPr kumimoji="1" lang="ja-JP" altLang="en-US" sz="1400" b="1" dirty="0"/>
          </a:p>
        </p:txBody>
      </p:sp>
      <p:graphicFrame>
        <p:nvGraphicFramePr>
          <p:cNvPr id="30" name="表 29">
            <a:extLst>
              <a:ext uri="{FF2B5EF4-FFF2-40B4-BE49-F238E27FC236}">
                <a16:creationId xmlns:a16="http://schemas.microsoft.com/office/drawing/2014/main" id="{1212F74D-4A12-2B07-7E47-DEC569B91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069310"/>
              </p:ext>
            </p:extLst>
          </p:nvPr>
        </p:nvGraphicFramePr>
        <p:xfrm>
          <a:off x="6601927" y="2113234"/>
          <a:ext cx="2430232" cy="1167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575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1160657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Static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Difference between patients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Objects (iv Pole)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0.12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Attribution (Patient)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0.01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graphicFrame>
        <p:nvGraphicFramePr>
          <p:cNvPr id="31" name="表 30">
            <a:extLst>
              <a:ext uri="{FF2B5EF4-FFF2-40B4-BE49-F238E27FC236}">
                <a16:creationId xmlns:a16="http://schemas.microsoft.com/office/drawing/2014/main" id="{275D83E6-1246-0DBB-DD52-AE5671CBB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093906"/>
              </p:ext>
            </p:extLst>
          </p:nvPr>
        </p:nvGraphicFramePr>
        <p:xfrm>
          <a:off x="9104168" y="2106878"/>
          <a:ext cx="2316593" cy="117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522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1174071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41372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4"/>
                          </a:solidFill>
                        </a:rPr>
                        <a:t>Dynamic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Correlation with total risk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253400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Stand up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0.99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25340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25340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Move wheelchair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0.01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C91FCBE-6582-1E05-49B7-A50FF0C1B148}"/>
              </a:ext>
            </a:extLst>
          </p:cNvPr>
          <p:cNvSpPr/>
          <p:nvPr/>
        </p:nvSpPr>
        <p:spPr>
          <a:xfrm>
            <a:off x="6918546" y="3421771"/>
            <a:ext cx="504056" cy="22758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7C92CFA-B64E-93D8-972C-F4D5063498E1}"/>
              </a:ext>
            </a:extLst>
          </p:cNvPr>
          <p:cNvSpPr/>
          <p:nvPr/>
        </p:nvSpPr>
        <p:spPr>
          <a:xfrm>
            <a:off x="7771882" y="4293096"/>
            <a:ext cx="157570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39786819-D740-8ED9-6397-696568E2201D}"/>
              </a:ext>
            </a:extLst>
          </p:cNvPr>
          <p:cNvCxnSpPr>
            <a:cxnSpLocks/>
          </p:cNvCxnSpPr>
          <p:nvPr/>
        </p:nvCxnSpPr>
        <p:spPr>
          <a:xfrm>
            <a:off x="8840405" y="3991020"/>
            <a:ext cx="0" cy="24172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図 34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3896B7C6-8323-801B-DDF1-D4892529F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926" y="264564"/>
            <a:ext cx="2564904" cy="1709936"/>
          </a:xfrm>
          <a:prstGeom prst="rect">
            <a:avLst/>
          </a:prstGeom>
        </p:spPr>
      </p:pic>
      <p:pic>
        <p:nvPicPr>
          <p:cNvPr id="36" name="図 35" descr="グラフ, 折れ線グラフ&#10;&#10;自動的に生成された説明">
            <a:extLst>
              <a:ext uri="{FF2B5EF4-FFF2-40B4-BE49-F238E27FC236}">
                <a16:creationId xmlns:a16="http://schemas.microsoft.com/office/drawing/2014/main" id="{16AB144D-A939-D7F2-1A17-9E422A17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5" r="38186"/>
          <a:stretch/>
        </p:blipFill>
        <p:spPr>
          <a:xfrm>
            <a:off x="9015098" y="194418"/>
            <a:ext cx="1434635" cy="1382857"/>
          </a:xfrm>
          <a:prstGeom prst="rect">
            <a:avLst/>
          </a:prstGeom>
        </p:spPr>
      </p:pic>
      <p:pic>
        <p:nvPicPr>
          <p:cNvPr id="37" name="図 36" descr="グラフ, 折れ線グラフ&#10;&#10;自動的に生成された説明">
            <a:extLst>
              <a:ext uri="{FF2B5EF4-FFF2-40B4-BE49-F238E27FC236}">
                <a16:creationId xmlns:a16="http://schemas.microsoft.com/office/drawing/2014/main" id="{C1147DFF-A665-FA86-D01C-0615B27D8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1" r="37841"/>
          <a:stretch/>
        </p:blipFill>
        <p:spPr>
          <a:xfrm>
            <a:off x="10129455" y="857900"/>
            <a:ext cx="1291306" cy="1222468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3A0B7A3-63CD-14C4-5250-6A1D057CEDAE}"/>
              </a:ext>
            </a:extLst>
          </p:cNvPr>
          <p:cNvSpPr txBox="1"/>
          <p:nvPr/>
        </p:nvSpPr>
        <p:spPr>
          <a:xfrm>
            <a:off x="10372395" y="845452"/>
            <a:ext cx="7314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b="1" dirty="0">
                <a:solidFill>
                  <a:schemeClr val="accent2"/>
                </a:solidFill>
              </a:rPr>
              <a:t>Stand up</a:t>
            </a:r>
            <a:endParaRPr kumimoji="1" lang="ja-JP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39" name="フリーフォーム: 図形 38">
            <a:extLst>
              <a:ext uri="{FF2B5EF4-FFF2-40B4-BE49-F238E27FC236}">
                <a16:creationId xmlns:a16="http://schemas.microsoft.com/office/drawing/2014/main" id="{A39DF98D-41F9-27B0-ECE7-64F40046474F}"/>
              </a:ext>
            </a:extLst>
          </p:cNvPr>
          <p:cNvSpPr/>
          <p:nvPr/>
        </p:nvSpPr>
        <p:spPr>
          <a:xfrm>
            <a:off x="10501873" y="1174750"/>
            <a:ext cx="476250" cy="558800"/>
          </a:xfrm>
          <a:custGeom>
            <a:avLst/>
            <a:gdLst>
              <a:gd name="connsiteX0" fmla="*/ 0 w 476250"/>
              <a:gd name="connsiteY0" fmla="*/ 558800 h 558800"/>
              <a:gd name="connsiteX1" fmla="*/ 330200 w 476250"/>
              <a:gd name="connsiteY1" fmla="*/ 361950 h 558800"/>
              <a:gd name="connsiteX2" fmla="*/ 476250 w 476250"/>
              <a:gd name="connsiteY2" fmla="*/ 0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558800">
                <a:moveTo>
                  <a:pt x="0" y="558800"/>
                </a:moveTo>
                <a:cubicBezTo>
                  <a:pt x="125412" y="506941"/>
                  <a:pt x="250825" y="455083"/>
                  <a:pt x="330200" y="361950"/>
                </a:cubicBezTo>
                <a:cubicBezTo>
                  <a:pt x="409575" y="268817"/>
                  <a:pt x="442912" y="134408"/>
                  <a:pt x="47625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AC540425-F312-2AB8-3399-ADD1161EF512}"/>
              </a:ext>
            </a:extLst>
          </p:cNvPr>
          <p:cNvSpPr/>
          <p:nvPr/>
        </p:nvSpPr>
        <p:spPr>
          <a:xfrm>
            <a:off x="9554508" y="431524"/>
            <a:ext cx="476250" cy="558800"/>
          </a:xfrm>
          <a:custGeom>
            <a:avLst/>
            <a:gdLst>
              <a:gd name="connsiteX0" fmla="*/ 0 w 476250"/>
              <a:gd name="connsiteY0" fmla="*/ 558800 h 558800"/>
              <a:gd name="connsiteX1" fmla="*/ 330200 w 476250"/>
              <a:gd name="connsiteY1" fmla="*/ 361950 h 558800"/>
              <a:gd name="connsiteX2" fmla="*/ 476250 w 476250"/>
              <a:gd name="connsiteY2" fmla="*/ 0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558800">
                <a:moveTo>
                  <a:pt x="0" y="558800"/>
                </a:moveTo>
                <a:cubicBezTo>
                  <a:pt x="125412" y="506941"/>
                  <a:pt x="250825" y="455083"/>
                  <a:pt x="330200" y="361950"/>
                </a:cubicBezTo>
                <a:cubicBezTo>
                  <a:pt x="409575" y="268817"/>
                  <a:pt x="442912" y="134408"/>
                  <a:pt x="47625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E46689B-7AA5-008A-57CE-581521557501}"/>
              </a:ext>
            </a:extLst>
          </p:cNvPr>
          <p:cNvCxnSpPr>
            <a:cxnSpLocks/>
          </p:cNvCxnSpPr>
          <p:nvPr/>
        </p:nvCxnSpPr>
        <p:spPr>
          <a:xfrm>
            <a:off x="9072746" y="194418"/>
            <a:ext cx="0" cy="3090566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A972B37-8063-62C6-82BD-3D82F9936AF5}"/>
              </a:ext>
            </a:extLst>
          </p:cNvPr>
          <p:cNvCxnSpPr>
            <a:cxnSpLocks/>
          </p:cNvCxnSpPr>
          <p:nvPr/>
        </p:nvCxnSpPr>
        <p:spPr>
          <a:xfrm>
            <a:off x="7451767" y="535959"/>
            <a:ext cx="0" cy="1041316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17A7F63-68A2-95C5-395C-522058645C5C}"/>
              </a:ext>
            </a:extLst>
          </p:cNvPr>
          <p:cNvSpPr txBox="1"/>
          <p:nvPr/>
        </p:nvSpPr>
        <p:spPr>
          <a:xfrm>
            <a:off x="9687124" y="145216"/>
            <a:ext cx="885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b="1" dirty="0">
                <a:solidFill>
                  <a:schemeClr val="accent2"/>
                </a:solidFill>
              </a:rPr>
              <a:t>Total risk</a:t>
            </a:r>
            <a:endParaRPr kumimoji="1" lang="ja-JP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719672-8F64-4512-7F4B-AAB90B53BF58}"/>
              </a:ext>
            </a:extLst>
          </p:cNvPr>
          <p:cNvSpPr/>
          <p:nvPr/>
        </p:nvSpPr>
        <p:spPr>
          <a:xfrm>
            <a:off x="4512498" y="2628484"/>
            <a:ext cx="1224135" cy="227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43B577-ACB0-86E9-C446-381DCBFFAEF8}"/>
              </a:ext>
            </a:extLst>
          </p:cNvPr>
          <p:cNvSpPr/>
          <p:nvPr/>
        </p:nvSpPr>
        <p:spPr>
          <a:xfrm>
            <a:off x="3628194" y="2845905"/>
            <a:ext cx="1091309" cy="2275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DA4DBB-8ACF-1B2C-336C-BA91A6F3CD7D}"/>
              </a:ext>
            </a:extLst>
          </p:cNvPr>
          <p:cNvSpPr txBox="1"/>
          <p:nvPr/>
        </p:nvSpPr>
        <p:spPr>
          <a:xfrm>
            <a:off x="3309267" y="2607095"/>
            <a:ext cx="2933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b="1" dirty="0"/>
              <a:t>『</a:t>
            </a:r>
            <a:r>
              <a:rPr kumimoji="1" lang="ja-JP" altLang="en-US" sz="1400" b="1" dirty="0"/>
              <a:t>♬ </a:t>
            </a:r>
            <a:r>
              <a:rPr kumimoji="1" lang="en-US" altLang="ja-JP" sz="1400" b="1" dirty="0"/>
              <a:t>B</a:t>
            </a:r>
            <a:r>
              <a:rPr kumimoji="1" lang="ja-JP" altLang="en-US" sz="1400" b="1" dirty="0"/>
              <a:t>さんが</a:t>
            </a:r>
            <a:r>
              <a:rPr kumimoji="1" lang="ja-JP" altLang="en-US" sz="1400" b="1" dirty="0">
                <a:solidFill>
                  <a:srgbClr val="FF0000"/>
                </a:solidFill>
              </a:rPr>
              <a:t>点滴をしている</a:t>
            </a:r>
            <a:r>
              <a:rPr kumimoji="1" lang="ja-JP" altLang="en-US" sz="1400" b="1" dirty="0"/>
              <a:t>のに</a:t>
            </a:r>
            <a:r>
              <a:rPr kumimoji="1" lang="ja-JP" altLang="en-US" sz="1400" b="1" dirty="0">
                <a:solidFill>
                  <a:schemeClr val="accent2"/>
                </a:solidFill>
              </a:rPr>
              <a:t>立ち上がった</a:t>
            </a:r>
            <a:r>
              <a:rPr kumimoji="1" lang="ja-JP" altLang="en-US" sz="1400" b="1" dirty="0"/>
              <a:t>ので危険です</a:t>
            </a:r>
            <a:r>
              <a:rPr lang="en-US" altLang="ja-JP" sz="1400" b="1" dirty="0"/>
              <a:t>』</a:t>
            </a:r>
            <a:endParaRPr kumimoji="1" lang="ja-JP" altLang="en-US" sz="1400" b="1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C994152-3129-7BF1-B06B-B0D814FC2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46055"/>
              </p:ext>
            </p:extLst>
          </p:nvPr>
        </p:nvGraphicFramePr>
        <p:xfrm>
          <a:off x="-1509567" y="4100507"/>
          <a:ext cx="2430232" cy="1167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575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1160657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Static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Difference between patients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Objects (iv Pole)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rgbClr val="FF0000"/>
                          </a:solidFill>
                        </a:rPr>
                        <a:t>0.12</a:t>
                      </a:r>
                      <a:endParaRPr kumimoji="1" lang="ja-JP" altLang="en-US" sz="105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Attribution (Patient)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0.01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61B81F98-98E7-F83E-C9F4-F0288FB2C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043498"/>
              </p:ext>
            </p:extLst>
          </p:nvPr>
        </p:nvGraphicFramePr>
        <p:xfrm>
          <a:off x="992674" y="4094151"/>
          <a:ext cx="2316593" cy="117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522">
                  <a:extLst>
                    <a:ext uri="{9D8B030D-6E8A-4147-A177-3AD203B41FA5}">
                      <a16:colId xmlns:a16="http://schemas.microsoft.com/office/drawing/2014/main" val="2042245123"/>
                    </a:ext>
                  </a:extLst>
                </a:gridCol>
                <a:gridCol w="1174071">
                  <a:extLst>
                    <a:ext uri="{9D8B030D-6E8A-4147-A177-3AD203B41FA5}">
                      <a16:colId xmlns:a16="http://schemas.microsoft.com/office/drawing/2014/main" val="3335246909"/>
                    </a:ext>
                  </a:extLst>
                </a:gridCol>
              </a:tblGrid>
              <a:tr h="41372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chemeClr val="accent4"/>
                          </a:solidFill>
                        </a:rPr>
                        <a:t>Dynamic</a:t>
                      </a:r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 Node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Correlation with total risk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3914"/>
                  </a:ext>
                </a:extLst>
              </a:tr>
              <a:tr h="253400"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Stand up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b="1" dirty="0">
                          <a:solidFill>
                            <a:schemeClr val="accent2"/>
                          </a:solidFill>
                        </a:rPr>
                        <a:t>0.99</a:t>
                      </a:r>
                      <a:endParaRPr kumimoji="1" lang="ja-JP" altLang="en-US" sz="105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4422"/>
                  </a:ext>
                </a:extLst>
              </a:tr>
              <a:tr h="25340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…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54380"/>
                  </a:ext>
                </a:extLst>
              </a:tr>
              <a:tr h="253400"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Move wheelchair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>
                          <a:solidFill>
                            <a:sysClr val="windowText" lastClr="000000"/>
                          </a:solidFill>
                        </a:rPr>
                        <a:t>0.01</a:t>
                      </a:r>
                      <a:endParaRPr kumimoji="1" lang="ja-JP" altLang="en-US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9848"/>
                  </a:ext>
                </a:extLst>
              </a:tr>
            </a:tbl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71F0551-8BFB-B325-7F68-B0F046A86392}"/>
              </a:ext>
            </a:extLst>
          </p:cNvPr>
          <p:cNvSpPr/>
          <p:nvPr/>
        </p:nvSpPr>
        <p:spPr>
          <a:xfrm>
            <a:off x="3821006" y="2628138"/>
            <a:ext cx="504056" cy="22758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AB31458-E6D6-9124-C89F-B60EE56D4F49}"/>
              </a:ext>
            </a:extLst>
          </p:cNvPr>
          <p:cNvGrpSpPr/>
          <p:nvPr/>
        </p:nvGrpSpPr>
        <p:grpSpPr>
          <a:xfrm>
            <a:off x="3306841" y="3522579"/>
            <a:ext cx="2813176" cy="1660203"/>
            <a:chOff x="306723" y="5556295"/>
            <a:chExt cx="4851400" cy="2863067"/>
          </a:xfrm>
        </p:grpSpPr>
        <p:pic>
          <p:nvPicPr>
            <p:cNvPr id="4" name="図 3" descr="グラフ, 折れ線グラフ&#10;&#10;自動的に生成された説明">
              <a:extLst>
                <a:ext uri="{FF2B5EF4-FFF2-40B4-BE49-F238E27FC236}">
                  <a16:creationId xmlns:a16="http://schemas.microsoft.com/office/drawing/2014/main" id="{73353A86-EC29-2CE2-D7C0-78B8D5B9A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477"/>
            <a:stretch/>
          </p:blipFill>
          <p:spPr>
            <a:xfrm>
              <a:off x="306723" y="5556295"/>
              <a:ext cx="4851400" cy="2863067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AF3750A-3734-F88A-C6CD-CB4E05A26C34}"/>
                </a:ext>
              </a:extLst>
            </p:cNvPr>
            <p:cNvSpPr/>
            <p:nvPr/>
          </p:nvSpPr>
          <p:spPr>
            <a:xfrm>
              <a:off x="1431535" y="5858371"/>
              <a:ext cx="157570" cy="216024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6C5E427D-4CF8-8581-09C6-CCD6F3668C32}"/>
                </a:ext>
              </a:extLst>
            </p:cNvPr>
            <p:cNvCxnSpPr>
              <a:cxnSpLocks/>
            </p:cNvCxnSpPr>
            <p:nvPr/>
          </p:nvCxnSpPr>
          <p:spPr>
            <a:xfrm>
              <a:off x="2500058" y="5556295"/>
              <a:ext cx="0" cy="241721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図 13" descr="グラフ が含まれている画像&#10;&#10;自動的に生成された説明">
            <a:extLst>
              <a:ext uri="{FF2B5EF4-FFF2-40B4-BE49-F238E27FC236}">
                <a16:creationId xmlns:a16="http://schemas.microsoft.com/office/drawing/2014/main" id="{640FAD9B-3BFF-86DE-D99E-F1EBD9453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6568" y="2251837"/>
            <a:ext cx="2564904" cy="1709936"/>
          </a:xfrm>
          <a:prstGeom prst="rect">
            <a:avLst/>
          </a:prstGeom>
        </p:spPr>
      </p:pic>
      <p:pic>
        <p:nvPicPr>
          <p:cNvPr id="15" name="図 14" descr="グラフ, 折れ線グラフ&#10;&#10;自動的に生成された説明">
            <a:extLst>
              <a:ext uri="{FF2B5EF4-FFF2-40B4-BE49-F238E27FC236}">
                <a16:creationId xmlns:a16="http://schemas.microsoft.com/office/drawing/2014/main" id="{CB4FCE3D-9E57-2B18-F703-8C480EAED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5" r="38186"/>
          <a:stretch/>
        </p:blipFill>
        <p:spPr>
          <a:xfrm>
            <a:off x="903604" y="2181691"/>
            <a:ext cx="1434635" cy="1382857"/>
          </a:xfrm>
          <a:prstGeom prst="rect">
            <a:avLst/>
          </a:prstGeom>
        </p:spPr>
      </p:pic>
      <p:pic>
        <p:nvPicPr>
          <p:cNvPr id="16" name="図 15" descr="グラフ, 折れ線グラフ&#10;&#10;自動的に生成された説明">
            <a:extLst>
              <a:ext uri="{FF2B5EF4-FFF2-40B4-BE49-F238E27FC236}">
                <a16:creationId xmlns:a16="http://schemas.microsoft.com/office/drawing/2014/main" id="{4ABE3814-D010-8EDA-3470-28EF0810D4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1" r="37841"/>
          <a:stretch/>
        </p:blipFill>
        <p:spPr>
          <a:xfrm>
            <a:off x="2017961" y="2845173"/>
            <a:ext cx="1291306" cy="1222468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434981C-A444-9BEC-ACF1-BF466CE2BF9D}"/>
              </a:ext>
            </a:extLst>
          </p:cNvPr>
          <p:cNvSpPr txBox="1"/>
          <p:nvPr/>
        </p:nvSpPr>
        <p:spPr>
          <a:xfrm>
            <a:off x="2260901" y="2832725"/>
            <a:ext cx="7314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b="1" dirty="0">
                <a:solidFill>
                  <a:schemeClr val="accent2"/>
                </a:solidFill>
              </a:rPr>
              <a:t>Stand up</a:t>
            </a:r>
            <a:endParaRPr kumimoji="1" lang="ja-JP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B134FD65-9174-8A04-B9BE-F8F8E5A92F6F}"/>
              </a:ext>
            </a:extLst>
          </p:cNvPr>
          <p:cNvSpPr/>
          <p:nvPr/>
        </p:nvSpPr>
        <p:spPr>
          <a:xfrm>
            <a:off x="2390379" y="3162023"/>
            <a:ext cx="476250" cy="558800"/>
          </a:xfrm>
          <a:custGeom>
            <a:avLst/>
            <a:gdLst>
              <a:gd name="connsiteX0" fmla="*/ 0 w 476250"/>
              <a:gd name="connsiteY0" fmla="*/ 558800 h 558800"/>
              <a:gd name="connsiteX1" fmla="*/ 330200 w 476250"/>
              <a:gd name="connsiteY1" fmla="*/ 361950 h 558800"/>
              <a:gd name="connsiteX2" fmla="*/ 476250 w 476250"/>
              <a:gd name="connsiteY2" fmla="*/ 0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558800">
                <a:moveTo>
                  <a:pt x="0" y="558800"/>
                </a:moveTo>
                <a:cubicBezTo>
                  <a:pt x="125412" y="506941"/>
                  <a:pt x="250825" y="455083"/>
                  <a:pt x="330200" y="361950"/>
                </a:cubicBezTo>
                <a:cubicBezTo>
                  <a:pt x="409575" y="268817"/>
                  <a:pt x="442912" y="134408"/>
                  <a:pt x="47625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F926804-19E0-5EEE-5CBF-40B5B6CD39AF}"/>
              </a:ext>
            </a:extLst>
          </p:cNvPr>
          <p:cNvSpPr/>
          <p:nvPr/>
        </p:nvSpPr>
        <p:spPr>
          <a:xfrm>
            <a:off x="1443014" y="2418797"/>
            <a:ext cx="476250" cy="558800"/>
          </a:xfrm>
          <a:custGeom>
            <a:avLst/>
            <a:gdLst>
              <a:gd name="connsiteX0" fmla="*/ 0 w 476250"/>
              <a:gd name="connsiteY0" fmla="*/ 558800 h 558800"/>
              <a:gd name="connsiteX1" fmla="*/ 330200 w 476250"/>
              <a:gd name="connsiteY1" fmla="*/ 361950 h 558800"/>
              <a:gd name="connsiteX2" fmla="*/ 476250 w 476250"/>
              <a:gd name="connsiteY2" fmla="*/ 0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250" h="558800">
                <a:moveTo>
                  <a:pt x="0" y="558800"/>
                </a:moveTo>
                <a:cubicBezTo>
                  <a:pt x="125412" y="506941"/>
                  <a:pt x="250825" y="455083"/>
                  <a:pt x="330200" y="361950"/>
                </a:cubicBezTo>
                <a:cubicBezTo>
                  <a:pt x="409575" y="268817"/>
                  <a:pt x="442912" y="134408"/>
                  <a:pt x="476250" y="0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C748936-85CD-8408-6EF6-B9081B371124}"/>
              </a:ext>
            </a:extLst>
          </p:cNvPr>
          <p:cNvCxnSpPr>
            <a:cxnSpLocks/>
          </p:cNvCxnSpPr>
          <p:nvPr/>
        </p:nvCxnSpPr>
        <p:spPr>
          <a:xfrm>
            <a:off x="961252" y="2181691"/>
            <a:ext cx="0" cy="3090566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C206598-93BD-ACA5-0368-D4B7FB58580F}"/>
              </a:ext>
            </a:extLst>
          </p:cNvPr>
          <p:cNvCxnSpPr>
            <a:cxnSpLocks/>
          </p:cNvCxnSpPr>
          <p:nvPr/>
        </p:nvCxnSpPr>
        <p:spPr>
          <a:xfrm>
            <a:off x="-659727" y="2523232"/>
            <a:ext cx="0" cy="1041316"/>
          </a:xfrm>
          <a:prstGeom prst="straightConnector1">
            <a:avLst/>
          </a:prstGeom>
          <a:ln w="3810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3083F60-5393-FA0A-D47F-374D2D028156}"/>
              </a:ext>
            </a:extLst>
          </p:cNvPr>
          <p:cNvSpPr txBox="1"/>
          <p:nvPr/>
        </p:nvSpPr>
        <p:spPr>
          <a:xfrm>
            <a:off x="1575630" y="2132489"/>
            <a:ext cx="885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b="1" dirty="0">
                <a:solidFill>
                  <a:schemeClr val="accent2"/>
                </a:solidFill>
              </a:rPr>
              <a:t>Total risk</a:t>
            </a:r>
            <a:endParaRPr kumimoji="1" lang="ja-JP" altLang="en-US" sz="11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7806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1AD1B-EAC5-3529-66DA-E27E67D6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A6873C-C8BF-12A9-5975-A916E430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80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21C7F98-82A0-8321-1CC9-6D9BEAFF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2219156"/>
            <a:ext cx="10831437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182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3F93CD-D147-EE54-1662-E7DECDE0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769927-9DF5-D575-F7B6-1870934E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81</a:t>
            </a:fld>
            <a:endParaRPr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EC3C077-6D96-9F3F-C367-BD895936B8CD}"/>
              </a:ext>
            </a:extLst>
          </p:cNvPr>
          <p:cNvGrpSpPr/>
          <p:nvPr/>
        </p:nvGrpSpPr>
        <p:grpSpPr>
          <a:xfrm>
            <a:off x="2286000" y="1059194"/>
            <a:ext cx="7620000" cy="5715000"/>
            <a:chOff x="2286000" y="1059194"/>
            <a:chExt cx="7620000" cy="571500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A2CD82A-E633-B2CB-C906-B579A8CF2266}"/>
                </a:ext>
              </a:extLst>
            </p:cNvPr>
            <p:cNvSpPr/>
            <p:nvPr/>
          </p:nvSpPr>
          <p:spPr>
            <a:xfrm>
              <a:off x="2286000" y="1059194"/>
              <a:ext cx="7620000" cy="5715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黒い背景に白い文字がある&#10;&#10;中程度の精度で自動的に生成された説明">
              <a:extLst>
                <a:ext uri="{FF2B5EF4-FFF2-40B4-BE49-F238E27FC236}">
                  <a16:creationId xmlns:a16="http://schemas.microsoft.com/office/drawing/2014/main" id="{342A8B4A-5B21-2E61-35D8-0CFAC929F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059194"/>
              <a:ext cx="7620000" cy="571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57982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B502-00F2-AC1C-62EA-2DD10FC2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AE1ECC-1CFC-7663-DA0E-2C82EE21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E89D4F-84CC-C6F2-C117-2901157F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1737-2A00-4EFB-9FD3-149FCC30AA13}" type="slidenum">
              <a:rPr lang="ja-JP" altLang="en-US" smtClean="0"/>
              <a:pPr/>
              <a:t>82</a:t>
            </a:fld>
            <a:endParaRPr lang="ja-JP" altLang="en-US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EE942B5-DCB6-E2BE-E198-50343351F411}"/>
              </a:ext>
            </a:extLst>
          </p:cNvPr>
          <p:cNvGrpSpPr/>
          <p:nvPr/>
        </p:nvGrpSpPr>
        <p:grpSpPr>
          <a:xfrm>
            <a:off x="2286000" y="1059194"/>
            <a:ext cx="7620000" cy="5715000"/>
            <a:chOff x="2286000" y="1059194"/>
            <a:chExt cx="7620000" cy="571500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AE73503-BFF7-AB4F-5A65-31F1E25C7B52}"/>
                </a:ext>
              </a:extLst>
            </p:cNvPr>
            <p:cNvSpPr/>
            <p:nvPr/>
          </p:nvSpPr>
          <p:spPr>
            <a:xfrm>
              <a:off x="2286000" y="1059194"/>
              <a:ext cx="7620000" cy="5715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 descr="黒い背景に白い文字がある&#10;&#10;中程度の精度で自動的に生成された説明">
              <a:extLst>
                <a:ext uri="{FF2B5EF4-FFF2-40B4-BE49-F238E27FC236}">
                  <a16:creationId xmlns:a16="http://schemas.microsoft.com/office/drawing/2014/main" id="{05E4371F-55EC-DD3E-1896-79EF55F61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1059194"/>
              <a:ext cx="7620000" cy="5715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305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F2600"/>
      </a:accent1>
      <a:accent2>
        <a:srgbClr val="0432FF"/>
      </a:accent2>
      <a:accent3>
        <a:srgbClr val="00B050"/>
      </a:accent3>
      <a:accent4>
        <a:srgbClr val="7030A0"/>
      </a:accent4>
      <a:accent5>
        <a:srgbClr val="00B0F0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Times New Roman"/>
        <a:ea typeface="メイリオ"/>
        <a:cs typeface=""/>
      </a:majorFont>
      <a:minorFont>
        <a:latin typeface="Times New Roman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4307</TotalTime>
  <Words>4432</Words>
  <Application>Microsoft Office PowerPoint</Application>
  <PresentationFormat>ワイド画面</PresentationFormat>
  <Paragraphs>1734</Paragraphs>
  <Slides>82</Slides>
  <Notes>2</Notes>
  <HiddenSlides>0</HiddenSlides>
  <MMClips>1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82</vt:i4>
      </vt:variant>
    </vt:vector>
  </HeadingPairs>
  <TitlesOfParts>
    <vt:vector size="89" baseType="lpstr">
      <vt:lpstr>游ゴシック</vt:lpstr>
      <vt:lpstr>Arial</vt:lpstr>
      <vt:lpstr>Calibri</vt:lpstr>
      <vt:lpstr>Times New Roman</vt:lpstr>
      <vt:lpstr>Wingdings</vt:lpstr>
      <vt:lpstr>Office ​​テーマ</vt:lpstr>
      <vt:lpstr>Equation</vt:lpstr>
      <vt:lpstr>修論（論文化版）　図表</vt:lpstr>
      <vt:lpstr>課題を示す図 </vt:lpstr>
      <vt:lpstr>課題を示す図 </vt:lpstr>
      <vt:lpstr>解決アプローチの説明 (患者の文脈を重視するスタッフが、見守りなく立ち上がる患者を見つけた時の階層構造)</vt:lpstr>
      <vt:lpstr>解決アプローチの説明 (空間的文脈を重視するスタッフが、見守りなく立ち上がる患者を見つけた時の階層構造)</vt:lpstr>
      <vt:lpstr>解決アプローチの説明 (患者の文脈を重視するスタッフが、見守られつつ立ち上がる患者を見つけた時の階層構造)</vt:lpstr>
      <vt:lpstr>解決アプローチの説明 (空間的文脈を重視するスタッフが、見守られつつ立ち上がる患者を見つけた時の階層構造)</vt:lpstr>
      <vt:lpstr>PowerPoint プレゼンテーション</vt:lpstr>
      <vt:lpstr>提案システム全体像</vt:lpstr>
      <vt:lpstr>PowerPoint プレゼンテーション</vt:lpstr>
      <vt:lpstr>PowerPoint プレゼンテーション</vt:lpstr>
      <vt:lpstr>提案手法　危険度評価　人員　</vt:lpstr>
      <vt:lpstr>5-1 空間的文脈の考慮の有無で評価が変わることの検証のシナリオ (立ち上がり) </vt:lpstr>
      <vt:lpstr>5-1 空間的文脈の考慮の有無で評価が変わることの検証の結果 (立ち上がり)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5-1 空間的文脈の考慮の有無で評価が変わることの検証のシナリオ (顔を触る) </vt:lpstr>
      <vt:lpstr>5-1 空間的文脈の考慮の有無で評価が変わることの検証の結果 (顔を触る) </vt:lpstr>
      <vt:lpstr>5-1 空間的文脈の考慮の有無で評価が変わることの検証の結果 (顔を触る) </vt:lpstr>
      <vt:lpstr>5-2 患者文脈の考慮と順序の関係（4人シナリオその1）</vt:lpstr>
      <vt:lpstr>5-2 患者文脈の考慮と順序の関係（4人シナリオその1）</vt:lpstr>
      <vt:lpstr>5-2 患者文脈の考慮と順序の関係（4人シナリオその1）</vt:lpstr>
      <vt:lpstr>5-2 物体考慮と見守り考慮の傾向（4人シナリオその2）</vt:lpstr>
      <vt:lpstr>PowerPoint プレゼンテーション</vt:lpstr>
      <vt:lpstr>PowerPoint プレゼンテーション</vt:lpstr>
      <vt:lpstr>PowerPoint プレゼンテーション</vt:lpstr>
      <vt:lpstr>5-3 実データ 対照的な例</vt:lpstr>
      <vt:lpstr>5-3 空間的文脈指向と順位の関係</vt:lpstr>
      <vt:lpstr>5-3 物体の有無・見守り有無のどちらを重視するかの指標D_iと順位の関係</vt:lpstr>
      <vt:lpstr>PowerPoint プレゼンテーション</vt:lpstr>
      <vt:lpstr>PowerPoint プレゼンテーション</vt:lpstr>
      <vt:lpstr>参考：通知</vt:lpstr>
      <vt:lpstr>以下のスライドは作業用</vt:lpstr>
      <vt:lpstr>修論　図表</vt:lpstr>
      <vt:lpstr>梗概　通知が必要なシーン例</vt:lpstr>
      <vt:lpstr>梗概　手法概要図</vt:lpstr>
      <vt:lpstr>梗概　手法概要図v2</vt:lpstr>
      <vt:lpstr>梗概　手法概要図v3</vt:lpstr>
      <vt:lpstr>PowerPoint プレゼンテーション</vt:lpstr>
      <vt:lpstr>梗概　通知アルゴリズム</vt:lpstr>
      <vt:lpstr>フロアマップ</vt:lpstr>
      <vt:lpstr>見守りの2形態</vt:lpstr>
      <vt:lpstr>ヒヤリハット集その２</vt:lpstr>
      <vt:lpstr>要求分析フロー</vt:lpstr>
      <vt:lpstr>ヒアリング結果</vt:lpstr>
      <vt:lpstr>ヒアリング⇒機能</vt:lpstr>
      <vt:lpstr>コンテクスト図</vt:lpstr>
      <vt:lpstr>コンテクスト図</vt:lpstr>
      <vt:lpstr>コンテクスト図</vt:lpstr>
      <vt:lpstr>PowerPoint プレゼンテーション</vt:lpstr>
      <vt:lpstr>ユースケース図</vt:lpstr>
      <vt:lpstr>ユースケース図</vt:lpstr>
      <vt:lpstr>PowerPoint プレゼンテーション</vt:lpstr>
      <vt:lpstr>運用コンセプト　フローチャート</vt:lpstr>
      <vt:lpstr>検証性の確認</vt:lpstr>
      <vt:lpstr>AHPの理論説明</vt:lpstr>
      <vt:lpstr>提案手法概要　機能フロー図（横書きだとベスト）</vt:lpstr>
      <vt:lpstr>提案手法概要　システム図（変数名入れたい）</vt:lpstr>
      <vt:lpstr>提案手法概要　詳細システム図</vt:lpstr>
      <vt:lpstr>提案手法　観測　システム図</vt:lpstr>
      <vt:lpstr>提案手法　事前処理　属性　システム図</vt:lpstr>
      <vt:lpstr>提案手法　事前処理　属性　ファジィ数</vt:lpstr>
      <vt:lpstr>提案手法　事前処理　動作特徴量　システム図</vt:lpstr>
      <vt:lpstr>提案手法　事前処理　動作特徴量　姿勢特徴定義</vt:lpstr>
      <vt:lpstr>提案手法　事前処理　物体特徴量　システム図</vt:lpstr>
      <vt:lpstr>提案手法　事前処理　人員特徴量　システム図</vt:lpstr>
      <vt:lpstr>提案手法　危険度評価　属性</vt:lpstr>
      <vt:lpstr>提案手法　危険度評価　人員　</vt:lpstr>
      <vt:lpstr>非Fuzzy化</vt:lpstr>
      <vt:lpstr>提案手法　通知アルゴリズム　フローチャート</vt:lpstr>
      <vt:lpstr>機能フロー図</vt:lpstr>
      <vt:lpstr>階層構造図</vt:lpstr>
      <vt:lpstr>機能フロー図と評価システム図</vt:lpstr>
      <vt:lpstr>機能フロー図とシミュレーションの対応付け</vt:lpstr>
      <vt:lpstr>N=1検証のシナリオ図</vt:lpstr>
      <vt:lpstr>位置ランダム検証</vt:lpstr>
      <vt:lpstr>通知アルゴリズム</vt:lpstr>
      <vt:lpstr>PowerPoint プレゼンテーション</vt:lpstr>
      <vt:lpstr>PowerPoint プレゼンテーション</vt:lpstr>
      <vt:lpstr>PowerPoint プレゼンテーション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</dc:title>
  <dc:creator>takahashi</dc:creator>
  <cp:lastModifiedBy>和之 林出</cp:lastModifiedBy>
  <cp:revision>18</cp:revision>
  <dcterms:created xsi:type="dcterms:W3CDTF">2014-05-18T10:43:34Z</dcterms:created>
  <dcterms:modified xsi:type="dcterms:W3CDTF">2026-09-06T02:35:19Z</dcterms:modified>
</cp:coreProperties>
</file>